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3" r:id="rId1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FF271DA-C701-4AC0-AD23-4C845CA697F2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66C8068-EE03-40E5-ABB3-C97890AC823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81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20E9-2658-E251-914D-7479F74FF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177C7-4F06-C214-7091-FD7E82CD9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94002-B41A-BD08-8224-413109F8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FC8E8-6ADD-6CD7-3A58-F52A91D7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5455-0CB5-7790-E131-2981D160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099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0A93-8BE0-F47F-ACDB-3DD8B82D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CDD5-31B3-A8CE-1D46-965B356A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991D-9391-9371-015C-A6E67530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1A3F2-64F6-3A20-BCEC-1C05D6F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4A70B-8862-CAB2-FFDF-45F6D480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2263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C19B-9E9E-F92B-F27A-F7D75C668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D1E4D-19D9-8BE3-6FEA-34A8D1FE2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FBD4-FD19-D3A7-438A-7DAEB84E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D964B-5B30-59D7-8384-C3235EDD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367A-4ED9-A44C-3875-6192814E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7390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F37A-DAB7-A254-590D-8061B7E2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AB2AC-10A3-9851-BE8D-63CBC1486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C9D44-23D8-12B1-5BB4-CA070CAC9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BCA56-9D5F-1F7D-0F30-C4437810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F2B90-084A-E1D6-9D67-1A8BB1E4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3D56E-4278-7FDC-98F0-B69D340D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6265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D198-AA2A-EC50-5774-7216055E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4C929-E0B7-AB25-8C8D-EB298893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18A4C-399B-C1FE-C916-DE6344F7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2F0EE-DE72-8C47-78C1-2608E2F1A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BF692-A49F-640C-3926-CB95764AD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4B27E-9B6E-275A-2B27-AD893991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C43B7-7A96-1BC5-3AA5-2F567376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F2FB1-96B8-4777-B6A2-84B5454E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6321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05A3-654B-9F3E-9E0F-D6F412E8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33360-9A38-D271-2A68-3484CFE0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58DF3-69CA-7638-2E0C-4D9022E1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8D46E-E8DE-066F-A7E3-0ED18E0C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7173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36675-1DA0-3DA3-DB3A-C3C3D683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9AA9E-5E99-862F-1B5D-05198015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C4CD0-A78B-6BA9-B80C-6A3293BA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171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7106-7275-8179-A1E5-CC148848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261F-DD0A-4360-B546-93D47500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29A5A-F661-35E5-46E7-914D07AA8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460CC-63AF-BA7C-3654-A90022B8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5019F-3C8C-DFF6-4AFF-CF9E557A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E2338-F51B-4970-5EF7-4940F4AB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0734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E8F1-84BC-5F66-5288-B3AF5571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BB25A-9CBF-5928-8498-E938ADB88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35DF8-D8F2-BC21-77B7-A09E027B7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EEA98-8C5A-A690-54E1-9BCD3555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A670D-3F9A-4A6E-3062-03AEFF9A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52C4F-A9C4-9972-12ED-C20D0F4C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7692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DFA0-0014-0E7A-4EC4-E606A72F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C4FFB-A79F-96EB-2905-8F556551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14FA6-9AB5-A0D8-EE9C-6BD6B2A8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FF48-2F09-BC53-F17B-0348B526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B81C-D3E2-7865-E953-7A26ABE9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6732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A8C04-EDE7-88F4-109B-61B683123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7114-BBF3-9EAA-A026-DBF45DDA7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2DB5B-44DB-FC5E-AC1A-65E7C321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5FDE-2D3A-CC4A-CBB4-04BC9014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D07B1-8DB7-D77C-977E-A9CBC027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70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DCB5A-2752-6513-787C-914E4ED7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F029B-F9A8-2ECE-E0F0-C8F6A2D71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80E6-E4FA-5E33-D0D9-47D6048F3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0AE69-8FB0-B27F-A705-6AE23A56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659EC-03C1-5438-234D-70CBC0AA0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4233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EE8578-65EB-85DE-CC75-930C3836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3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C99C5-178F-A238-5879-D775FE5B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8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7CC1E-DF78-F5C3-D829-19BB1A06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5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B87BB-33E3-9355-AFE8-49D78AA742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5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CD547-DFBB-8955-9D03-DA1B527A7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8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37AA9-D727-1634-3D7E-9A674887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9595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7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A55C1-35E0-3026-34C2-A30772EC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8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72921-759D-6DAC-FF43-137478444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E0037-78A2-1BAF-3750-37C032AE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6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79859-4A03-60A2-6208-C49D3B2C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3785A-BA79-E133-8284-484BCC34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39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EBC9E-043D-BCE6-BACA-D065C9DF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59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BA7F4-F0E7-BF73-B879-7B856DCE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7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45DAD-E76F-9855-7BE1-0B6300AF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70969"/>
            <a:ext cx="12050807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51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958C1-9B26-1001-749E-F1C6FA0B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82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931F05-1464-F9F3-FB36-8018B6FC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7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76DAB-88D0-8DFD-221F-E9F13B1D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01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FC7C2-B0EF-55D8-7F36-9CB55320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5BE6C55-28AE-D976-9338-B835D2D9C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3A644649-A2EC-4B38-B18B-DB2F0B8FC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09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3</cp:revision>
  <dcterms:created xsi:type="dcterms:W3CDTF">2026-08-09T15:54:17Z</dcterms:created>
  <dcterms:modified xsi:type="dcterms:W3CDTF">2026-08-13T18:21:54Z</dcterms:modified>
</cp:coreProperties>
</file>