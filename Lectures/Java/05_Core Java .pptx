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11" r:id="rId3"/>
    <p:sldId id="312" r:id="rId4"/>
    <p:sldId id="257" r:id="rId5"/>
    <p:sldId id="259" r:id="rId6"/>
    <p:sldId id="258" r:id="rId7"/>
    <p:sldId id="263" r:id="rId8"/>
    <p:sldId id="261" r:id="rId9"/>
    <p:sldId id="262" r:id="rId10"/>
    <p:sldId id="270" r:id="rId11"/>
    <p:sldId id="271" r:id="rId12"/>
    <p:sldId id="272" r:id="rId13"/>
    <p:sldId id="269" r:id="rId14"/>
    <p:sldId id="268" r:id="rId15"/>
    <p:sldId id="264" r:id="rId16"/>
    <p:sldId id="265" r:id="rId17"/>
    <p:sldId id="298" r:id="rId18"/>
    <p:sldId id="273" r:id="rId19"/>
    <p:sldId id="299" r:id="rId20"/>
    <p:sldId id="300" r:id="rId21"/>
    <p:sldId id="301" r:id="rId22"/>
    <p:sldId id="302" r:id="rId23"/>
    <p:sldId id="304" r:id="rId24"/>
    <p:sldId id="291" r:id="rId25"/>
    <p:sldId id="295" r:id="rId26"/>
    <p:sldId id="305" r:id="rId27"/>
    <p:sldId id="306" r:id="rId28"/>
    <p:sldId id="307" r:id="rId29"/>
    <p:sldId id="308" r:id="rId30"/>
    <p:sldId id="309" r:id="rId31"/>
    <p:sldId id="310" r:id="rId32"/>
    <p:sldId id="297" r:id="rId33"/>
    <p:sldId id="292" r:id="rId34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BA2378-3AD5-4CA9-937F-98124D52BCAB}" v="370" dt="2026-08-28T21:34:31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raa Mohamed" userId="32a53f8955a3383c" providerId="LiveId" clId="{F10043CA-7E0C-4C5B-B8AD-80B51C33A480}"/>
    <pc:docChg chg="undo custSel addSld delSld modSld sldOrd">
      <pc:chgData name="Esraa Mohamed" userId="32a53f8955a3383c" providerId="LiveId" clId="{F10043CA-7E0C-4C5B-B8AD-80B51C33A480}" dt="2026-08-28T21:34:31.559" v="1314"/>
      <pc:docMkLst>
        <pc:docMk/>
      </pc:docMkLst>
      <pc:sldChg chg="modSp mod">
        <pc:chgData name="Esraa Mohamed" userId="32a53f8955a3383c" providerId="LiveId" clId="{F10043CA-7E0C-4C5B-B8AD-80B51C33A480}" dt="2026-08-25T18:05:48.101" v="1169" actId="113"/>
        <pc:sldMkLst>
          <pc:docMk/>
          <pc:sldMk cId="2034217234" sldId="257"/>
        </pc:sldMkLst>
        <pc:spChg chg="mod">
          <ac:chgData name="Esraa Mohamed" userId="32a53f8955a3383c" providerId="LiveId" clId="{F10043CA-7E0C-4C5B-B8AD-80B51C33A480}" dt="2026-08-25T18:05:48.101" v="1169" actId="113"/>
          <ac:spMkLst>
            <pc:docMk/>
            <pc:sldMk cId="2034217234" sldId="257"/>
            <ac:spMk id="3" creationId="{FC548532-121F-5343-295F-299B6FED62DB}"/>
          </ac:spMkLst>
        </pc:spChg>
      </pc:sldChg>
      <pc:sldChg chg="addSp delSp modSp mod">
        <pc:chgData name="Esraa Mohamed" userId="32a53f8955a3383c" providerId="LiveId" clId="{F10043CA-7E0C-4C5B-B8AD-80B51C33A480}" dt="2026-08-25T07:46:40.844" v="836"/>
        <pc:sldMkLst>
          <pc:docMk/>
          <pc:sldMk cId="3726435147" sldId="258"/>
        </pc:sldMkLst>
        <pc:spChg chg="mod">
          <ac:chgData name="Esraa Mohamed" userId="32a53f8955a3383c" providerId="LiveId" clId="{F10043CA-7E0C-4C5B-B8AD-80B51C33A480}" dt="2026-08-24T18:00:10.058" v="35"/>
          <ac:spMkLst>
            <pc:docMk/>
            <pc:sldMk cId="3726435147" sldId="258"/>
            <ac:spMk id="2" creationId="{D83DD232-B1D0-756D-5154-F66C378819A3}"/>
          </ac:spMkLst>
        </pc:spChg>
        <pc:spChg chg="mod">
          <ac:chgData name="Esraa Mohamed" userId="32a53f8955a3383c" providerId="LiveId" clId="{F10043CA-7E0C-4C5B-B8AD-80B51C33A480}" dt="2026-08-24T17:58:18.041" v="31" actId="15"/>
          <ac:spMkLst>
            <pc:docMk/>
            <pc:sldMk cId="3726435147" sldId="258"/>
            <ac:spMk id="3" creationId="{A0DAEFA0-EBBB-AEE0-FB25-8F1550C99014}"/>
          </ac:spMkLst>
        </pc:spChg>
      </pc:sldChg>
      <pc:sldChg chg="addSp modSp mod ord setBg">
        <pc:chgData name="Esraa Mohamed" userId="32a53f8955a3383c" providerId="LiveId" clId="{F10043CA-7E0C-4C5B-B8AD-80B51C33A480}" dt="2026-08-25T07:00:14.839" v="808"/>
        <pc:sldMkLst>
          <pc:docMk/>
          <pc:sldMk cId="3483102169" sldId="259"/>
        </pc:sldMkLst>
        <pc:spChg chg="mod">
          <ac:chgData name="Esraa Mohamed" userId="32a53f8955a3383c" providerId="LiveId" clId="{F10043CA-7E0C-4C5B-B8AD-80B51C33A480}" dt="2026-08-24T18:02:07.137" v="59" actId="26606"/>
          <ac:spMkLst>
            <pc:docMk/>
            <pc:sldMk cId="3483102169" sldId="259"/>
            <ac:spMk id="2" creationId="{2EC6D12E-0693-8795-1B90-6BE8A0F57724}"/>
          </ac:spMkLst>
        </pc:spChg>
        <pc:spChg chg="mod">
          <ac:chgData name="Esraa Mohamed" userId="32a53f8955a3383c" providerId="LiveId" clId="{F10043CA-7E0C-4C5B-B8AD-80B51C33A480}" dt="2026-08-24T18:02:07.137" v="59" actId="26606"/>
          <ac:spMkLst>
            <pc:docMk/>
            <pc:sldMk cId="3483102169" sldId="259"/>
            <ac:spMk id="3" creationId="{43C4B7B5-75D7-170E-65B6-D35A29408C3B}"/>
          </ac:spMkLst>
        </pc:spChg>
        <pc:spChg chg="add">
          <ac:chgData name="Esraa Mohamed" userId="32a53f8955a3383c" providerId="LiveId" clId="{F10043CA-7E0C-4C5B-B8AD-80B51C33A480}" dt="2026-08-24T18:02:07.137" v="59" actId="26606"/>
          <ac:spMkLst>
            <pc:docMk/>
            <pc:sldMk cId="3483102169" sldId="259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24T18:02:07.137" v="59" actId="26606"/>
          <ac:spMkLst>
            <pc:docMk/>
            <pc:sldMk cId="3483102169" sldId="259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24T18:02:07.137" v="59" actId="26606"/>
          <ac:grpSpMkLst>
            <pc:docMk/>
            <pc:sldMk cId="3483102169" sldId="259"/>
            <ac:grpSpMk id="10" creationId="{AE1C45F0-260A-458C-96ED-C1F6D2151219}"/>
          </ac:grpSpMkLst>
        </pc:grpChg>
        <pc:cxnChg chg="add">
          <ac:chgData name="Esraa Mohamed" userId="32a53f8955a3383c" providerId="LiveId" clId="{F10043CA-7E0C-4C5B-B8AD-80B51C33A480}" dt="2026-08-24T18:02:07.137" v="59" actId="26606"/>
          <ac:cxnSpMkLst>
            <pc:docMk/>
            <pc:sldMk cId="3483102169" sldId="259"/>
            <ac:cxnSpMk id="17" creationId="{6CF1BAF6-AD41-4082-B212-8A1F9A2E8779}"/>
          </ac:cxnSpMkLst>
        </pc:cxnChg>
      </pc:sldChg>
      <pc:sldChg chg="addSp new mod ord">
        <pc:chgData name="Esraa Mohamed" userId="32a53f8955a3383c" providerId="LiveId" clId="{F10043CA-7E0C-4C5B-B8AD-80B51C33A480}" dt="2026-08-24T17:35:54.414" v="5" actId="22"/>
        <pc:sldMkLst>
          <pc:docMk/>
          <pc:sldMk cId="42670918" sldId="260"/>
        </pc:sldMkLst>
        <pc:picChg chg="add">
          <ac:chgData name="Esraa Mohamed" userId="32a53f8955a3383c" providerId="LiveId" clId="{F10043CA-7E0C-4C5B-B8AD-80B51C33A480}" dt="2026-08-24T17:35:54.414" v="5" actId="22"/>
          <ac:picMkLst>
            <pc:docMk/>
            <pc:sldMk cId="42670918" sldId="260"/>
            <ac:picMk id="3" creationId="{F5ECB31E-AFAB-6F4E-6B03-95B766C9EAEF}"/>
          </ac:picMkLst>
        </pc:picChg>
      </pc:sldChg>
      <pc:sldChg chg="addSp delSp modSp new mod setBg">
        <pc:chgData name="Esraa Mohamed" userId="32a53f8955a3383c" providerId="LiveId" clId="{F10043CA-7E0C-4C5B-B8AD-80B51C33A480}" dt="2026-08-25T07:50:20.933" v="845" actId="9405"/>
        <pc:sldMkLst>
          <pc:docMk/>
          <pc:sldMk cId="969271968" sldId="261"/>
        </pc:sldMkLst>
        <pc:spChg chg="mod">
          <ac:chgData name="Esraa Mohamed" userId="32a53f8955a3383c" providerId="LiveId" clId="{F10043CA-7E0C-4C5B-B8AD-80B51C33A480}" dt="2026-08-24T18:15:10.490" v="101" actId="26606"/>
          <ac:spMkLst>
            <pc:docMk/>
            <pc:sldMk cId="969271968" sldId="261"/>
            <ac:spMk id="2" creationId="{42DF06F7-4EA0-70E5-5D1C-F167A650B534}"/>
          </ac:spMkLst>
        </pc:spChg>
        <pc:spChg chg="add mod">
          <ac:chgData name="Esraa Mohamed" userId="32a53f8955a3383c" providerId="LiveId" clId="{F10043CA-7E0C-4C5B-B8AD-80B51C33A480}" dt="2026-08-24T18:18:02.396" v="142" actId="14100"/>
          <ac:spMkLst>
            <pc:docMk/>
            <pc:sldMk cId="969271968" sldId="261"/>
            <ac:spMk id="9" creationId="{B0716692-D253-ED1B-81DB-B98EC1AC9D8E}"/>
          </ac:spMkLst>
        </pc:spChg>
        <pc:spChg chg="add">
          <ac:chgData name="Esraa Mohamed" userId="32a53f8955a3383c" providerId="LiveId" clId="{F10043CA-7E0C-4C5B-B8AD-80B51C33A480}" dt="2026-08-24T18:15:10.490" v="101" actId="26606"/>
          <ac:spMkLst>
            <pc:docMk/>
            <pc:sldMk cId="969271968" sldId="261"/>
            <ac:spMk id="12" creationId="{058A14AF-9FB5-4CC7-BA35-E8E85D3EDF0E}"/>
          </ac:spMkLst>
        </pc:spChg>
        <pc:spChg chg="add">
          <ac:chgData name="Esraa Mohamed" userId="32a53f8955a3383c" providerId="LiveId" clId="{F10043CA-7E0C-4C5B-B8AD-80B51C33A480}" dt="2026-08-24T18:15:10.490" v="101" actId="26606"/>
          <ac:spMkLst>
            <pc:docMk/>
            <pc:sldMk cId="969271968" sldId="261"/>
            <ac:spMk id="14" creationId="{3A9A4357-BD1D-4622-A4FE-766E6AB8DE84}"/>
          </ac:spMkLst>
        </pc:spChg>
        <pc:spChg chg="add">
          <ac:chgData name="Esraa Mohamed" userId="32a53f8955a3383c" providerId="LiveId" clId="{F10043CA-7E0C-4C5B-B8AD-80B51C33A480}" dt="2026-08-24T18:15:10.490" v="101" actId="26606"/>
          <ac:spMkLst>
            <pc:docMk/>
            <pc:sldMk cId="969271968" sldId="261"/>
            <ac:spMk id="16" creationId="{E659831F-0D9A-4C63-9EBB-8435B85A440F}"/>
          </ac:spMkLst>
        </pc:spChg>
        <pc:spChg chg="add">
          <ac:chgData name="Esraa Mohamed" userId="32a53f8955a3383c" providerId="LiveId" clId="{F10043CA-7E0C-4C5B-B8AD-80B51C33A480}" dt="2026-08-24T18:15:10.490" v="101" actId="26606"/>
          <ac:spMkLst>
            <pc:docMk/>
            <pc:sldMk cId="969271968" sldId="261"/>
            <ac:spMk id="18" creationId="{E6995CE5-F890-4ABA-82A2-26507CE8D2A3}"/>
          </ac:spMkLst>
        </pc:spChg>
        <pc:picChg chg="add mod ord">
          <ac:chgData name="Esraa Mohamed" userId="32a53f8955a3383c" providerId="LiveId" clId="{F10043CA-7E0C-4C5B-B8AD-80B51C33A480}" dt="2026-08-24T18:15:27.514" v="109" actId="14100"/>
          <ac:picMkLst>
            <pc:docMk/>
            <pc:sldMk cId="969271968" sldId="261"/>
            <ac:picMk id="5" creationId="{EDDDA6F8-58DD-5062-52A7-DDBE6520FF65}"/>
          </ac:picMkLst>
        </pc:picChg>
        <pc:inkChg chg="add">
          <ac:chgData name="Esraa Mohamed" userId="32a53f8955a3383c" providerId="LiveId" clId="{F10043CA-7E0C-4C5B-B8AD-80B51C33A480}" dt="2026-08-25T07:48:22.035" v="843" actId="9405"/>
          <ac:inkMkLst>
            <pc:docMk/>
            <pc:sldMk cId="969271968" sldId="261"/>
            <ac:inkMk id="3" creationId="{0770FFBE-336D-1F50-F822-4596D3D7BC11}"/>
          </ac:inkMkLst>
        </pc:inkChg>
        <pc:inkChg chg="add">
          <ac:chgData name="Esraa Mohamed" userId="32a53f8955a3383c" providerId="LiveId" clId="{F10043CA-7E0C-4C5B-B8AD-80B51C33A480}" dt="2026-08-25T07:48:34.141" v="844" actId="9405"/>
          <ac:inkMkLst>
            <pc:docMk/>
            <pc:sldMk cId="969271968" sldId="261"/>
            <ac:inkMk id="4" creationId="{A3925828-7A5E-C1F2-5285-B1B78BA274EC}"/>
          </ac:inkMkLst>
        </pc:inkChg>
        <pc:inkChg chg="add">
          <ac:chgData name="Esraa Mohamed" userId="32a53f8955a3383c" providerId="LiveId" clId="{F10043CA-7E0C-4C5B-B8AD-80B51C33A480}" dt="2026-08-25T07:50:20.933" v="845" actId="9405"/>
          <ac:inkMkLst>
            <pc:docMk/>
            <pc:sldMk cId="969271968" sldId="261"/>
            <ac:inkMk id="6" creationId="{D8501274-6562-6A56-9F38-A20D934A0ED2}"/>
          </ac:inkMkLst>
        </pc:inkChg>
      </pc:sldChg>
      <pc:sldChg chg="addSp delSp modSp new mod setBg">
        <pc:chgData name="Esraa Mohamed" userId="32a53f8955a3383c" providerId="LiveId" clId="{F10043CA-7E0C-4C5B-B8AD-80B51C33A480}" dt="2026-08-28T21:32:10.677" v="1185"/>
        <pc:sldMkLst>
          <pc:docMk/>
          <pc:sldMk cId="62438732" sldId="262"/>
        </pc:sldMkLst>
        <pc:spChg chg="mod">
          <ac:chgData name="Esraa Mohamed" userId="32a53f8955a3383c" providerId="LiveId" clId="{F10043CA-7E0C-4C5B-B8AD-80B51C33A480}" dt="2026-08-24T18:19:27.055" v="151" actId="26606"/>
          <ac:spMkLst>
            <pc:docMk/>
            <pc:sldMk cId="62438732" sldId="262"/>
            <ac:spMk id="2" creationId="{ADAABC13-5CAB-5C29-53BD-1CE580ED7CE4}"/>
          </ac:spMkLst>
        </pc:spChg>
        <pc:spChg chg="mod">
          <ac:chgData name="Esraa Mohamed" userId="32a53f8955a3383c" providerId="LiveId" clId="{F10043CA-7E0C-4C5B-B8AD-80B51C33A480}" dt="2026-08-24T18:30:00.795" v="166" actId="14"/>
          <ac:spMkLst>
            <pc:docMk/>
            <pc:sldMk cId="62438732" sldId="262"/>
            <ac:spMk id="3" creationId="{DA005E9A-A0C7-2069-73CF-E9CDD6C81384}"/>
          </ac:spMkLst>
        </pc:spChg>
        <pc:spChg chg="add">
          <ac:chgData name="Esraa Mohamed" userId="32a53f8955a3383c" providerId="LiveId" clId="{F10043CA-7E0C-4C5B-B8AD-80B51C33A480}" dt="2026-08-24T18:19:27.055" v="151" actId="26606"/>
          <ac:spMkLst>
            <pc:docMk/>
            <pc:sldMk cId="62438732" sldId="262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24T18:19:27.055" v="151" actId="26606"/>
          <ac:spMkLst>
            <pc:docMk/>
            <pc:sldMk cId="62438732" sldId="262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24T18:19:27.055" v="151" actId="26606"/>
          <ac:grpSpMkLst>
            <pc:docMk/>
            <pc:sldMk cId="62438732" sldId="262"/>
            <ac:grpSpMk id="10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8-28T21:32:07.724" v="1175"/>
          <ac:grpSpMkLst>
            <pc:docMk/>
            <pc:sldMk cId="62438732" sldId="262"/>
            <ac:grpSpMk id="16" creationId="{7FF2A0AE-730A-07AD-BE52-8012884C6420}"/>
          </ac:grpSpMkLst>
        </pc:grpChg>
        <pc:grpChg chg="del mod">
          <ac:chgData name="Esraa Mohamed" userId="32a53f8955a3383c" providerId="LiveId" clId="{F10043CA-7E0C-4C5B-B8AD-80B51C33A480}" dt="2026-08-28T21:32:10.677" v="1184"/>
          <ac:grpSpMkLst>
            <pc:docMk/>
            <pc:sldMk cId="62438732" sldId="262"/>
            <ac:grpSpMk id="23" creationId="{177FA976-B9FD-970D-E551-6FBD59791970}"/>
          </ac:grpSpMkLst>
        </pc:grpChg>
        <pc:grpChg chg="del mod">
          <ac:chgData name="Esraa Mohamed" userId="32a53f8955a3383c" providerId="LiveId" clId="{F10043CA-7E0C-4C5B-B8AD-80B51C33A480}" dt="2026-08-28T21:32:10.677" v="1181"/>
          <ac:grpSpMkLst>
            <pc:docMk/>
            <pc:sldMk cId="62438732" sldId="262"/>
            <ac:grpSpMk id="26" creationId="{9F7372AC-3B3F-36B3-913A-4409EC42D67E}"/>
          </ac:grpSpMkLst>
        </pc:grpChg>
        <pc:grpChg chg="del mod">
          <ac:chgData name="Esraa Mohamed" userId="32a53f8955a3383c" providerId="LiveId" clId="{F10043CA-7E0C-4C5B-B8AD-80B51C33A480}" dt="2026-08-28T21:32:07.724" v="1172"/>
          <ac:grpSpMkLst>
            <pc:docMk/>
            <pc:sldMk cId="62438732" sldId="262"/>
            <ac:grpSpMk id="31" creationId="{C3AAE4B6-103C-FD10-BC79-C9081879F8FF}"/>
          </ac:grpSpMkLst>
        </pc:grpChg>
        <pc:grpChg chg="del mod">
          <ac:chgData name="Esraa Mohamed" userId="32a53f8955a3383c" providerId="LiveId" clId="{F10043CA-7E0C-4C5B-B8AD-80B51C33A480}" dt="2026-08-28T21:32:07.724" v="1179"/>
          <ac:grpSpMkLst>
            <pc:docMk/>
            <pc:sldMk cId="62438732" sldId="262"/>
            <ac:grpSpMk id="38" creationId="{3CC7614D-BE53-AF60-4A6C-7E4E6A44CECE}"/>
          </ac:grpSpMkLst>
        </pc:grpChg>
        <pc:inkChg chg="add">
          <ac:chgData name="Esraa Mohamed" userId="32a53f8955a3383c" providerId="LiveId" clId="{F10043CA-7E0C-4C5B-B8AD-80B51C33A480}" dt="2026-08-25T07:50:29.017" v="846" actId="9405"/>
          <ac:inkMkLst>
            <pc:docMk/>
            <pc:sldMk cId="62438732" sldId="262"/>
            <ac:inkMk id="4" creationId="{7B73DC7C-9735-C54C-06A9-1E964746F6A3}"/>
          </ac:inkMkLst>
        </pc:inkChg>
        <pc:inkChg chg="add del mod">
          <ac:chgData name="Esraa Mohamed" userId="32a53f8955a3383c" providerId="LiveId" clId="{F10043CA-7E0C-4C5B-B8AD-80B51C33A480}" dt="2026-08-28T21:32:07.724" v="1178"/>
          <ac:inkMkLst>
            <pc:docMk/>
            <pc:sldMk cId="62438732" sldId="262"/>
            <ac:inkMk id="5" creationId="{623D348E-5BD7-EFC3-9D88-CB6C8086A00A}"/>
          </ac:inkMkLst>
        </pc:inkChg>
        <pc:inkChg chg="add del mod">
          <ac:chgData name="Esraa Mohamed" userId="32a53f8955a3383c" providerId="LiveId" clId="{F10043CA-7E0C-4C5B-B8AD-80B51C33A480}" dt="2026-08-28T21:32:07.724" v="1175"/>
          <ac:inkMkLst>
            <pc:docMk/>
            <pc:sldMk cId="62438732" sldId="262"/>
            <ac:inkMk id="6" creationId="{BC822C9A-9F30-7452-9CFA-E9A6B968E7F3}"/>
          </ac:inkMkLst>
        </pc:inkChg>
        <pc:inkChg chg="add del mod">
          <ac:chgData name="Esraa Mohamed" userId="32a53f8955a3383c" providerId="LiveId" clId="{F10043CA-7E0C-4C5B-B8AD-80B51C33A480}" dt="2026-08-28T21:32:07.724" v="1173"/>
          <ac:inkMkLst>
            <pc:docMk/>
            <pc:sldMk cId="62438732" sldId="262"/>
            <ac:inkMk id="9" creationId="{EE9231E6-CC27-14F0-F626-E09AF1271754}"/>
          </ac:inkMkLst>
        </pc:inkChg>
        <pc:inkChg chg="add del">
          <ac:chgData name="Esraa Mohamed" userId="32a53f8955a3383c" providerId="LiveId" clId="{F10043CA-7E0C-4C5B-B8AD-80B51C33A480}" dt="2026-08-28T21:32:10.677" v="1180"/>
          <ac:inkMkLst>
            <pc:docMk/>
            <pc:sldMk cId="62438732" sldId="262"/>
            <ac:inkMk id="14" creationId="{783B7EF6-4462-8894-7E75-AC58C1D17013}"/>
          </ac:inkMkLst>
        </pc:inkChg>
        <pc:inkChg chg="add del mod">
          <ac:chgData name="Esraa Mohamed" userId="32a53f8955a3383c" providerId="LiveId" clId="{F10043CA-7E0C-4C5B-B8AD-80B51C33A480}" dt="2026-08-28T21:32:10.677" v="1184"/>
          <ac:inkMkLst>
            <pc:docMk/>
            <pc:sldMk cId="62438732" sldId="262"/>
            <ac:inkMk id="18" creationId="{5B34618C-0B62-2D46-782F-871417E9FA34}"/>
          </ac:inkMkLst>
        </pc:inkChg>
        <pc:inkChg chg="add del mod">
          <ac:chgData name="Esraa Mohamed" userId="32a53f8955a3383c" providerId="LiveId" clId="{F10043CA-7E0C-4C5B-B8AD-80B51C33A480}" dt="2026-08-28T21:32:10.677" v="1185"/>
          <ac:inkMkLst>
            <pc:docMk/>
            <pc:sldMk cId="62438732" sldId="262"/>
            <ac:inkMk id="19" creationId="{99117204-C222-4999-3A0C-DA9FD7210AB5}"/>
          </ac:inkMkLst>
        </pc:inkChg>
        <pc:inkChg chg="add del mod">
          <ac:chgData name="Esraa Mohamed" userId="32a53f8955a3383c" providerId="LiveId" clId="{F10043CA-7E0C-4C5B-B8AD-80B51C33A480}" dt="2026-08-28T21:32:10.677" v="1183"/>
          <ac:inkMkLst>
            <pc:docMk/>
            <pc:sldMk cId="62438732" sldId="262"/>
            <ac:inkMk id="21" creationId="{1DDE7F84-6627-C152-2294-B8BDDC171A00}"/>
          </ac:inkMkLst>
        </pc:inkChg>
        <pc:inkChg chg="add del mod">
          <ac:chgData name="Esraa Mohamed" userId="32a53f8955a3383c" providerId="LiveId" clId="{F10043CA-7E0C-4C5B-B8AD-80B51C33A480}" dt="2026-08-28T21:32:10.677" v="1182"/>
          <ac:inkMkLst>
            <pc:docMk/>
            <pc:sldMk cId="62438732" sldId="262"/>
            <ac:inkMk id="22" creationId="{267DDA3F-CC4B-3979-3B66-3920062E2156}"/>
          </ac:inkMkLst>
        </pc:inkChg>
        <pc:inkChg chg="add mod">
          <ac:chgData name="Esraa Mohamed" userId="32a53f8955a3383c" providerId="LiveId" clId="{F10043CA-7E0C-4C5B-B8AD-80B51C33A480}" dt="2026-08-28T21:32:10.677" v="1181"/>
          <ac:inkMkLst>
            <pc:docMk/>
            <pc:sldMk cId="62438732" sldId="262"/>
            <ac:inkMk id="24" creationId="{37B1E746-8910-C260-B4A2-B3365F9F55E9}"/>
          </ac:inkMkLst>
        </pc:inkChg>
        <pc:inkChg chg="add del mod">
          <ac:chgData name="Esraa Mohamed" userId="32a53f8955a3383c" providerId="LiveId" clId="{F10043CA-7E0C-4C5B-B8AD-80B51C33A480}" dt="2026-08-28T21:32:10.677" v="1181"/>
          <ac:inkMkLst>
            <pc:docMk/>
            <pc:sldMk cId="62438732" sldId="262"/>
            <ac:inkMk id="25" creationId="{2844914E-0A21-7DB4-8FBC-BD8B7E709DE7}"/>
          </ac:inkMkLst>
        </pc:inkChg>
        <pc:inkChg chg="add del">
          <ac:chgData name="Esraa Mohamed" userId="32a53f8955a3383c" providerId="LiveId" clId="{F10043CA-7E0C-4C5B-B8AD-80B51C33A480}" dt="2026-08-28T21:32:07.724" v="1171"/>
          <ac:inkMkLst>
            <pc:docMk/>
            <pc:sldMk cId="62438732" sldId="262"/>
            <ac:inkMk id="28" creationId="{97AA49BD-AD8F-8FFB-653A-6E3D3E982C40}"/>
          </ac:inkMkLst>
        </pc:inkChg>
        <pc:inkChg chg="add del mod">
          <ac:chgData name="Esraa Mohamed" userId="32a53f8955a3383c" providerId="LiveId" clId="{F10043CA-7E0C-4C5B-B8AD-80B51C33A480}" dt="2026-08-28T21:32:07.724" v="1176"/>
          <ac:inkMkLst>
            <pc:docMk/>
            <pc:sldMk cId="62438732" sldId="262"/>
            <ac:inkMk id="29" creationId="{59194CFA-376D-F059-7DAB-0721342DD059}"/>
          </ac:inkMkLst>
        </pc:inkChg>
        <pc:inkChg chg="add del mod">
          <ac:chgData name="Esraa Mohamed" userId="32a53f8955a3383c" providerId="LiveId" clId="{F10043CA-7E0C-4C5B-B8AD-80B51C33A480}" dt="2026-08-28T21:32:07.724" v="1172"/>
          <ac:inkMkLst>
            <pc:docMk/>
            <pc:sldMk cId="62438732" sldId="262"/>
            <ac:inkMk id="30" creationId="{D340415A-20B3-4CA0-E914-23DFEB107793}"/>
          </ac:inkMkLst>
        </pc:inkChg>
        <pc:inkChg chg="add del">
          <ac:chgData name="Esraa Mohamed" userId="32a53f8955a3383c" providerId="LiveId" clId="{F10043CA-7E0C-4C5B-B8AD-80B51C33A480}" dt="2026-08-28T21:32:07.724" v="1174"/>
          <ac:inkMkLst>
            <pc:docMk/>
            <pc:sldMk cId="62438732" sldId="262"/>
            <ac:inkMk id="33" creationId="{C41658A0-DE49-4639-A7A7-D80F7AF2A725}"/>
          </ac:inkMkLst>
        </pc:inkChg>
        <pc:inkChg chg="add del">
          <ac:chgData name="Esraa Mohamed" userId="32a53f8955a3383c" providerId="LiveId" clId="{F10043CA-7E0C-4C5B-B8AD-80B51C33A480}" dt="2026-08-28T21:32:07.724" v="1170"/>
          <ac:inkMkLst>
            <pc:docMk/>
            <pc:sldMk cId="62438732" sldId="262"/>
            <ac:inkMk id="35" creationId="{4D2A2230-32AE-3C8A-1E75-C2E38C887345}"/>
          </ac:inkMkLst>
        </pc:inkChg>
        <pc:inkChg chg="add del mod">
          <ac:chgData name="Esraa Mohamed" userId="32a53f8955a3383c" providerId="LiveId" clId="{F10043CA-7E0C-4C5B-B8AD-80B51C33A480}" dt="2026-08-28T21:32:07.724" v="1179"/>
          <ac:inkMkLst>
            <pc:docMk/>
            <pc:sldMk cId="62438732" sldId="262"/>
            <ac:inkMk id="36" creationId="{A6B7F518-9ACF-9F20-F9B4-ECCBC40991C0}"/>
          </ac:inkMkLst>
        </pc:inkChg>
        <pc:inkChg chg="add mod">
          <ac:chgData name="Esraa Mohamed" userId="32a53f8955a3383c" providerId="LiveId" clId="{F10043CA-7E0C-4C5B-B8AD-80B51C33A480}" dt="2026-08-28T21:32:07.724" v="1179"/>
          <ac:inkMkLst>
            <pc:docMk/>
            <pc:sldMk cId="62438732" sldId="262"/>
            <ac:inkMk id="37" creationId="{BE62E9AD-395C-B6F3-D29A-CC8CC8C75CCD}"/>
          </ac:inkMkLst>
        </pc:inkChg>
        <pc:inkChg chg="add del">
          <ac:chgData name="Esraa Mohamed" userId="32a53f8955a3383c" providerId="LiveId" clId="{F10043CA-7E0C-4C5B-B8AD-80B51C33A480}" dt="2026-08-28T21:32:07.724" v="1177"/>
          <ac:inkMkLst>
            <pc:docMk/>
            <pc:sldMk cId="62438732" sldId="262"/>
            <ac:inkMk id="40" creationId="{BA717FA8-B922-B4F6-64C7-DADADED1DCCD}"/>
          </ac:inkMkLst>
        </pc:inkChg>
        <pc:cxnChg chg="add">
          <ac:chgData name="Esraa Mohamed" userId="32a53f8955a3383c" providerId="LiveId" clId="{F10043CA-7E0C-4C5B-B8AD-80B51C33A480}" dt="2026-08-24T18:19:27.055" v="151" actId="26606"/>
          <ac:cxnSpMkLst>
            <pc:docMk/>
            <pc:sldMk cId="62438732" sldId="262"/>
            <ac:cxnSpMk id="17" creationId="{6CF1BAF6-AD41-4082-B212-8A1F9A2E8779}"/>
          </ac:cxnSpMkLst>
        </pc:cxnChg>
      </pc:sldChg>
      <pc:sldChg chg="addSp delSp modSp new mod ord setBg">
        <pc:chgData name="Esraa Mohamed" userId="32a53f8955a3383c" providerId="LiveId" clId="{F10043CA-7E0C-4C5B-B8AD-80B51C33A480}" dt="2026-08-28T21:32:24.565" v="1195"/>
        <pc:sldMkLst>
          <pc:docMk/>
          <pc:sldMk cId="832410980" sldId="263"/>
        </pc:sldMkLst>
        <pc:spChg chg="mod">
          <ac:chgData name="Esraa Mohamed" userId="32a53f8955a3383c" providerId="LiveId" clId="{F10043CA-7E0C-4C5B-B8AD-80B51C33A480}" dt="2026-08-24T18:06:51.824" v="86" actId="26606"/>
          <ac:spMkLst>
            <pc:docMk/>
            <pc:sldMk cId="832410980" sldId="263"/>
            <ac:spMk id="2" creationId="{0288BF11-DCC2-66FA-CB59-CDE164ACD03D}"/>
          </ac:spMkLst>
        </pc:spChg>
        <pc:spChg chg="mod">
          <ac:chgData name="Esraa Mohamed" userId="32a53f8955a3383c" providerId="LiveId" clId="{F10043CA-7E0C-4C5B-B8AD-80B51C33A480}" dt="2026-08-24T18:07:13.464" v="91" actId="20577"/>
          <ac:spMkLst>
            <pc:docMk/>
            <pc:sldMk cId="832410980" sldId="263"/>
            <ac:spMk id="3" creationId="{2E486257-5585-FD85-D9ED-57490478C95E}"/>
          </ac:spMkLst>
        </pc:spChg>
        <pc:spChg chg="add">
          <ac:chgData name="Esraa Mohamed" userId="32a53f8955a3383c" providerId="LiveId" clId="{F10043CA-7E0C-4C5B-B8AD-80B51C33A480}" dt="2026-08-24T18:06:51.824" v="86" actId="26606"/>
          <ac:spMkLst>
            <pc:docMk/>
            <pc:sldMk cId="832410980" sldId="263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24T18:06:51.824" v="86" actId="26606"/>
          <ac:spMkLst>
            <pc:docMk/>
            <pc:sldMk cId="832410980" sldId="263"/>
            <ac:spMk id="15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28T21:32:24.565" v="1192"/>
          <ac:grpSpMkLst>
            <pc:docMk/>
            <pc:sldMk cId="832410980" sldId="263"/>
            <ac:grpSpMk id="9" creationId="{5BC64E16-19CC-35F7-14BD-C6A518F1F48C}"/>
          </ac:grpSpMkLst>
        </pc:grpChg>
        <pc:grpChg chg="add">
          <ac:chgData name="Esraa Mohamed" userId="32a53f8955a3383c" providerId="LiveId" clId="{F10043CA-7E0C-4C5B-B8AD-80B51C33A480}" dt="2026-08-24T18:06:51.824" v="86" actId="26606"/>
          <ac:grpSpMkLst>
            <pc:docMk/>
            <pc:sldMk cId="832410980" sldId="263"/>
            <ac:grpSpMk id="10" creationId="{AE1C45F0-260A-458C-96ED-C1F6D2151219}"/>
          </ac:grpSpMkLst>
        </pc:grpChg>
        <pc:inkChg chg="add del">
          <ac:chgData name="Esraa Mohamed" userId="32a53f8955a3383c" providerId="LiveId" clId="{F10043CA-7E0C-4C5B-B8AD-80B51C33A480}" dt="2026-08-28T21:32:24.565" v="1193"/>
          <ac:inkMkLst>
            <pc:docMk/>
            <pc:sldMk cId="832410980" sldId="263"/>
            <ac:inkMk id="5" creationId="{BBF390AA-F185-9A1F-30EF-3FEAA5C1427D}"/>
          </ac:inkMkLst>
        </pc:inkChg>
        <pc:inkChg chg="add del mod">
          <ac:chgData name="Esraa Mohamed" userId="32a53f8955a3383c" providerId="LiveId" clId="{F10043CA-7E0C-4C5B-B8AD-80B51C33A480}" dt="2026-08-28T21:32:24.565" v="1192"/>
          <ac:inkMkLst>
            <pc:docMk/>
            <pc:sldMk cId="832410980" sldId="263"/>
            <ac:inkMk id="6" creationId="{C7AC4423-0E8C-BE3E-C477-3D52C6A8C44B}"/>
          </ac:inkMkLst>
        </pc:inkChg>
        <pc:inkChg chg="add del mod">
          <ac:chgData name="Esraa Mohamed" userId="32a53f8955a3383c" providerId="LiveId" clId="{F10043CA-7E0C-4C5B-B8AD-80B51C33A480}" dt="2026-08-28T21:32:24.565" v="1195"/>
          <ac:inkMkLst>
            <pc:docMk/>
            <pc:sldMk cId="832410980" sldId="263"/>
            <ac:inkMk id="7" creationId="{CDFCE3D0-16F4-237D-F614-2CEF31AE9823}"/>
          </ac:inkMkLst>
        </pc:inkChg>
        <pc:inkChg chg="add del">
          <ac:chgData name="Esraa Mohamed" userId="32a53f8955a3383c" providerId="LiveId" clId="{F10043CA-7E0C-4C5B-B8AD-80B51C33A480}" dt="2026-08-28T21:32:24.565" v="1194"/>
          <ac:inkMkLst>
            <pc:docMk/>
            <pc:sldMk cId="832410980" sldId="263"/>
            <ac:inkMk id="14" creationId="{37BCD9BA-6CC7-27F9-C38B-B6FD13ED013E}"/>
          </ac:inkMkLst>
        </pc:inkChg>
        <pc:cxnChg chg="add">
          <ac:chgData name="Esraa Mohamed" userId="32a53f8955a3383c" providerId="LiveId" clId="{F10043CA-7E0C-4C5B-B8AD-80B51C33A480}" dt="2026-08-24T18:06:51.824" v="86" actId="26606"/>
          <ac:cxnSpMkLst>
            <pc:docMk/>
            <pc:sldMk cId="832410980" sldId="263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28T21:32:54.580" v="1217"/>
        <pc:sldMkLst>
          <pc:docMk/>
          <pc:sldMk cId="2178230330" sldId="264"/>
        </pc:sldMkLst>
        <pc:spChg chg="mod">
          <ac:chgData name="Esraa Mohamed" userId="32a53f8955a3383c" providerId="LiveId" clId="{F10043CA-7E0C-4C5B-B8AD-80B51C33A480}" dt="2026-08-24T20:40:41.969" v="284" actId="26606"/>
          <ac:spMkLst>
            <pc:docMk/>
            <pc:sldMk cId="2178230330" sldId="264"/>
            <ac:spMk id="2" creationId="{7D743177-78E0-F7E5-238A-3B08B9C582A5}"/>
          </ac:spMkLst>
        </pc:spChg>
        <pc:spChg chg="mod">
          <ac:chgData name="Esraa Mohamed" userId="32a53f8955a3383c" providerId="LiveId" clId="{F10043CA-7E0C-4C5B-B8AD-80B51C33A480}" dt="2026-08-24T20:43:03.127" v="305" actId="20577"/>
          <ac:spMkLst>
            <pc:docMk/>
            <pc:sldMk cId="2178230330" sldId="264"/>
            <ac:spMk id="3" creationId="{E3C80F55-37BC-127D-D763-91C6CCCF5543}"/>
          </ac:spMkLst>
        </pc:spChg>
        <pc:spChg chg="add">
          <ac:chgData name="Esraa Mohamed" userId="32a53f8955a3383c" providerId="LiveId" clId="{F10043CA-7E0C-4C5B-B8AD-80B51C33A480}" dt="2026-08-24T20:40:41.969" v="284" actId="26606"/>
          <ac:spMkLst>
            <pc:docMk/>
            <pc:sldMk cId="2178230330" sldId="264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24T20:40:41.969" v="284" actId="26606"/>
          <ac:spMkLst>
            <pc:docMk/>
            <pc:sldMk cId="2178230330" sldId="264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24T20:40:41.969" v="284" actId="26606"/>
          <ac:grpSpMkLst>
            <pc:docMk/>
            <pc:sldMk cId="2178230330" sldId="264"/>
            <ac:grpSpMk id="10" creationId="{AE1C45F0-260A-458C-96ED-C1F6D2151219}"/>
          </ac:grpSpMkLst>
        </pc:grpChg>
        <pc:inkChg chg="add del">
          <ac:chgData name="Esraa Mohamed" userId="32a53f8955a3383c" providerId="LiveId" clId="{F10043CA-7E0C-4C5B-B8AD-80B51C33A480}" dt="2026-08-28T21:32:54.580" v="1215"/>
          <ac:inkMkLst>
            <pc:docMk/>
            <pc:sldMk cId="2178230330" sldId="264"/>
            <ac:inkMk id="4" creationId="{412633A6-831B-8D0D-F421-251F50E929C7}"/>
          </ac:inkMkLst>
        </pc:inkChg>
        <pc:inkChg chg="add del">
          <ac:chgData name="Esraa Mohamed" userId="32a53f8955a3383c" providerId="LiveId" clId="{F10043CA-7E0C-4C5B-B8AD-80B51C33A480}" dt="2026-08-28T21:32:54.580" v="1216"/>
          <ac:inkMkLst>
            <pc:docMk/>
            <pc:sldMk cId="2178230330" sldId="264"/>
            <ac:inkMk id="6" creationId="{0E9262E9-7725-A8BA-503C-B1AE2874D351}"/>
          </ac:inkMkLst>
        </pc:inkChg>
        <pc:inkChg chg="add del">
          <ac:chgData name="Esraa Mohamed" userId="32a53f8955a3383c" providerId="LiveId" clId="{F10043CA-7E0C-4C5B-B8AD-80B51C33A480}" dt="2026-08-28T21:32:54.580" v="1214"/>
          <ac:inkMkLst>
            <pc:docMk/>
            <pc:sldMk cId="2178230330" sldId="264"/>
            <ac:inkMk id="9" creationId="{F58DF900-4A03-46F2-174E-93140906731C}"/>
          </ac:inkMkLst>
        </pc:inkChg>
        <pc:inkChg chg="add del">
          <ac:chgData name="Esraa Mohamed" userId="32a53f8955a3383c" providerId="LiveId" clId="{F10043CA-7E0C-4C5B-B8AD-80B51C33A480}" dt="2026-08-28T21:32:54.580" v="1212"/>
          <ac:inkMkLst>
            <pc:docMk/>
            <pc:sldMk cId="2178230330" sldId="264"/>
            <ac:inkMk id="14" creationId="{0BC3ADDC-3FF3-7188-E5A2-D721F8E83F56}"/>
          </ac:inkMkLst>
        </pc:inkChg>
        <pc:inkChg chg="add del">
          <ac:chgData name="Esraa Mohamed" userId="32a53f8955a3383c" providerId="LiveId" clId="{F10043CA-7E0C-4C5B-B8AD-80B51C33A480}" dt="2026-08-28T21:32:54.580" v="1211"/>
          <ac:inkMkLst>
            <pc:docMk/>
            <pc:sldMk cId="2178230330" sldId="264"/>
            <ac:inkMk id="16" creationId="{45ADD3E7-A3E5-2000-D70B-A7DEBDA49CF8}"/>
          </ac:inkMkLst>
        </pc:inkChg>
        <pc:inkChg chg="add del">
          <ac:chgData name="Esraa Mohamed" userId="32a53f8955a3383c" providerId="LiveId" clId="{F10043CA-7E0C-4C5B-B8AD-80B51C33A480}" dt="2026-08-28T21:32:54.580" v="1217"/>
          <ac:inkMkLst>
            <pc:docMk/>
            <pc:sldMk cId="2178230330" sldId="264"/>
            <ac:inkMk id="18" creationId="{981E21B8-352A-1815-B112-954F6E99E71C}"/>
          </ac:inkMkLst>
        </pc:inkChg>
        <pc:inkChg chg="add del">
          <ac:chgData name="Esraa Mohamed" userId="32a53f8955a3383c" providerId="LiveId" clId="{F10043CA-7E0C-4C5B-B8AD-80B51C33A480}" dt="2026-08-28T21:32:54.580" v="1213"/>
          <ac:inkMkLst>
            <pc:docMk/>
            <pc:sldMk cId="2178230330" sldId="264"/>
            <ac:inkMk id="19" creationId="{B0B45538-AFEE-40ED-D064-191BB618F32E}"/>
          </ac:inkMkLst>
        </pc:inkChg>
        <pc:cxnChg chg="add">
          <ac:chgData name="Esraa Mohamed" userId="32a53f8955a3383c" providerId="LiveId" clId="{F10043CA-7E0C-4C5B-B8AD-80B51C33A480}" dt="2026-08-24T20:40:41.969" v="284" actId="26606"/>
          <ac:cxnSpMkLst>
            <pc:docMk/>
            <pc:sldMk cId="2178230330" sldId="264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28T21:33:00.965" v="1223"/>
        <pc:sldMkLst>
          <pc:docMk/>
          <pc:sldMk cId="3237458390" sldId="265"/>
        </pc:sldMkLst>
        <pc:spChg chg="mod">
          <ac:chgData name="Esraa Mohamed" userId="32a53f8955a3383c" providerId="LiveId" clId="{F10043CA-7E0C-4C5B-B8AD-80B51C33A480}" dt="2026-08-24T21:42:36.870" v="390" actId="26606"/>
          <ac:spMkLst>
            <pc:docMk/>
            <pc:sldMk cId="3237458390" sldId="265"/>
            <ac:spMk id="2" creationId="{F8ECCA06-3941-201E-D12F-72F40939C1F6}"/>
          </ac:spMkLst>
        </pc:spChg>
        <pc:spChg chg="mod">
          <ac:chgData name="Esraa Mohamed" userId="32a53f8955a3383c" providerId="LiveId" clId="{F10043CA-7E0C-4C5B-B8AD-80B51C33A480}" dt="2026-08-24T21:43:13.321" v="398" actId="14100"/>
          <ac:spMkLst>
            <pc:docMk/>
            <pc:sldMk cId="3237458390" sldId="265"/>
            <ac:spMk id="3" creationId="{7AA5FAA8-2CA8-DE66-7EBB-B85F3CB47F34}"/>
          </ac:spMkLst>
        </pc:spChg>
        <pc:spChg chg="add">
          <ac:chgData name="Esraa Mohamed" userId="32a53f8955a3383c" providerId="LiveId" clId="{F10043CA-7E0C-4C5B-B8AD-80B51C33A480}" dt="2026-08-24T21:42:36.870" v="390" actId="26606"/>
          <ac:spMkLst>
            <pc:docMk/>
            <pc:sldMk cId="3237458390" sldId="265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4T21:42:36.870" v="390" actId="26606"/>
          <ac:spMkLst>
            <pc:docMk/>
            <pc:sldMk cId="3237458390" sldId="265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4T21:42:36.870" v="390" actId="26606"/>
          <ac:spMkLst>
            <pc:docMk/>
            <pc:sldMk cId="3237458390" sldId="265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4T21:42:36.870" v="390" actId="26606"/>
          <ac:spMkLst>
            <pc:docMk/>
            <pc:sldMk cId="3237458390" sldId="265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24T21:42:36.870" v="390" actId="26606"/>
          <ac:picMkLst>
            <pc:docMk/>
            <pc:sldMk cId="3237458390" sldId="265"/>
            <ac:picMk id="5" creationId="{332BCC78-6281-56E8-89D6-4F5712FEFBDF}"/>
          </ac:picMkLst>
        </pc:picChg>
        <pc:inkChg chg="add del">
          <ac:chgData name="Esraa Mohamed" userId="32a53f8955a3383c" providerId="LiveId" clId="{F10043CA-7E0C-4C5B-B8AD-80B51C33A480}" dt="2026-08-28T21:33:00.965" v="1222"/>
          <ac:inkMkLst>
            <pc:docMk/>
            <pc:sldMk cId="3237458390" sldId="265"/>
            <ac:inkMk id="4" creationId="{C7A4B254-3F5F-3785-8370-F0687FBD5CC6}"/>
          </ac:inkMkLst>
        </pc:inkChg>
        <pc:inkChg chg="add del">
          <ac:chgData name="Esraa Mohamed" userId="32a53f8955a3383c" providerId="LiveId" clId="{F10043CA-7E0C-4C5B-B8AD-80B51C33A480}" dt="2026-08-28T21:33:00.965" v="1223"/>
          <ac:inkMkLst>
            <pc:docMk/>
            <pc:sldMk cId="3237458390" sldId="265"/>
            <ac:inkMk id="7" creationId="{3561C890-58AE-1890-7243-D684E4A4B0BC}"/>
          </ac:inkMkLst>
        </pc:inkChg>
        <pc:inkChg chg="add del">
          <ac:chgData name="Esraa Mohamed" userId="32a53f8955a3383c" providerId="LiveId" clId="{F10043CA-7E0C-4C5B-B8AD-80B51C33A480}" dt="2026-08-28T21:32:58.826" v="1221"/>
          <ac:inkMkLst>
            <pc:docMk/>
            <pc:sldMk cId="3237458390" sldId="265"/>
            <ac:inkMk id="8" creationId="{11C02C2E-9C24-6C44-2DBB-8E77B4B0187E}"/>
          </ac:inkMkLst>
        </pc:inkChg>
        <pc:inkChg chg="add del">
          <ac:chgData name="Esraa Mohamed" userId="32a53f8955a3383c" providerId="LiveId" clId="{F10043CA-7E0C-4C5B-B8AD-80B51C33A480}" dt="2026-08-28T21:32:58.826" v="1218"/>
          <ac:inkMkLst>
            <pc:docMk/>
            <pc:sldMk cId="3237458390" sldId="265"/>
            <ac:inkMk id="11" creationId="{18528D48-5ED1-8DD8-A59A-EA6888C7851C}"/>
          </ac:inkMkLst>
        </pc:inkChg>
        <pc:inkChg chg="add del">
          <ac:chgData name="Esraa Mohamed" userId="32a53f8955a3383c" providerId="LiveId" clId="{F10043CA-7E0C-4C5B-B8AD-80B51C33A480}" dt="2026-08-28T21:32:58.826" v="1220"/>
          <ac:inkMkLst>
            <pc:docMk/>
            <pc:sldMk cId="3237458390" sldId="265"/>
            <ac:inkMk id="13" creationId="{EE0D3352-F1F4-B19A-2FDB-88D481A4EB29}"/>
          </ac:inkMkLst>
        </pc:inkChg>
        <pc:inkChg chg="add del">
          <ac:chgData name="Esraa Mohamed" userId="32a53f8955a3383c" providerId="LiveId" clId="{F10043CA-7E0C-4C5B-B8AD-80B51C33A480}" dt="2026-08-28T21:32:58.826" v="1219"/>
          <ac:inkMkLst>
            <pc:docMk/>
            <pc:sldMk cId="3237458390" sldId="265"/>
            <ac:inkMk id="17" creationId="{89B20D85-BDA9-6644-5257-BB1E3198A2CE}"/>
          </ac:inkMkLst>
        </pc:inkChg>
      </pc:sldChg>
      <pc:sldChg chg="addSp delSp modSp new mod setBg">
        <pc:chgData name="Esraa Mohamed" userId="32a53f8955a3383c" providerId="LiveId" clId="{F10043CA-7E0C-4C5B-B8AD-80B51C33A480}" dt="2026-08-28T21:32:49.034" v="1210"/>
        <pc:sldMkLst>
          <pc:docMk/>
          <pc:sldMk cId="3473730919" sldId="268"/>
        </pc:sldMkLst>
        <pc:spChg chg="mod">
          <ac:chgData name="Esraa Mohamed" userId="32a53f8955a3383c" providerId="LiveId" clId="{F10043CA-7E0C-4C5B-B8AD-80B51C33A480}" dt="2026-08-24T20:40:19.878" v="282" actId="26606"/>
          <ac:spMkLst>
            <pc:docMk/>
            <pc:sldMk cId="3473730919" sldId="268"/>
            <ac:spMk id="2" creationId="{C680138C-D1C6-E495-EAC2-8BA0AAF2BE16}"/>
          </ac:spMkLst>
        </pc:spChg>
        <pc:spChg chg="mod">
          <ac:chgData name="Esraa Mohamed" userId="32a53f8955a3383c" providerId="LiveId" clId="{F10043CA-7E0C-4C5B-B8AD-80B51C33A480}" dt="2026-08-24T20:40:19.878" v="282" actId="26606"/>
          <ac:spMkLst>
            <pc:docMk/>
            <pc:sldMk cId="3473730919" sldId="268"/>
            <ac:spMk id="3" creationId="{DAC88526-FE28-020C-7948-FD576002B7DC}"/>
          </ac:spMkLst>
        </pc:spChg>
        <pc:spChg chg="add">
          <ac:chgData name="Esraa Mohamed" userId="32a53f8955a3383c" providerId="LiveId" clId="{F10043CA-7E0C-4C5B-B8AD-80B51C33A480}" dt="2026-08-24T20:40:19.878" v="282" actId="26606"/>
          <ac:spMkLst>
            <pc:docMk/>
            <pc:sldMk cId="3473730919" sldId="268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24T20:40:19.878" v="282" actId="26606"/>
          <ac:spMkLst>
            <pc:docMk/>
            <pc:sldMk cId="3473730919" sldId="268"/>
            <ac:spMk id="15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28T21:32:46.918" v="1199"/>
          <ac:grpSpMkLst>
            <pc:docMk/>
            <pc:sldMk cId="3473730919" sldId="268"/>
            <ac:grpSpMk id="7" creationId="{CF1AFCE2-0C5A-1C40-23AC-81D7496CDA19}"/>
          </ac:grpSpMkLst>
        </pc:grpChg>
        <pc:grpChg chg="add">
          <ac:chgData name="Esraa Mohamed" userId="32a53f8955a3383c" providerId="LiveId" clId="{F10043CA-7E0C-4C5B-B8AD-80B51C33A480}" dt="2026-08-24T20:40:19.878" v="282" actId="26606"/>
          <ac:grpSpMkLst>
            <pc:docMk/>
            <pc:sldMk cId="3473730919" sldId="268"/>
            <ac:grpSpMk id="10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8-28T21:32:49.034" v="1207"/>
          <ac:grpSpMkLst>
            <pc:docMk/>
            <pc:sldMk cId="3473730919" sldId="268"/>
            <ac:grpSpMk id="18" creationId="{A72972A7-1448-4332-5760-0681AAF7B424}"/>
          </ac:grpSpMkLst>
        </pc:grpChg>
        <pc:inkChg chg="add del">
          <ac:chgData name="Esraa Mohamed" userId="32a53f8955a3383c" providerId="LiveId" clId="{F10043CA-7E0C-4C5B-B8AD-80B51C33A480}" dt="2026-08-28T21:32:46.918" v="1205"/>
          <ac:inkMkLst>
            <pc:docMk/>
            <pc:sldMk cId="3473730919" sldId="268"/>
            <ac:inkMk id="4" creationId="{6FC41316-BEC2-9296-3B6A-628CFB07191E}"/>
          </ac:inkMkLst>
        </pc:inkChg>
        <pc:inkChg chg="add del mod">
          <ac:chgData name="Esraa Mohamed" userId="32a53f8955a3383c" providerId="LiveId" clId="{F10043CA-7E0C-4C5B-B8AD-80B51C33A480}" dt="2026-08-28T21:32:46.918" v="1202"/>
          <ac:inkMkLst>
            <pc:docMk/>
            <pc:sldMk cId="3473730919" sldId="268"/>
            <ac:inkMk id="5" creationId="{E2B0E5AA-03B5-3A04-8AEC-4A3534B91D39}"/>
          </ac:inkMkLst>
        </pc:inkChg>
        <pc:inkChg chg="add del mod">
          <ac:chgData name="Esraa Mohamed" userId="32a53f8955a3383c" providerId="LiveId" clId="{F10043CA-7E0C-4C5B-B8AD-80B51C33A480}" dt="2026-08-28T21:32:46.918" v="1199"/>
          <ac:inkMkLst>
            <pc:docMk/>
            <pc:sldMk cId="3473730919" sldId="268"/>
            <ac:inkMk id="6" creationId="{8439FFBD-7FA4-10DF-AEB2-A8E74334BBA0}"/>
          </ac:inkMkLst>
        </pc:inkChg>
        <pc:inkChg chg="add del">
          <ac:chgData name="Esraa Mohamed" userId="32a53f8955a3383c" providerId="LiveId" clId="{F10043CA-7E0C-4C5B-B8AD-80B51C33A480}" dt="2026-08-28T21:32:49.034" v="1209"/>
          <ac:inkMkLst>
            <pc:docMk/>
            <pc:sldMk cId="3473730919" sldId="268"/>
            <ac:inkMk id="9" creationId="{B3B609B2-1698-0166-8A32-8D20C9FE488E}"/>
          </ac:inkMkLst>
        </pc:inkChg>
        <pc:inkChg chg="add del mod">
          <ac:chgData name="Esraa Mohamed" userId="32a53f8955a3383c" providerId="LiveId" clId="{F10043CA-7E0C-4C5B-B8AD-80B51C33A480}" dt="2026-08-28T21:32:49.034" v="1208"/>
          <ac:inkMkLst>
            <pc:docMk/>
            <pc:sldMk cId="3473730919" sldId="268"/>
            <ac:inkMk id="14" creationId="{6099BA44-2910-7B91-A288-304CBEE7E8D7}"/>
          </ac:inkMkLst>
        </pc:inkChg>
        <pc:inkChg chg="add del mod">
          <ac:chgData name="Esraa Mohamed" userId="32a53f8955a3383c" providerId="LiveId" clId="{F10043CA-7E0C-4C5B-B8AD-80B51C33A480}" dt="2026-08-28T21:32:49.034" v="1207"/>
          <ac:inkMkLst>
            <pc:docMk/>
            <pc:sldMk cId="3473730919" sldId="268"/>
            <ac:inkMk id="16" creationId="{32FE043D-E402-82D8-EACB-BF03EF1609A5}"/>
          </ac:inkMkLst>
        </pc:inkChg>
        <pc:inkChg chg="add del">
          <ac:chgData name="Esraa Mohamed" userId="32a53f8955a3383c" providerId="LiveId" clId="{F10043CA-7E0C-4C5B-B8AD-80B51C33A480}" dt="2026-08-28T21:32:46.918" v="1201"/>
          <ac:inkMkLst>
            <pc:docMk/>
            <pc:sldMk cId="3473730919" sldId="268"/>
            <ac:inkMk id="19" creationId="{885C15EE-EDAD-4E9D-B693-849C4BEC600C}"/>
          </ac:inkMkLst>
        </pc:inkChg>
        <pc:inkChg chg="add del">
          <ac:chgData name="Esraa Mohamed" userId="32a53f8955a3383c" providerId="LiveId" clId="{F10043CA-7E0C-4C5B-B8AD-80B51C33A480}" dt="2026-08-28T21:32:46.918" v="1198"/>
          <ac:inkMkLst>
            <pc:docMk/>
            <pc:sldMk cId="3473730919" sldId="268"/>
            <ac:inkMk id="20" creationId="{BC2E8163-CB5E-D09E-FD7F-989CEE9FE0BB}"/>
          </ac:inkMkLst>
        </pc:inkChg>
        <pc:inkChg chg="add del mod">
          <ac:chgData name="Esraa Mohamed" userId="32a53f8955a3383c" providerId="LiveId" clId="{F10043CA-7E0C-4C5B-B8AD-80B51C33A480}" dt="2026-08-28T21:32:46.918" v="1203"/>
          <ac:inkMkLst>
            <pc:docMk/>
            <pc:sldMk cId="3473730919" sldId="268"/>
            <ac:inkMk id="22" creationId="{6BAD5B96-C38D-D923-AD0D-7AE5C7EF9DE3}"/>
          </ac:inkMkLst>
        </pc:inkChg>
        <pc:inkChg chg="add del">
          <ac:chgData name="Esraa Mohamed" userId="32a53f8955a3383c" providerId="LiveId" clId="{F10043CA-7E0C-4C5B-B8AD-80B51C33A480}" dt="2026-08-28T21:32:46.918" v="1200"/>
          <ac:inkMkLst>
            <pc:docMk/>
            <pc:sldMk cId="3473730919" sldId="268"/>
            <ac:inkMk id="23" creationId="{635B82DF-0324-6F30-3A37-3B70240ED2DB}"/>
          </ac:inkMkLst>
        </pc:inkChg>
        <pc:inkChg chg="add del">
          <ac:chgData name="Esraa Mohamed" userId="32a53f8955a3383c" providerId="LiveId" clId="{F10043CA-7E0C-4C5B-B8AD-80B51C33A480}" dt="2026-08-28T21:32:46.918" v="1204"/>
          <ac:inkMkLst>
            <pc:docMk/>
            <pc:sldMk cId="3473730919" sldId="268"/>
            <ac:inkMk id="24" creationId="{D2580B3C-719E-259B-14F9-6FD47B03F1BC}"/>
          </ac:inkMkLst>
        </pc:inkChg>
        <pc:inkChg chg="add del">
          <ac:chgData name="Esraa Mohamed" userId="32a53f8955a3383c" providerId="LiveId" clId="{F10043CA-7E0C-4C5B-B8AD-80B51C33A480}" dt="2026-08-28T21:32:49.034" v="1206"/>
          <ac:inkMkLst>
            <pc:docMk/>
            <pc:sldMk cId="3473730919" sldId="268"/>
            <ac:inkMk id="26" creationId="{6A9C0168-A17F-89EC-E5B4-5D675F90F601}"/>
          </ac:inkMkLst>
        </pc:inkChg>
        <pc:inkChg chg="add del">
          <ac:chgData name="Esraa Mohamed" userId="32a53f8955a3383c" providerId="LiveId" clId="{F10043CA-7E0C-4C5B-B8AD-80B51C33A480}" dt="2026-08-28T21:32:49.034" v="1210"/>
          <ac:inkMkLst>
            <pc:docMk/>
            <pc:sldMk cId="3473730919" sldId="268"/>
            <ac:inkMk id="27" creationId="{D8E9085B-7590-621F-8AD9-D24C0181B995}"/>
          </ac:inkMkLst>
        </pc:inkChg>
        <pc:cxnChg chg="add">
          <ac:chgData name="Esraa Mohamed" userId="32a53f8955a3383c" providerId="LiveId" clId="{F10043CA-7E0C-4C5B-B8AD-80B51C33A480}" dt="2026-08-24T20:40:19.878" v="282" actId="26606"/>
          <ac:cxnSpMkLst>
            <pc:docMk/>
            <pc:sldMk cId="3473730919" sldId="268"/>
            <ac:cxnSpMk id="17" creationId="{6CF1BAF6-AD41-4082-B212-8A1F9A2E8779}"/>
          </ac:cxnSpMkLst>
        </pc:cxnChg>
      </pc:sldChg>
      <pc:sldChg chg="addSp delSp modSp new mod ord setBg">
        <pc:chgData name="Esraa Mohamed" userId="32a53f8955a3383c" providerId="LiveId" clId="{F10043CA-7E0C-4C5B-B8AD-80B51C33A480}" dt="2026-08-25T08:11:22.063" v="938" actId="9405"/>
        <pc:sldMkLst>
          <pc:docMk/>
          <pc:sldMk cId="3988818143" sldId="269"/>
        </pc:sldMkLst>
        <pc:spChg chg="mod">
          <ac:chgData name="Esraa Mohamed" userId="32a53f8955a3383c" providerId="LiveId" clId="{F10043CA-7E0C-4C5B-B8AD-80B51C33A480}" dt="2026-08-24T20:40:28.644" v="283" actId="26606"/>
          <ac:spMkLst>
            <pc:docMk/>
            <pc:sldMk cId="3988818143" sldId="269"/>
            <ac:spMk id="2" creationId="{5F797256-200F-0095-9671-787D5507ACBB}"/>
          </ac:spMkLst>
        </pc:spChg>
        <pc:spChg chg="mod">
          <ac:chgData name="Esraa Mohamed" userId="32a53f8955a3383c" providerId="LiveId" clId="{F10043CA-7E0C-4C5B-B8AD-80B51C33A480}" dt="2026-08-25T08:10:41.839" v="929" actId="20577"/>
          <ac:spMkLst>
            <pc:docMk/>
            <pc:sldMk cId="3988818143" sldId="269"/>
            <ac:spMk id="3" creationId="{61A4B91B-7889-0110-6E05-59DAA6DB6427}"/>
          </ac:spMkLst>
        </pc:spChg>
        <pc:spChg chg="add">
          <ac:chgData name="Esraa Mohamed" userId="32a53f8955a3383c" providerId="LiveId" clId="{F10043CA-7E0C-4C5B-B8AD-80B51C33A480}" dt="2026-08-24T20:40:28.644" v="283" actId="26606"/>
          <ac:spMkLst>
            <pc:docMk/>
            <pc:sldMk cId="3988818143" sldId="269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4T20:40:28.644" v="283" actId="26606"/>
          <ac:spMkLst>
            <pc:docMk/>
            <pc:sldMk cId="3988818143" sldId="269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4T20:40:28.644" v="283" actId="26606"/>
          <ac:spMkLst>
            <pc:docMk/>
            <pc:sldMk cId="3988818143" sldId="269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4T20:40:28.644" v="283" actId="26606"/>
          <ac:spMkLst>
            <pc:docMk/>
            <pc:sldMk cId="3988818143" sldId="269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24T20:40:28.644" v="283" actId="26606"/>
          <ac:picMkLst>
            <pc:docMk/>
            <pc:sldMk cId="3988818143" sldId="269"/>
            <ac:picMk id="5" creationId="{5E04225C-6860-6C24-5B34-11DFAD1FA5CC}"/>
          </ac:picMkLst>
        </pc:picChg>
        <pc:inkChg chg="add">
          <ac:chgData name="Esraa Mohamed" userId="32a53f8955a3383c" providerId="LiveId" clId="{F10043CA-7E0C-4C5B-B8AD-80B51C33A480}" dt="2026-08-25T08:11:00.423" v="931"/>
          <ac:inkMkLst>
            <pc:docMk/>
            <pc:sldMk cId="3988818143" sldId="269"/>
            <ac:inkMk id="6" creationId="{2B1F5E17-6328-2423-DA61-D8333C93F22B}"/>
          </ac:inkMkLst>
        </pc:inkChg>
        <pc:inkChg chg="add">
          <ac:chgData name="Esraa Mohamed" userId="32a53f8955a3383c" providerId="LiveId" clId="{F10043CA-7E0C-4C5B-B8AD-80B51C33A480}" dt="2026-08-25T08:11:02.386" v="932" actId="9405"/>
          <ac:inkMkLst>
            <pc:docMk/>
            <pc:sldMk cId="3988818143" sldId="269"/>
            <ac:inkMk id="7" creationId="{E74BDCA1-3C20-8593-BF77-73068F2187F0}"/>
          </ac:inkMkLst>
        </pc:inkChg>
        <pc:inkChg chg="add">
          <ac:chgData name="Esraa Mohamed" userId="32a53f8955a3383c" providerId="LiveId" clId="{F10043CA-7E0C-4C5B-B8AD-80B51C33A480}" dt="2026-08-25T08:11:09.536" v="934"/>
          <ac:inkMkLst>
            <pc:docMk/>
            <pc:sldMk cId="3988818143" sldId="269"/>
            <ac:inkMk id="9" creationId="{B6549815-FF92-E9AA-8F49-9F51DF76DDB7}"/>
          </ac:inkMkLst>
        </pc:inkChg>
        <pc:inkChg chg="add">
          <ac:chgData name="Esraa Mohamed" userId="32a53f8955a3383c" providerId="LiveId" clId="{F10043CA-7E0C-4C5B-B8AD-80B51C33A480}" dt="2026-08-25T08:11:10.869" v="935" actId="9405"/>
          <ac:inkMkLst>
            <pc:docMk/>
            <pc:sldMk cId="3988818143" sldId="269"/>
            <ac:inkMk id="11" creationId="{EB6A3BF8-08F3-459B-E9A4-8079945212BF}"/>
          </ac:inkMkLst>
        </pc:inkChg>
        <pc:inkChg chg="add">
          <ac:chgData name="Esraa Mohamed" userId="32a53f8955a3383c" providerId="LiveId" clId="{F10043CA-7E0C-4C5B-B8AD-80B51C33A480}" dt="2026-08-25T08:11:14.823" v="936" actId="9405"/>
          <ac:inkMkLst>
            <pc:docMk/>
            <pc:sldMk cId="3988818143" sldId="269"/>
            <ac:inkMk id="13" creationId="{DF82F4AD-86FF-AE43-580E-A86FBF95F19F}"/>
          </ac:inkMkLst>
        </pc:inkChg>
        <pc:inkChg chg="add">
          <ac:chgData name="Esraa Mohamed" userId="32a53f8955a3383c" providerId="LiveId" clId="{F10043CA-7E0C-4C5B-B8AD-80B51C33A480}" dt="2026-08-25T08:11:18.569" v="937" actId="9405"/>
          <ac:inkMkLst>
            <pc:docMk/>
            <pc:sldMk cId="3988818143" sldId="269"/>
            <ac:inkMk id="15" creationId="{BEA1CD90-25D5-13A0-8E58-45E916E90384}"/>
          </ac:inkMkLst>
        </pc:inkChg>
        <pc:inkChg chg="add">
          <ac:chgData name="Esraa Mohamed" userId="32a53f8955a3383c" providerId="LiveId" clId="{F10043CA-7E0C-4C5B-B8AD-80B51C33A480}" dt="2026-08-25T08:11:22.063" v="938" actId="9405"/>
          <ac:inkMkLst>
            <pc:docMk/>
            <pc:sldMk cId="3988818143" sldId="269"/>
            <ac:inkMk id="17" creationId="{104EF0F9-5FDC-375E-F892-7019B27963D5}"/>
          </ac:inkMkLst>
        </pc:inkChg>
      </pc:sldChg>
      <pc:sldChg chg="addSp delSp modSp new mod ord">
        <pc:chgData name="Esraa Mohamed" userId="32a53f8955a3383c" providerId="LiveId" clId="{F10043CA-7E0C-4C5B-B8AD-80B51C33A480}" dt="2026-08-25T09:55:53.277" v="1144" actId="9405"/>
        <pc:sldMkLst>
          <pc:docMk/>
          <pc:sldMk cId="3589685647" sldId="270"/>
        </pc:sldMkLst>
        <pc:picChg chg="add">
          <ac:chgData name="Esraa Mohamed" userId="32a53f8955a3383c" providerId="LiveId" clId="{F10043CA-7E0C-4C5B-B8AD-80B51C33A480}" dt="2026-08-24T18:33:52.227" v="172" actId="22"/>
          <ac:picMkLst>
            <pc:docMk/>
            <pc:sldMk cId="3589685647" sldId="270"/>
            <ac:picMk id="3" creationId="{3FC7C3A7-5BB6-0C87-EA1B-17CF5CD73A0A}"/>
          </ac:picMkLst>
        </pc:picChg>
        <pc:inkChg chg="add">
          <ac:chgData name="Esraa Mohamed" userId="32a53f8955a3383c" providerId="LiveId" clId="{F10043CA-7E0C-4C5B-B8AD-80B51C33A480}" dt="2026-08-25T09:55:46.523" v="1143" actId="9405"/>
          <ac:inkMkLst>
            <pc:docMk/>
            <pc:sldMk cId="3589685647" sldId="270"/>
            <ac:inkMk id="20" creationId="{23BA3FDA-4373-70F0-C666-1ED8D3B23FDE}"/>
          </ac:inkMkLst>
        </pc:inkChg>
        <pc:inkChg chg="add">
          <ac:chgData name="Esraa Mohamed" userId="32a53f8955a3383c" providerId="LiveId" clId="{F10043CA-7E0C-4C5B-B8AD-80B51C33A480}" dt="2026-08-25T09:55:53.277" v="1144" actId="9405"/>
          <ac:inkMkLst>
            <pc:docMk/>
            <pc:sldMk cId="3589685647" sldId="270"/>
            <ac:inkMk id="21" creationId="{66C5C059-DF54-3FCA-7EAC-AAA45092C44C}"/>
          </ac:inkMkLst>
        </pc:inkChg>
      </pc:sldChg>
      <pc:sldChg chg="addSp delSp modSp new mod">
        <pc:chgData name="Esraa Mohamed" userId="32a53f8955a3383c" providerId="LiveId" clId="{F10043CA-7E0C-4C5B-B8AD-80B51C33A480}" dt="2026-08-28T21:32:16.043" v="1191"/>
        <pc:sldMkLst>
          <pc:docMk/>
          <pc:sldMk cId="1263458396" sldId="271"/>
        </pc:sldMkLst>
        <pc:grpChg chg="del mod">
          <ac:chgData name="Esraa Mohamed" userId="32a53f8955a3383c" providerId="LiveId" clId="{F10043CA-7E0C-4C5B-B8AD-80B51C33A480}" dt="2026-08-28T21:32:16.043" v="1188"/>
          <ac:grpSpMkLst>
            <pc:docMk/>
            <pc:sldMk cId="1263458396" sldId="271"/>
            <ac:grpSpMk id="13" creationId="{DE69BD54-3D71-C125-A5E0-05DA5592C1B6}"/>
          </ac:grpSpMkLst>
        </pc:grpChg>
        <pc:picChg chg="add">
          <ac:chgData name="Esraa Mohamed" userId="32a53f8955a3383c" providerId="LiveId" clId="{F10043CA-7E0C-4C5B-B8AD-80B51C33A480}" dt="2026-08-24T19:19:44.441" v="179" actId="22"/>
          <ac:picMkLst>
            <pc:docMk/>
            <pc:sldMk cId="1263458396" sldId="271"/>
            <ac:picMk id="3" creationId="{FF818624-4278-EDD7-12EC-F14B106F93C1}"/>
          </ac:picMkLst>
        </pc:picChg>
        <pc:inkChg chg="add del">
          <ac:chgData name="Esraa Mohamed" userId="32a53f8955a3383c" providerId="LiveId" clId="{F10043CA-7E0C-4C5B-B8AD-80B51C33A480}" dt="2026-08-28T21:32:16.043" v="1186"/>
          <ac:inkMkLst>
            <pc:docMk/>
            <pc:sldMk cId="1263458396" sldId="271"/>
            <ac:inkMk id="2" creationId="{28D9845A-8BD8-F8D5-8E33-A41774727539}"/>
          </ac:inkMkLst>
        </pc:inkChg>
        <pc:inkChg chg="add">
          <ac:chgData name="Esraa Mohamed" userId="32a53f8955a3383c" providerId="LiveId" clId="{F10043CA-7E0C-4C5B-B8AD-80B51C33A480}" dt="2026-08-25T08:04:32.006" v="907"/>
          <ac:inkMkLst>
            <pc:docMk/>
            <pc:sldMk cId="1263458396" sldId="271"/>
            <ac:inkMk id="5" creationId="{0E2FBA12-FD93-56E2-2D3C-90D9CDB164D7}"/>
          </ac:inkMkLst>
        </pc:inkChg>
        <pc:inkChg chg="add">
          <ac:chgData name="Esraa Mohamed" userId="32a53f8955a3383c" providerId="LiveId" clId="{F10043CA-7E0C-4C5B-B8AD-80B51C33A480}" dt="2026-08-25T08:04:35.462" v="908" actId="9405"/>
          <ac:inkMkLst>
            <pc:docMk/>
            <pc:sldMk cId="1263458396" sldId="271"/>
            <ac:inkMk id="6" creationId="{1EA3377E-AA3A-55CD-48AE-F92626AC1C7F}"/>
          </ac:inkMkLst>
        </pc:inkChg>
        <pc:inkChg chg="add del">
          <ac:chgData name="Esraa Mohamed" userId="32a53f8955a3383c" providerId="LiveId" clId="{F10043CA-7E0C-4C5B-B8AD-80B51C33A480}" dt="2026-08-28T21:32:16.043" v="1190"/>
          <ac:inkMkLst>
            <pc:docMk/>
            <pc:sldMk cId="1263458396" sldId="271"/>
            <ac:inkMk id="7" creationId="{76341A40-13CD-D61A-F01B-934ABF5C54C7}"/>
          </ac:inkMkLst>
        </pc:inkChg>
        <pc:inkChg chg="add del">
          <ac:chgData name="Esraa Mohamed" userId="32a53f8955a3383c" providerId="LiveId" clId="{F10043CA-7E0C-4C5B-B8AD-80B51C33A480}" dt="2026-08-28T21:32:16.043" v="1191"/>
          <ac:inkMkLst>
            <pc:docMk/>
            <pc:sldMk cId="1263458396" sldId="271"/>
            <ac:inkMk id="8" creationId="{0C6B7A96-108F-7336-C7B1-91C9C10559F9}"/>
          </ac:inkMkLst>
        </pc:inkChg>
        <pc:inkChg chg="add del mod">
          <ac:chgData name="Esraa Mohamed" userId="32a53f8955a3383c" providerId="LiveId" clId="{F10043CA-7E0C-4C5B-B8AD-80B51C33A480}" dt="2026-08-28T21:32:16.043" v="1189"/>
          <ac:inkMkLst>
            <pc:docMk/>
            <pc:sldMk cId="1263458396" sldId="271"/>
            <ac:inkMk id="9" creationId="{A5909D8D-4902-79F7-1D87-BAAE3AE37F27}"/>
          </ac:inkMkLst>
        </pc:inkChg>
        <pc:inkChg chg="add del mod">
          <ac:chgData name="Esraa Mohamed" userId="32a53f8955a3383c" providerId="LiveId" clId="{F10043CA-7E0C-4C5B-B8AD-80B51C33A480}" dt="2026-08-28T21:32:16.043" v="1188"/>
          <ac:inkMkLst>
            <pc:docMk/>
            <pc:sldMk cId="1263458396" sldId="271"/>
            <ac:inkMk id="10" creationId="{314EC72F-7BD6-C801-3C81-A14CCF504BF1}"/>
          </ac:inkMkLst>
        </pc:inkChg>
        <pc:inkChg chg="add del mod">
          <ac:chgData name="Esraa Mohamed" userId="32a53f8955a3383c" providerId="LiveId" clId="{F10043CA-7E0C-4C5B-B8AD-80B51C33A480}" dt="2026-08-28T21:32:16.043" v="1187"/>
          <ac:inkMkLst>
            <pc:docMk/>
            <pc:sldMk cId="1263458396" sldId="271"/>
            <ac:inkMk id="12" creationId="{E743A7C8-ADBF-2D70-5BAC-AC74FD2A4EEA}"/>
          </ac:inkMkLst>
        </pc:inkChg>
      </pc:sldChg>
      <pc:sldChg chg="addSp delSp modSp new mod">
        <pc:chgData name="Esraa Mohamed" userId="32a53f8955a3383c" providerId="LiveId" clId="{F10043CA-7E0C-4C5B-B8AD-80B51C33A480}" dt="2026-08-28T21:32:36.590" v="1197"/>
        <pc:sldMkLst>
          <pc:docMk/>
          <pc:sldMk cId="422199452" sldId="272"/>
        </pc:sldMkLst>
        <pc:picChg chg="add">
          <ac:chgData name="Esraa Mohamed" userId="32a53f8955a3383c" providerId="LiveId" clId="{F10043CA-7E0C-4C5B-B8AD-80B51C33A480}" dt="2026-08-24T19:20:07.451" v="181" actId="22"/>
          <ac:picMkLst>
            <pc:docMk/>
            <pc:sldMk cId="422199452" sldId="272"/>
            <ac:picMk id="3" creationId="{E054C20A-6A6A-3DF8-B2D3-5F58A40AD4D8}"/>
          </ac:picMkLst>
        </pc:picChg>
        <pc:inkChg chg="add">
          <ac:chgData name="Esraa Mohamed" userId="32a53f8955a3383c" providerId="LiveId" clId="{F10043CA-7E0C-4C5B-B8AD-80B51C33A480}" dt="2026-08-25T08:05:38.293" v="916" actId="9405"/>
          <ac:inkMkLst>
            <pc:docMk/>
            <pc:sldMk cId="422199452" sldId="272"/>
            <ac:inkMk id="2" creationId="{EFC16439-7869-FDBA-0658-B82AFF58BF6C}"/>
          </ac:inkMkLst>
        </pc:inkChg>
        <pc:inkChg chg="add">
          <ac:chgData name="Esraa Mohamed" userId="32a53f8955a3383c" providerId="LiveId" clId="{F10043CA-7E0C-4C5B-B8AD-80B51C33A480}" dt="2026-08-25T08:06:32.395" v="918"/>
          <ac:inkMkLst>
            <pc:docMk/>
            <pc:sldMk cId="422199452" sldId="272"/>
            <ac:inkMk id="5" creationId="{D8CB598A-A972-0CFF-7BEE-BF31653B58C4}"/>
          </ac:inkMkLst>
        </pc:inkChg>
        <pc:inkChg chg="add">
          <ac:chgData name="Esraa Mohamed" userId="32a53f8955a3383c" providerId="LiveId" clId="{F10043CA-7E0C-4C5B-B8AD-80B51C33A480}" dt="2026-08-25T08:06:34.887" v="920"/>
          <ac:inkMkLst>
            <pc:docMk/>
            <pc:sldMk cId="422199452" sldId="272"/>
            <ac:inkMk id="7" creationId="{887DA4EE-15BC-598A-DE40-30F508B2BE4B}"/>
          </ac:inkMkLst>
        </pc:inkChg>
        <pc:inkChg chg="add">
          <ac:chgData name="Esraa Mohamed" userId="32a53f8955a3383c" providerId="LiveId" clId="{F10043CA-7E0C-4C5B-B8AD-80B51C33A480}" dt="2026-08-25T08:06:36.186" v="921" actId="9405"/>
          <ac:inkMkLst>
            <pc:docMk/>
            <pc:sldMk cId="422199452" sldId="272"/>
            <ac:inkMk id="8" creationId="{B7BA13BB-D856-38E2-A4C5-8158775E9E9E}"/>
          </ac:inkMkLst>
        </pc:inkChg>
        <pc:inkChg chg="add del">
          <ac:chgData name="Esraa Mohamed" userId="32a53f8955a3383c" providerId="LiveId" clId="{F10043CA-7E0C-4C5B-B8AD-80B51C33A480}" dt="2026-08-28T21:32:36.575" v="1196"/>
          <ac:inkMkLst>
            <pc:docMk/>
            <pc:sldMk cId="422199452" sldId="272"/>
            <ac:inkMk id="10" creationId="{29744790-F798-E146-EF05-7EB6E31729FD}"/>
          </ac:inkMkLst>
        </pc:inkChg>
        <pc:inkChg chg="add del">
          <ac:chgData name="Esraa Mohamed" userId="32a53f8955a3383c" providerId="LiveId" clId="{F10043CA-7E0C-4C5B-B8AD-80B51C33A480}" dt="2026-08-28T21:32:36.590" v="1197"/>
          <ac:inkMkLst>
            <pc:docMk/>
            <pc:sldMk cId="422199452" sldId="272"/>
            <ac:inkMk id="11" creationId="{91719F0D-C2FD-2A04-62DF-3F862909C0F5}"/>
          </ac:inkMkLst>
        </pc:inkChg>
        <pc:inkChg chg="add mod">
          <ac:chgData name="Esraa Mohamed" userId="32a53f8955a3383c" providerId="LiveId" clId="{F10043CA-7E0C-4C5B-B8AD-80B51C33A480}" dt="2026-08-25T08:07:29.802" v="927"/>
          <ac:inkMkLst>
            <pc:docMk/>
            <pc:sldMk cId="422199452" sldId="272"/>
            <ac:inkMk id="13" creationId="{12ADD538-E47D-A6E3-2AC1-E626ACC0DD73}"/>
          </ac:inkMkLst>
        </pc:inkChg>
        <pc:inkChg chg="add">
          <ac:chgData name="Esraa Mohamed" userId="32a53f8955a3383c" providerId="LiveId" clId="{F10043CA-7E0C-4C5B-B8AD-80B51C33A480}" dt="2026-08-25T08:07:58.839" v="928" actId="9405"/>
          <ac:inkMkLst>
            <pc:docMk/>
            <pc:sldMk cId="422199452" sldId="272"/>
            <ac:inkMk id="14" creationId="{6861358C-F8CC-7894-4E4A-A1513CA4CA3D}"/>
          </ac:inkMkLst>
        </pc:inkChg>
      </pc:sldChg>
      <pc:sldChg chg="addSp delSp modSp new mod setBg">
        <pc:chgData name="Esraa Mohamed" userId="32a53f8955a3383c" providerId="LiveId" clId="{F10043CA-7E0C-4C5B-B8AD-80B51C33A480}" dt="2026-08-25T09:05:48.235" v="997"/>
        <pc:sldMkLst>
          <pc:docMk/>
          <pc:sldMk cId="1840429602" sldId="273"/>
        </pc:sldMkLst>
        <pc:spChg chg="mod">
          <ac:chgData name="Esraa Mohamed" userId="32a53f8955a3383c" providerId="LiveId" clId="{F10043CA-7E0C-4C5B-B8AD-80B51C33A480}" dt="2026-08-24T23:21:22.920" v="482" actId="26606"/>
          <ac:spMkLst>
            <pc:docMk/>
            <pc:sldMk cId="1840429602" sldId="273"/>
            <ac:spMk id="2" creationId="{8596E5E4-7647-9FA6-309F-7C3CEF75D7C5}"/>
          </ac:spMkLst>
        </pc:spChg>
        <pc:spChg chg="add mod">
          <ac:chgData name="Esraa Mohamed" userId="32a53f8955a3383c" providerId="LiveId" clId="{F10043CA-7E0C-4C5B-B8AD-80B51C33A480}" dt="2026-08-24T23:21:29.424" v="483" actId="14100"/>
          <ac:spMkLst>
            <pc:docMk/>
            <pc:sldMk cId="1840429602" sldId="273"/>
            <ac:spMk id="16" creationId="{6781D3F1-1969-90BC-FC3C-199680D42C8E}"/>
          </ac:spMkLst>
        </pc:spChg>
        <pc:spChg chg="add">
          <ac:chgData name="Esraa Mohamed" userId="32a53f8955a3383c" providerId="LiveId" clId="{F10043CA-7E0C-4C5B-B8AD-80B51C33A480}" dt="2026-08-24T23:21:22.920" v="482" actId="26606"/>
          <ac:spMkLst>
            <pc:docMk/>
            <pc:sldMk cId="1840429602" sldId="273"/>
            <ac:spMk id="22" creationId="{058A14AF-9FB5-4CC7-BA35-E8E85D3EDF0E}"/>
          </ac:spMkLst>
        </pc:spChg>
        <pc:spChg chg="add">
          <ac:chgData name="Esraa Mohamed" userId="32a53f8955a3383c" providerId="LiveId" clId="{F10043CA-7E0C-4C5B-B8AD-80B51C33A480}" dt="2026-08-24T23:21:22.920" v="482" actId="26606"/>
          <ac:spMkLst>
            <pc:docMk/>
            <pc:sldMk cId="1840429602" sldId="273"/>
            <ac:spMk id="24" creationId="{3A9A4357-BD1D-4622-A4FE-766E6AB8DE84}"/>
          </ac:spMkLst>
        </pc:spChg>
        <pc:spChg chg="add">
          <ac:chgData name="Esraa Mohamed" userId="32a53f8955a3383c" providerId="LiveId" clId="{F10043CA-7E0C-4C5B-B8AD-80B51C33A480}" dt="2026-08-24T23:21:22.920" v="482" actId="26606"/>
          <ac:spMkLst>
            <pc:docMk/>
            <pc:sldMk cId="1840429602" sldId="273"/>
            <ac:spMk id="26" creationId="{E659831F-0D9A-4C63-9EBB-8435B85A440F}"/>
          </ac:spMkLst>
        </pc:spChg>
        <pc:spChg chg="add">
          <ac:chgData name="Esraa Mohamed" userId="32a53f8955a3383c" providerId="LiveId" clId="{F10043CA-7E0C-4C5B-B8AD-80B51C33A480}" dt="2026-08-24T23:21:22.920" v="482" actId="26606"/>
          <ac:spMkLst>
            <pc:docMk/>
            <pc:sldMk cId="1840429602" sldId="273"/>
            <ac:spMk id="28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24T23:21:22.920" v="482" actId="26606"/>
          <ac:picMkLst>
            <pc:docMk/>
            <pc:sldMk cId="1840429602" sldId="273"/>
            <ac:picMk id="7" creationId="{955D16F8-50C8-D6C2-86A2-66BE9063B8D7}"/>
          </ac:picMkLst>
        </pc:picChg>
        <pc:inkChg chg="add">
          <ac:chgData name="Esraa Mohamed" userId="32a53f8955a3383c" providerId="LiveId" clId="{F10043CA-7E0C-4C5B-B8AD-80B51C33A480}" dt="2026-08-25T09:05:40.356" v="995"/>
          <ac:inkMkLst>
            <pc:docMk/>
            <pc:sldMk cId="1840429602" sldId="273"/>
            <ac:inkMk id="4" creationId="{A42819D6-EADD-4740-725C-B10DF2774703}"/>
          </ac:inkMkLst>
        </pc:inkChg>
        <pc:inkChg chg="add">
          <ac:chgData name="Esraa Mohamed" userId="32a53f8955a3383c" providerId="LiveId" clId="{F10043CA-7E0C-4C5B-B8AD-80B51C33A480}" dt="2026-08-25T09:05:48.235" v="997"/>
          <ac:inkMkLst>
            <pc:docMk/>
            <pc:sldMk cId="1840429602" sldId="273"/>
            <ac:inkMk id="6" creationId="{1D8F47E2-B0C6-A669-665A-D5E043B19105}"/>
          </ac:inkMkLst>
        </pc:inkChg>
      </pc:sldChg>
      <pc:sldChg chg="addSp delSp modSp new add del mod ord">
        <pc:chgData name="Esraa Mohamed" userId="32a53f8955a3383c" providerId="LiveId" clId="{F10043CA-7E0C-4C5B-B8AD-80B51C33A480}" dt="2026-08-28T21:33:34.560" v="1247"/>
        <pc:sldMkLst>
          <pc:docMk/>
          <pc:sldMk cId="663704740" sldId="291"/>
        </pc:sldMkLst>
        <pc:picChg chg="add">
          <ac:chgData name="Esraa Mohamed" userId="32a53f8955a3383c" providerId="LiveId" clId="{F10043CA-7E0C-4C5B-B8AD-80B51C33A480}" dt="2026-08-24T23:00:58.609" v="461" actId="22"/>
          <ac:picMkLst>
            <pc:docMk/>
            <pc:sldMk cId="663704740" sldId="291"/>
            <ac:picMk id="4" creationId="{7EFF99A1-7B81-CD40-85BB-ACFABD4ACBBA}"/>
          </ac:picMkLst>
        </pc:picChg>
        <pc:inkChg chg="add del">
          <ac:chgData name="Esraa Mohamed" userId="32a53f8955a3383c" providerId="LiveId" clId="{F10043CA-7E0C-4C5B-B8AD-80B51C33A480}" dt="2026-08-28T21:33:34.560" v="1247"/>
          <ac:inkMkLst>
            <pc:docMk/>
            <pc:sldMk cId="663704740" sldId="291"/>
            <ac:inkMk id="3" creationId="{2B26BE57-7529-5011-A483-4BDD2E1016AC}"/>
          </ac:inkMkLst>
        </pc:inkChg>
        <pc:inkChg chg="add">
          <ac:chgData name="Esraa Mohamed" userId="32a53f8955a3383c" providerId="LiveId" clId="{F10043CA-7E0C-4C5B-B8AD-80B51C33A480}" dt="2026-08-25T09:26:09.354" v="1044" actId="9405"/>
          <ac:inkMkLst>
            <pc:docMk/>
            <pc:sldMk cId="663704740" sldId="291"/>
            <ac:inkMk id="5" creationId="{A90257C9-DEC5-BB04-A4BF-353A0175C5E7}"/>
          </ac:inkMkLst>
        </pc:inkChg>
        <pc:inkChg chg="add del">
          <ac:chgData name="Esraa Mohamed" userId="32a53f8955a3383c" providerId="LiveId" clId="{F10043CA-7E0C-4C5B-B8AD-80B51C33A480}" dt="2026-08-28T21:33:34.560" v="1246"/>
          <ac:inkMkLst>
            <pc:docMk/>
            <pc:sldMk cId="663704740" sldId="291"/>
            <ac:inkMk id="6" creationId="{A2D4652F-5F5E-E665-4206-93BDAF3D43B2}"/>
          </ac:inkMkLst>
        </pc:inkChg>
        <pc:inkChg chg="add">
          <ac:chgData name="Esraa Mohamed" userId="32a53f8955a3383c" providerId="LiveId" clId="{F10043CA-7E0C-4C5B-B8AD-80B51C33A480}" dt="2026-08-25T09:27:10.689" v="1046" actId="9405"/>
          <ac:inkMkLst>
            <pc:docMk/>
            <pc:sldMk cId="663704740" sldId="291"/>
            <ac:inkMk id="7" creationId="{1B80082F-C391-59A7-3686-58EC51A44FA6}"/>
          </ac:inkMkLst>
        </pc:inkChg>
      </pc:sldChg>
      <pc:sldChg chg="addSp delSp new mod">
        <pc:chgData name="Esraa Mohamed" userId="32a53f8955a3383c" providerId="LiveId" clId="{F10043CA-7E0C-4C5B-B8AD-80B51C33A480}" dt="2026-08-28T21:34:31.559" v="1314"/>
        <pc:sldMkLst>
          <pc:docMk/>
          <pc:sldMk cId="972041274" sldId="292"/>
        </pc:sldMkLst>
        <pc:picChg chg="add">
          <ac:chgData name="Esraa Mohamed" userId="32a53f8955a3383c" providerId="LiveId" clId="{F10043CA-7E0C-4C5B-B8AD-80B51C33A480}" dt="2026-08-24T23:02:01.760" v="470" actId="22"/>
          <ac:picMkLst>
            <pc:docMk/>
            <pc:sldMk cId="972041274" sldId="292"/>
            <ac:picMk id="3" creationId="{C35488C7-93BC-7AA0-3112-55DD0DD77AB9}"/>
          </ac:picMkLst>
        </pc:picChg>
        <pc:inkChg chg="add del">
          <ac:chgData name="Esraa Mohamed" userId="32a53f8955a3383c" providerId="LiveId" clId="{F10043CA-7E0C-4C5B-B8AD-80B51C33A480}" dt="2026-08-28T21:34:31.559" v="1313"/>
          <ac:inkMkLst>
            <pc:docMk/>
            <pc:sldMk cId="972041274" sldId="292"/>
            <ac:inkMk id="2" creationId="{053AE6F8-2759-C20C-C5B2-38CCC40FC441}"/>
          </ac:inkMkLst>
        </pc:inkChg>
        <pc:inkChg chg="add del">
          <ac:chgData name="Esraa Mohamed" userId="32a53f8955a3383c" providerId="LiveId" clId="{F10043CA-7E0C-4C5B-B8AD-80B51C33A480}" dt="2026-08-28T21:34:31.559" v="1314"/>
          <ac:inkMkLst>
            <pc:docMk/>
            <pc:sldMk cId="972041274" sldId="292"/>
            <ac:inkMk id="4" creationId="{5B09638F-CED4-8B4F-EF74-42C9FC982A9C}"/>
          </ac:inkMkLst>
        </pc:inkChg>
      </pc:sldChg>
      <pc:sldChg chg="addSp delSp new mod ord">
        <pc:chgData name="Esraa Mohamed" userId="32a53f8955a3383c" providerId="LiveId" clId="{F10043CA-7E0C-4C5B-B8AD-80B51C33A480}" dt="2026-08-28T21:33:43.023" v="1249"/>
        <pc:sldMkLst>
          <pc:docMk/>
          <pc:sldMk cId="692383977" sldId="295"/>
        </pc:sldMkLst>
        <pc:picChg chg="add">
          <ac:chgData name="Esraa Mohamed" userId="32a53f8955a3383c" providerId="LiveId" clId="{F10043CA-7E0C-4C5B-B8AD-80B51C33A480}" dt="2026-08-24T23:01:22.755" v="467" actId="22"/>
          <ac:picMkLst>
            <pc:docMk/>
            <pc:sldMk cId="692383977" sldId="295"/>
            <ac:picMk id="3" creationId="{AE92D853-47AF-2A40-1145-99BF031B6622}"/>
          </ac:picMkLst>
        </pc:picChg>
        <pc:inkChg chg="add del">
          <ac:chgData name="Esraa Mohamed" userId="32a53f8955a3383c" providerId="LiveId" clId="{F10043CA-7E0C-4C5B-B8AD-80B51C33A480}" dt="2026-08-28T21:33:43.023" v="1249"/>
          <ac:inkMkLst>
            <pc:docMk/>
            <pc:sldMk cId="692383977" sldId="295"/>
            <ac:inkMk id="4" creationId="{90E141DF-DC78-305E-F13C-A29AD8BF7B35}"/>
          </ac:inkMkLst>
        </pc:inkChg>
        <pc:inkChg chg="add del">
          <ac:chgData name="Esraa Mohamed" userId="32a53f8955a3383c" providerId="LiveId" clId="{F10043CA-7E0C-4C5B-B8AD-80B51C33A480}" dt="2026-08-28T21:33:43.023" v="1248"/>
          <ac:inkMkLst>
            <pc:docMk/>
            <pc:sldMk cId="692383977" sldId="295"/>
            <ac:inkMk id="6" creationId="{8304D5D2-E0F2-C6E2-D06D-30BFB82841CA}"/>
          </ac:inkMkLst>
        </pc:inkChg>
      </pc:sldChg>
      <pc:sldChg chg="addSp new mod">
        <pc:chgData name="Esraa Mohamed" userId="32a53f8955a3383c" providerId="LiveId" clId="{F10043CA-7E0C-4C5B-B8AD-80B51C33A480}" dt="2026-08-24T23:01:50.849" v="469" actId="22"/>
        <pc:sldMkLst>
          <pc:docMk/>
          <pc:sldMk cId="3794046374" sldId="297"/>
        </pc:sldMkLst>
        <pc:picChg chg="add">
          <ac:chgData name="Esraa Mohamed" userId="32a53f8955a3383c" providerId="LiveId" clId="{F10043CA-7E0C-4C5B-B8AD-80B51C33A480}" dt="2026-08-24T23:01:50.849" v="469" actId="22"/>
          <ac:picMkLst>
            <pc:docMk/>
            <pc:sldMk cId="3794046374" sldId="297"/>
            <ac:picMk id="3" creationId="{264F84B9-2301-3D93-1F4D-95477D5E412F}"/>
          </ac:picMkLst>
        </pc:picChg>
      </pc:sldChg>
      <pc:sldChg chg="addSp delSp modSp new mod ord setBg">
        <pc:chgData name="Esraa Mohamed" userId="32a53f8955a3383c" providerId="LiveId" clId="{F10043CA-7E0C-4C5B-B8AD-80B51C33A480}" dt="2026-08-25T08:50:30.511" v="993" actId="478"/>
        <pc:sldMkLst>
          <pc:docMk/>
          <pc:sldMk cId="1617673589" sldId="298"/>
        </pc:sldMkLst>
        <pc:spChg chg="mod">
          <ac:chgData name="Esraa Mohamed" userId="32a53f8955a3383c" providerId="LiveId" clId="{F10043CA-7E0C-4C5B-B8AD-80B51C33A480}" dt="2026-08-24T23:27:53.530" v="491" actId="26606"/>
          <ac:spMkLst>
            <pc:docMk/>
            <pc:sldMk cId="1617673589" sldId="298"/>
            <ac:spMk id="2" creationId="{43857226-F4AA-7320-2AB3-D4B8A1E68870}"/>
          </ac:spMkLst>
        </pc:spChg>
        <pc:spChg chg="mod">
          <ac:chgData name="Esraa Mohamed" userId="32a53f8955a3383c" providerId="LiveId" clId="{F10043CA-7E0C-4C5B-B8AD-80B51C33A480}" dt="2026-08-24T23:28:15.617" v="498" actId="14100"/>
          <ac:spMkLst>
            <pc:docMk/>
            <pc:sldMk cId="1617673589" sldId="298"/>
            <ac:spMk id="3" creationId="{0A232468-9719-A43C-6A62-4AD723121AD1}"/>
          </ac:spMkLst>
        </pc:spChg>
        <pc:spChg chg="add">
          <ac:chgData name="Esraa Mohamed" userId="32a53f8955a3383c" providerId="LiveId" clId="{F10043CA-7E0C-4C5B-B8AD-80B51C33A480}" dt="2026-08-24T23:27:53.530" v="491" actId="26606"/>
          <ac:spMkLst>
            <pc:docMk/>
            <pc:sldMk cId="1617673589" sldId="298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4T23:27:53.530" v="491" actId="26606"/>
          <ac:spMkLst>
            <pc:docMk/>
            <pc:sldMk cId="1617673589" sldId="298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4T23:27:53.530" v="491" actId="26606"/>
          <ac:spMkLst>
            <pc:docMk/>
            <pc:sldMk cId="1617673589" sldId="298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4T23:27:53.530" v="491" actId="26606"/>
          <ac:spMkLst>
            <pc:docMk/>
            <pc:sldMk cId="1617673589" sldId="298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25T08:50:24.573" v="992" actId="1076"/>
          <ac:picMkLst>
            <pc:docMk/>
            <pc:sldMk cId="1617673589" sldId="298"/>
            <ac:picMk id="5" creationId="{F8057CD0-FA1E-9C38-DE19-1313E3F70497}"/>
          </ac:picMkLst>
        </pc:picChg>
      </pc:sldChg>
      <pc:sldChg chg="addSp modSp new mod setBg">
        <pc:chgData name="Esraa Mohamed" userId="32a53f8955a3383c" providerId="LiveId" clId="{F10043CA-7E0C-4C5B-B8AD-80B51C33A480}" dt="2026-08-25T09:09:38.716" v="1002" actId="9405"/>
        <pc:sldMkLst>
          <pc:docMk/>
          <pc:sldMk cId="3369799904" sldId="299"/>
        </pc:sldMkLst>
        <pc:spChg chg="mod">
          <ac:chgData name="Esraa Mohamed" userId="32a53f8955a3383c" providerId="LiveId" clId="{F10043CA-7E0C-4C5B-B8AD-80B51C33A480}" dt="2026-08-24T23:33:27.086" v="506" actId="26606"/>
          <ac:spMkLst>
            <pc:docMk/>
            <pc:sldMk cId="3369799904" sldId="299"/>
            <ac:spMk id="2" creationId="{524280FE-3B6E-351B-B917-8B71C1302C2B}"/>
          </ac:spMkLst>
        </pc:spChg>
        <pc:spChg chg="mod">
          <ac:chgData name="Esraa Mohamed" userId="32a53f8955a3383c" providerId="LiveId" clId="{F10043CA-7E0C-4C5B-B8AD-80B51C33A480}" dt="2026-08-24T23:33:27.086" v="506" actId="26606"/>
          <ac:spMkLst>
            <pc:docMk/>
            <pc:sldMk cId="3369799904" sldId="299"/>
            <ac:spMk id="3" creationId="{F84BAFFF-B196-75E2-7DE0-8C9C6E7FDB44}"/>
          </ac:spMkLst>
        </pc:spChg>
        <pc:spChg chg="add">
          <ac:chgData name="Esraa Mohamed" userId="32a53f8955a3383c" providerId="LiveId" clId="{F10043CA-7E0C-4C5B-B8AD-80B51C33A480}" dt="2026-08-24T23:33:27.086" v="506" actId="26606"/>
          <ac:spMkLst>
            <pc:docMk/>
            <pc:sldMk cId="3369799904" sldId="299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4T23:33:27.086" v="506" actId="26606"/>
          <ac:spMkLst>
            <pc:docMk/>
            <pc:sldMk cId="3369799904" sldId="299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4T23:33:27.086" v="506" actId="26606"/>
          <ac:spMkLst>
            <pc:docMk/>
            <pc:sldMk cId="3369799904" sldId="299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4T23:33:27.086" v="506" actId="26606"/>
          <ac:spMkLst>
            <pc:docMk/>
            <pc:sldMk cId="3369799904" sldId="299"/>
            <ac:spMk id="16" creationId="{E6995CE5-F890-4ABA-82A2-26507CE8D2A3}"/>
          </ac:spMkLst>
        </pc:spChg>
        <pc:grpChg chg="mod">
          <ac:chgData name="Esraa Mohamed" userId="32a53f8955a3383c" providerId="LiveId" clId="{F10043CA-7E0C-4C5B-B8AD-80B51C33A480}" dt="2026-08-25T09:09:26.205" v="1001"/>
          <ac:grpSpMkLst>
            <pc:docMk/>
            <pc:sldMk cId="3369799904" sldId="299"/>
            <ac:grpSpMk id="8" creationId="{86E244F1-6624-D47B-F1C1-ED6367D42C03}"/>
          </ac:grpSpMkLst>
        </pc:grpChg>
        <pc:picChg chg="add mod">
          <ac:chgData name="Esraa Mohamed" userId="32a53f8955a3383c" providerId="LiveId" clId="{F10043CA-7E0C-4C5B-B8AD-80B51C33A480}" dt="2026-08-24T23:33:27.086" v="506" actId="26606"/>
          <ac:picMkLst>
            <pc:docMk/>
            <pc:sldMk cId="3369799904" sldId="299"/>
            <ac:picMk id="5" creationId="{4A2CF64D-ED71-1688-884F-B603A54479EE}"/>
          </ac:picMkLst>
        </pc:picChg>
        <pc:inkChg chg="add mod">
          <ac:chgData name="Esraa Mohamed" userId="32a53f8955a3383c" providerId="LiveId" clId="{F10043CA-7E0C-4C5B-B8AD-80B51C33A480}" dt="2026-08-25T09:09:26.205" v="1001"/>
          <ac:inkMkLst>
            <pc:docMk/>
            <pc:sldMk cId="3369799904" sldId="299"/>
            <ac:inkMk id="4" creationId="{F492E5D7-206D-88FF-4488-85A6C05D3965}"/>
          </ac:inkMkLst>
        </pc:inkChg>
        <pc:inkChg chg="add mod">
          <ac:chgData name="Esraa Mohamed" userId="32a53f8955a3383c" providerId="LiveId" clId="{F10043CA-7E0C-4C5B-B8AD-80B51C33A480}" dt="2026-08-25T09:09:26.205" v="1001"/>
          <ac:inkMkLst>
            <pc:docMk/>
            <pc:sldMk cId="3369799904" sldId="299"/>
            <ac:inkMk id="6" creationId="{741661BC-5100-97FA-5943-5BB3E3B68FFA}"/>
          </ac:inkMkLst>
        </pc:inkChg>
        <pc:inkChg chg="add mod">
          <ac:chgData name="Esraa Mohamed" userId="32a53f8955a3383c" providerId="LiveId" clId="{F10043CA-7E0C-4C5B-B8AD-80B51C33A480}" dt="2026-08-25T09:09:26.205" v="1001"/>
          <ac:inkMkLst>
            <pc:docMk/>
            <pc:sldMk cId="3369799904" sldId="299"/>
            <ac:inkMk id="7" creationId="{900686A4-E45B-00CF-3309-653C3FD19CF0}"/>
          </ac:inkMkLst>
        </pc:inkChg>
        <pc:inkChg chg="add">
          <ac:chgData name="Esraa Mohamed" userId="32a53f8955a3383c" providerId="LiveId" clId="{F10043CA-7E0C-4C5B-B8AD-80B51C33A480}" dt="2026-08-25T09:09:38.716" v="1002" actId="9405"/>
          <ac:inkMkLst>
            <pc:docMk/>
            <pc:sldMk cId="3369799904" sldId="299"/>
            <ac:inkMk id="9" creationId="{42532AE9-19A8-ADAC-822C-3B96495B0A1A}"/>
          </ac:inkMkLst>
        </pc:inkChg>
      </pc:sldChg>
      <pc:sldChg chg="addSp delSp modSp new mod setBg">
        <pc:chgData name="Esraa Mohamed" userId="32a53f8955a3383c" providerId="LiveId" clId="{F10043CA-7E0C-4C5B-B8AD-80B51C33A480}" dt="2026-08-25T09:13:43.732" v="1009" actId="9405"/>
        <pc:sldMkLst>
          <pc:docMk/>
          <pc:sldMk cId="1979282950" sldId="300"/>
        </pc:sldMkLst>
        <pc:spChg chg="mod">
          <ac:chgData name="Esraa Mohamed" userId="32a53f8955a3383c" providerId="LiveId" clId="{F10043CA-7E0C-4C5B-B8AD-80B51C33A480}" dt="2026-08-24T23:37:49.907" v="517" actId="26606"/>
          <ac:spMkLst>
            <pc:docMk/>
            <pc:sldMk cId="1979282950" sldId="300"/>
            <ac:spMk id="2" creationId="{F2FC2E36-C470-96C6-0546-5485F3DB699C}"/>
          </ac:spMkLst>
        </pc:spChg>
        <pc:spChg chg="mod">
          <ac:chgData name="Esraa Mohamed" userId="32a53f8955a3383c" providerId="LiveId" clId="{F10043CA-7E0C-4C5B-B8AD-80B51C33A480}" dt="2026-08-24T23:38:18.079" v="521" actId="2710"/>
          <ac:spMkLst>
            <pc:docMk/>
            <pc:sldMk cId="1979282950" sldId="300"/>
            <ac:spMk id="3" creationId="{B9320003-EE97-BDBD-828E-543DD253AFE7}"/>
          </ac:spMkLst>
        </pc:spChg>
        <pc:spChg chg="add">
          <ac:chgData name="Esraa Mohamed" userId="32a53f8955a3383c" providerId="LiveId" clId="{F10043CA-7E0C-4C5B-B8AD-80B51C33A480}" dt="2026-08-24T23:37:49.907" v="517" actId="26606"/>
          <ac:spMkLst>
            <pc:docMk/>
            <pc:sldMk cId="1979282950" sldId="300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4T23:37:49.907" v="517" actId="26606"/>
          <ac:spMkLst>
            <pc:docMk/>
            <pc:sldMk cId="1979282950" sldId="300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4T23:37:49.907" v="517" actId="26606"/>
          <ac:spMkLst>
            <pc:docMk/>
            <pc:sldMk cId="1979282950" sldId="300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4T23:37:49.907" v="517" actId="26606"/>
          <ac:spMkLst>
            <pc:docMk/>
            <pc:sldMk cId="1979282950" sldId="300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24T23:37:49.907" v="517" actId="26606"/>
          <ac:picMkLst>
            <pc:docMk/>
            <pc:sldMk cId="1979282950" sldId="300"/>
            <ac:picMk id="5" creationId="{76B07254-1749-D4C8-245B-F25DD1A8D6C7}"/>
          </ac:picMkLst>
        </pc:picChg>
        <pc:inkChg chg="add">
          <ac:chgData name="Esraa Mohamed" userId="32a53f8955a3383c" providerId="LiveId" clId="{F10043CA-7E0C-4C5B-B8AD-80B51C33A480}" dt="2026-08-25T09:13:10.578" v="1004"/>
          <ac:inkMkLst>
            <pc:docMk/>
            <pc:sldMk cId="1979282950" sldId="300"/>
            <ac:inkMk id="6" creationId="{88D1DFA7-7DED-A007-6F91-455B81942C98}"/>
          </ac:inkMkLst>
        </pc:inkChg>
        <pc:inkChg chg="add">
          <ac:chgData name="Esraa Mohamed" userId="32a53f8955a3383c" providerId="LiveId" clId="{F10043CA-7E0C-4C5B-B8AD-80B51C33A480}" dt="2026-08-25T09:13:13.772" v="1005" actId="9405"/>
          <ac:inkMkLst>
            <pc:docMk/>
            <pc:sldMk cId="1979282950" sldId="300"/>
            <ac:inkMk id="7" creationId="{0773AA49-53C0-4285-6D59-553FF771C985}"/>
          </ac:inkMkLst>
        </pc:inkChg>
        <pc:inkChg chg="add">
          <ac:chgData name="Esraa Mohamed" userId="32a53f8955a3383c" providerId="LiveId" clId="{F10043CA-7E0C-4C5B-B8AD-80B51C33A480}" dt="2026-08-25T09:13:16.750" v="1007"/>
          <ac:inkMkLst>
            <pc:docMk/>
            <pc:sldMk cId="1979282950" sldId="300"/>
            <ac:inkMk id="9" creationId="{4A44E361-F7C0-B863-8BF7-8C6DAD1CF220}"/>
          </ac:inkMkLst>
        </pc:inkChg>
        <pc:inkChg chg="add">
          <ac:chgData name="Esraa Mohamed" userId="32a53f8955a3383c" providerId="LiveId" clId="{F10043CA-7E0C-4C5B-B8AD-80B51C33A480}" dt="2026-08-25T09:13:28.986" v="1008" actId="9405"/>
          <ac:inkMkLst>
            <pc:docMk/>
            <pc:sldMk cId="1979282950" sldId="300"/>
            <ac:inkMk id="11" creationId="{1EBF434E-D678-6F07-53EB-AB6A6185C875}"/>
          </ac:inkMkLst>
        </pc:inkChg>
        <pc:inkChg chg="add">
          <ac:chgData name="Esraa Mohamed" userId="32a53f8955a3383c" providerId="LiveId" clId="{F10043CA-7E0C-4C5B-B8AD-80B51C33A480}" dt="2026-08-25T09:13:43.732" v="1009" actId="9405"/>
          <ac:inkMkLst>
            <pc:docMk/>
            <pc:sldMk cId="1979282950" sldId="300"/>
            <ac:inkMk id="13" creationId="{17EC5036-BCDF-1018-8D44-7284172359DF}"/>
          </ac:inkMkLst>
        </pc:inkChg>
      </pc:sldChg>
      <pc:sldChg chg="addSp delSp modSp new mod setBg">
        <pc:chgData name="Esraa Mohamed" userId="32a53f8955a3383c" providerId="LiveId" clId="{F10043CA-7E0C-4C5B-B8AD-80B51C33A480}" dt="2026-08-28T21:33:15.830" v="1230"/>
        <pc:sldMkLst>
          <pc:docMk/>
          <pc:sldMk cId="2138228091" sldId="301"/>
        </pc:sldMkLst>
        <pc:spChg chg="mod">
          <ac:chgData name="Esraa Mohamed" userId="32a53f8955a3383c" providerId="LiveId" clId="{F10043CA-7E0C-4C5B-B8AD-80B51C33A480}" dt="2026-08-24T23:42:46.750" v="529" actId="26606"/>
          <ac:spMkLst>
            <pc:docMk/>
            <pc:sldMk cId="2138228091" sldId="301"/>
            <ac:spMk id="2" creationId="{2BEA2560-22F5-1A6E-8234-924405031B01}"/>
          </ac:spMkLst>
        </pc:spChg>
        <pc:spChg chg="mod">
          <ac:chgData name="Esraa Mohamed" userId="32a53f8955a3383c" providerId="LiveId" clId="{F10043CA-7E0C-4C5B-B8AD-80B51C33A480}" dt="2026-08-24T23:42:46.750" v="529" actId="26606"/>
          <ac:spMkLst>
            <pc:docMk/>
            <pc:sldMk cId="2138228091" sldId="301"/>
            <ac:spMk id="3" creationId="{FCE47575-9131-52C8-72F8-850E35879A5D}"/>
          </ac:spMkLst>
        </pc:spChg>
        <pc:spChg chg="add">
          <ac:chgData name="Esraa Mohamed" userId="32a53f8955a3383c" providerId="LiveId" clId="{F10043CA-7E0C-4C5B-B8AD-80B51C33A480}" dt="2026-08-24T23:42:46.750" v="529" actId="26606"/>
          <ac:spMkLst>
            <pc:docMk/>
            <pc:sldMk cId="2138228091" sldId="301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4T23:42:46.750" v="529" actId="26606"/>
          <ac:spMkLst>
            <pc:docMk/>
            <pc:sldMk cId="2138228091" sldId="301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4T23:42:46.750" v="529" actId="26606"/>
          <ac:spMkLst>
            <pc:docMk/>
            <pc:sldMk cId="2138228091" sldId="301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4T23:42:46.750" v="529" actId="26606"/>
          <ac:spMkLst>
            <pc:docMk/>
            <pc:sldMk cId="2138228091" sldId="301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24T23:42:46.750" v="529" actId="26606"/>
          <ac:picMkLst>
            <pc:docMk/>
            <pc:sldMk cId="2138228091" sldId="301"/>
            <ac:picMk id="5" creationId="{20B21A86-61CC-5083-17AC-17BCBA217F28}"/>
          </ac:picMkLst>
        </pc:picChg>
        <pc:inkChg chg="add del">
          <ac:chgData name="Esraa Mohamed" userId="32a53f8955a3383c" providerId="LiveId" clId="{F10043CA-7E0C-4C5B-B8AD-80B51C33A480}" dt="2026-08-28T21:33:14.314" v="1227"/>
          <ac:inkMkLst>
            <pc:docMk/>
            <pc:sldMk cId="2138228091" sldId="301"/>
            <ac:inkMk id="4" creationId="{8762EFC8-D272-4D3D-7566-124D466778CE}"/>
          </ac:inkMkLst>
        </pc:inkChg>
        <pc:inkChg chg="add del">
          <ac:chgData name="Esraa Mohamed" userId="32a53f8955a3383c" providerId="LiveId" clId="{F10043CA-7E0C-4C5B-B8AD-80B51C33A480}" dt="2026-08-28T21:33:14.314" v="1228"/>
          <ac:inkMkLst>
            <pc:docMk/>
            <pc:sldMk cId="2138228091" sldId="301"/>
            <ac:inkMk id="7" creationId="{B1941CF3-D775-2F8F-248E-515B7530E858}"/>
          </ac:inkMkLst>
        </pc:inkChg>
        <pc:inkChg chg="add del">
          <ac:chgData name="Esraa Mohamed" userId="32a53f8955a3383c" providerId="LiveId" clId="{F10043CA-7E0C-4C5B-B8AD-80B51C33A480}" dt="2026-08-28T21:33:15.830" v="1230"/>
          <ac:inkMkLst>
            <pc:docMk/>
            <pc:sldMk cId="2138228091" sldId="301"/>
            <ac:inkMk id="8" creationId="{71BE61F4-BDCB-17AE-6472-1D7A4B556F74}"/>
          </ac:inkMkLst>
        </pc:inkChg>
        <pc:inkChg chg="add del">
          <ac:chgData name="Esraa Mohamed" userId="32a53f8955a3383c" providerId="LiveId" clId="{F10043CA-7E0C-4C5B-B8AD-80B51C33A480}" dt="2026-08-28T21:33:14.314" v="1226"/>
          <ac:inkMkLst>
            <pc:docMk/>
            <pc:sldMk cId="2138228091" sldId="301"/>
            <ac:inkMk id="9" creationId="{BA4ACF87-01B4-B291-8CC3-6FE24DEDCE98}"/>
          </ac:inkMkLst>
        </pc:inkChg>
        <pc:inkChg chg="add del mod">
          <ac:chgData name="Esraa Mohamed" userId="32a53f8955a3383c" providerId="LiveId" clId="{F10043CA-7E0C-4C5B-B8AD-80B51C33A480}" dt="2026-08-28T21:33:14.314" v="1229"/>
          <ac:inkMkLst>
            <pc:docMk/>
            <pc:sldMk cId="2138228091" sldId="301"/>
            <ac:inkMk id="13" creationId="{E8A7EE2A-E02E-E3E3-C56E-9340EB435060}"/>
          </ac:inkMkLst>
        </pc:inkChg>
        <pc:inkChg chg="add del">
          <ac:chgData name="Esraa Mohamed" userId="32a53f8955a3383c" providerId="LiveId" clId="{F10043CA-7E0C-4C5B-B8AD-80B51C33A480}" dt="2026-08-28T21:33:14.314" v="1224"/>
          <ac:inkMkLst>
            <pc:docMk/>
            <pc:sldMk cId="2138228091" sldId="301"/>
            <ac:inkMk id="17" creationId="{163000BA-9FEC-27A9-AA10-7B0FEE51C178}"/>
          </ac:inkMkLst>
        </pc:inkChg>
        <pc:inkChg chg="add del">
          <ac:chgData name="Esraa Mohamed" userId="32a53f8955a3383c" providerId="LiveId" clId="{F10043CA-7E0C-4C5B-B8AD-80B51C33A480}" dt="2026-08-28T21:33:14.314" v="1225"/>
          <ac:inkMkLst>
            <pc:docMk/>
            <pc:sldMk cId="2138228091" sldId="301"/>
            <ac:inkMk id="19" creationId="{6D88C224-4E35-B41B-96C0-D82F34EE74B4}"/>
          </ac:inkMkLst>
        </pc:inkChg>
      </pc:sldChg>
      <pc:sldChg chg="addSp delSp modSp new mod setBg">
        <pc:chgData name="Esraa Mohamed" userId="32a53f8955a3383c" providerId="LiveId" clId="{F10043CA-7E0C-4C5B-B8AD-80B51C33A480}" dt="2026-08-28T21:33:22.348" v="1239"/>
        <pc:sldMkLst>
          <pc:docMk/>
          <pc:sldMk cId="2366291733" sldId="302"/>
        </pc:sldMkLst>
        <pc:spChg chg="mod">
          <ac:chgData name="Esraa Mohamed" userId="32a53f8955a3383c" providerId="LiveId" clId="{F10043CA-7E0C-4C5B-B8AD-80B51C33A480}" dt="2026-08-24T23:50:50.138" v="537" actId="26606"/>
          <ac:spMkLst>
            <pc:docMk/>
            <pc:sldMk cId="2366291733" sldId="302"/>
            <ac:spMk id="2" creationId="{8E4CF9EC-D855-8258-F269-3AFEA8AB8163}"/>
          </ac:spMkLst>
        </pc:spChg>
        <pc:spChg chg="mod">
          <ac:chgData name="Esraa Mohamed" userId="32a53f8955a3383c" providerId="LiveId" clId="{F10043CA-7E0C-4C5B-B8AD-80B51C33A480}" dt="2026-08-25T06:58:20.952" v="800" actId="14100"/>
          <ac:spMkLst>
            <pc:docMk/>
            <pc:sldMk cId="2366291733" sldId="302"/>
            <ac:spMk id="3" creationId="{9C2A371B-33F4-22BF-70AC-0FCA4D2BFDFB}"/>
          </ac:spMkLst>
        </pc:spChg>
        <pc:spChg chg="add">
          <ac:chgData name="Esraa Mohamed" userId="32a53f8955a3383c" providerId="LiveId" clId="{F10043CA-7E0C-4C5B-B8AD-80B51C33A480}" dt="2026-08-25T06:58:12.040" v="798" actId="26606"/>
          <ac:spMkLst>
            <pc:docMk/>
            <pc:sldMk cId="2366291733" sldId="302"/>
            <ac:spMk id="21" creationId="{058A14AF-9FB5-4CC7-BA35-E8E85D3EDF0E}"/>
          </ac:spMkLst>
        </pc:spChg>
        <pc:spChg chg="add">
          <ac:chgData name="Esraa Mohamed" userId="32a53f8955a3383c" providerId="LiveId" clId="{F10043CA-7E0C-4C5B-B8AD-80B51C33A480}" dt="2026-08-25T06:58:12.040" v="798" actId="26606"/>
          <ac:spMkLst>
            <pc:docMk/>
            <pc:sldMk cId="2366291733" sldId="302"/>
            <ac:spMk id="23" creationId="{3A9A4357-BD1D-4622-A4FE-766E6AB8DE84}"/>
          </ac:spMkLst>
        </pc:spChg>
        <pc:spChg chg="add">
          <ac:chgData name="Esraa Mohamed" userId="32a53f8955a3383c" providerId="LiveId" clId="{F10043CA-7E0C-4C5B-B8AD-80B51C33A480}" dt="2026-08-25T06:58:12.040" v="798" actId="26606"/>
          <ac:spMkLst>
            <pc:docMk/>
            <pc:sldMk cId="2366291733" sldId="302"/>
            <ac:spMk id="25" creationId="{E659831F-0D9A-4C63-9EBB-8435B85A440F}"/>
          </ac:spMkLst>
        </pc:spChg>
        <pc:spChg chg="add">
          <ac:chgData name="Esraa Mohamed" userId="32a53f8955a3383c" providerId="LiveId" clId="{F10043CA-7E0C-4C5B-B8AD-80B51C33A480}" dt="2026-08-25T06:58:12.040" v="798" actId="26606"/>
          <ac:spMkLst>
            <pc:docMk/>
            <pc:sldMk cId="2366291733" sldId="302"/>
            <ac:spMk id="27" creationId="{E6995CE5-F890-4ABA-82A2-26507CE8D2A3}"/>
          </ac:spMkLst>
        </pc:spChg>
        <pc:grpChg chg="del mod">
          <ac:chgData name="Esraa Mohamed" userId="32a53f8955a3383c" providerId="LiveId" clId="{F10043CA-7E0C-4C5B-B8AD-80B51C33A480}" dt="2026-08-28T21:33:19.875" v="1235"/>
          <ac:grpSpMkLst>
            <pc:docMk/>
            <pc:sldMk cId="2366291733" sldId="302"/>
            <ac:grpSpMk id="12" creationId="{140165AA-409D-9D74-21C3-63BD3EFC56CD}"/>
          </ac:grpSpMkLst>
        </pc:grpChg>
        <pc:grpChg chg="del mod">
          <ac:chgData name="Esraa Mohamed" userId="32a53f8955a3383c" providerId="LiveId" clId="{F10043CA-7E0C-4C5B-B8AD-80B51C33A480}" dt="2026-08-28T21:33:19.875" v="1236"/>
          <ac:grpSpMkLst>
            <pc:docMk/>
            <pc:sldMk cId="2366291733" sldId="302"/>
            <ac:grpSpMk id="17" creationId="{C5A7A7D2-5395-D3EF-178A-C83A97212577}"/>
          </ac:grpSpMkLst>
        </pc:grpChg>
        <pc:picChg chg="add mod">
          <ac:chgData name="Esraa Mohamed" userId="32a53f8955a3383c" providerId="LiveId" clId="{F10043CA-7E0C-4C5B-B8AD-80B51C33A480}" dt="2026-08-25T06:58:16.954" v="799" actId="14100"/>
          <ac:picMkLst>
            <pc:docMk/>
            <pc:sldMk cId="2366291733" sldId="302"/>
            <ac:picMk id="6" creationId="{1BBA9C72-3457-07CD-CB80-ABFB7057BFAB}"/>
          </ac:picMkLst>
        </pc:picChg>
        <pc:inkChg chg="add del">
          <ac:chgData name="Esraa Mohamed" userId="32a53f8955a3383c" providerId="LiveId" clId="{F10043CA-7E0C-4C5B-B8AD-80B51C33A480}" dt="2026-08-28T21:33:22.348" v="1239"/>
          <ac:inkMkLst>
            <pc:docMk/>
            <pc:sldMk cId="2366291733" sldId="302"/>
            <ac:inkMk id="4" creationId="{21AF02B3-7DF7-562F-953F-88BF480C8ED1}"/>
          </ac:inkMkLst>
        </pc:inkChg>
        <pc:inkChg chg="add del mod">
          <ac:chgData name="Esraa Mohamed" userId="32a53f8955a3383c" providerId="LiveId" clId="{F10043CA-7E0C-4C5B-B8AD-80B51C33A480}" dt="2026-08-28T21:33:19.859" v="1234"/>
          <ac:inkMkLst>
            <pc:docMk/>
            <pc:sldMk cId="2366291733" sldId="302"/>
            <ac:inkMk id="5" creationId="{2C1199B8-1767-10B8-4C6D-055F7603C93D}"/>
          </ac:inkMkLst>
        </pc:inkChg>
        <pc:inkChg chg="add del mod">
          <ac:chgData name="Esraa Mohamed" userId="32a53f8955a3383c" providerId="LiveId" clId="{F10043CA-7E0C-4C5B-B8AD-80B51C33A480}" dt="2026-08-28T21:33:22.348" v="1238"/>
          <ac:inkMkLst>
            <pc:docMk/>
            <pc:sldMk cId="2366291733" sldId="302"/>
            <ac:inkMk id="7" creationId="{B8429788-052E-E11C-058A-2904805BB1F8}"/>
          </ac:inkMkLst>
        </pc:inkChg>
        <pc:inkChg chg="add del mod">
          <ac:chgData name="Esraa Mohamed" userId="32a53f8955a3383c" providerId="LiveId" clId="{F10043CA-7E0C-4C5B-B8AD-80B51C33A480}" dt="2026-08-28T21:33:19.875" v="1235"/>
          <ac:inkMkLst>
            <pc:docMk/>
            <pc:sldMk cId="2366291733" sldId="302"/>
            <ac:inkMk id="9" creationId="{131BBB2F-24FC-838D-5866-1ADC6438788E}"/>
          </ac:inkMkLst>
        </pc:inkChg>
        <pc:inkChg chg="add del mod">
          <ac:chgData name="Esraa Mohamed" userId="32a53f8955a3383c" providerId="LiveId" clId="{F10043CA-7E0C-4C5B-B8AD-80B51C33A480}" dt="2026-08-28T21:33:19.859" v="1233"/>
          <ac:inkMkLst>
            <pc:docMk/>
            <pc:sldMk cId="2366291733" sldId="302"/>
            <ac:inkMk id="11" creationId="{F5F41437-EB28-5E49-738E-E4928252E4F6}"/>
          </ac:inkMkLst>
        </pc:inkChg>
        <pc:inkChg chg="add del">
          <ac:chgData name="Esraa Mohamed" userId="32a53f8955a3383c" providerId="LiveId" clId="{F10043CA-7E0C-4C5B-B8AD-80B51C33A480}" dt="2026-08-28T21:33:19.859" v="1232"/>
          <ac:inkMkLst>
            <pc:docMk/>
            <pc:sldMk cId="2366291733" sldId="302"/>
            <ac:inkMk id="13" creationId="{7AEAF833-45A1-B263-6EAD-46CA903ED265}"/>
          </ac:inkMkLst>
        </pc:inkChg>
        <pc:inkChg chg="add del mod">
          <ac:chgData name="Esraa Mohamed" userId="32a53f8955a3383c" providerId="LiveId" clId="{F10043CA-7E0C-4C5B-B8AD-80B51C33A480}" dt="2026-08-28T21:33:19.875" v="1237"/>
          <ac:inkMkLst>
            <pc:docMk/>
            <pc:sldMk cId="2366291733" sldId="302"/>
            <ac:inkMk id="14" creationId="{4B257557-8AB8-3E1C-F668-A8B5080C2C6C}"/>
          </ac:inkMkLst>
        </pc:inkChg>
        <pc:inkChg chg="add del mod">
          <ac:chgData name="Esraa Mohamed" userId="32a53f8955a3383c" providerId="LiveId" clId="{F10043CA-7E0C-4C5B-B8AD-80B51C33A480}" dt="2026-08-28T21:33:19.859" v="1231"/>
          <ac:inkMkLst>
            <pc:docMk/>
            <pc:sldMk cId="2366291733" sldId="302"/>
            <ac:inkMk id="15" creationId="{09D41B0E-A282-8627-1B4F-73A39CA1F2C5}"/>
          </ac:inkMkLst>
        </pc:inkChg>
        <pc:inkChg chg="add del mod">
          <ac:chgData name="Esraa Mohamed" userId="32a53f8955a3383c" providerId="LiveId" clId="{F10043CA-7E0C-4C5B-B8AD-80B51C33A480}" dt="2026-08-28T21:33:19.875" v="1236"/>
          <ac:inkMkLst>
            <pc:docMk/>
            <pc:sldMk cId="2366291733" sldId="302"/>
            <ac:inkMk id="16" creationId="{76F1056F-9ACC-53CD-7423-65B3D6322551}"/>
          </ac:inkMkLst>
        </pc:inkChg>
      </pc:sldChg>
      <pc:sldChg chg="addSp delSp modSp new mod setBg">
        <pc:chgData name="Esraa Mohamed" userId="32a53f8955a3383c" providerId="LiveId" clId="{F10043CA-7E0C-4C5B-B8AD-80B51C33A480}" dt="2026-08-28T21:33:27.237" v="1245"/>
        <pc:sldMkLst>
          <pc:docMk/>
          <pc:sldMk cId="1779794799" sldId="304"/>
        </pc:sldMkLst>
        <pc:spChg chg="mod">
          <ac:chgData name="Esraa Mohamed" userId="32a53f8955a3383c" providerId="LiveId" clId="{F10043CA-7E0C-4C5B-B8AD-80B51C33A480}" dt="2026-08-25T06:05:54.147" v="580" actId="26606"/>
          <ac:spMkLst>
            <pc:docMk/>
            <pc:sldMk cId="1779794799" sldId="304"/>
            <ac:spMk id="2" creationId="{8B95F20C-FE33-D6AE-5303-26CAC946B11D}"/>
          </ac:spMkLst>
        </pc:spChg>
        <pc:spChg chg="mod">
          <ac:chgData name="Esraa Mohamed" userId="32a53f8955a3383c" providerId="LiveId" clId="{F10043CA-7E0C-4C5B-B8AD-80B51C33A480}" dt="2026-08-25T06:05:54.147" v="580" actId="26606"/>
          <ac:spMkLst>
            <pc:docMk/>
            <pc:sldMk cId="1779794799" sldId="304"/>
            <ac:spMk id="3" creationId="{031B03D9-C332-4131-00A1-26337920C6FB}"/>
          </ac:spMkLst>
        </pc:spChg>
        <pc:spChg chg="add">
          <ac:chgData name="Esraa Mohamed" userId="32a53f8955a3383c" providerId="LiveId" clId="{F10043CA-7E0C-4C5B-B8AD-80B51C33A480}" dt="2026-08-25T06:05:54.147" v="580" actId="26606"/>
          <ac:spMkLst>
            <pc:docMk/>
            <pc:sldMk cId="1779794799" sldId="304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25T06:05:54.147" v="580" actId="26606"/>
          <ac:spMkLst>
            <pc:docMk/>
            <pc:sldMk cId="1779794799" sldId="304"/>
            <ac:spMk id="15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28T21:33:27.237" v="1242"/>
          <ac:grpSpMkLst>
            <pc:docMk/>
            <pc:sldMk cId="1779794799" sldId="304"/>
            <ac:grpSpMk id="9" creationId="{141C17A0-D581-0DEC-97F3-B13C823053CA}"/>
          </ac:grpSpMkLst>
        </pc:grpChg>
        <pc:grpChg chg="add">
          <ac:chgData name="Esraa Mohamed" userId="32a53f8955a3383c" providerId="LiveId" clId="{F10043CA-7E0C-4C5B-B8AD-80B51C33A480}" dt="2026-08-25T06:05:54.147" v="580" actId="26606"/>
          <ac:grpSpMkLst>
            <pc:docMk/>
            <pc:sldMk cId="1779794799" sldId="304"/>
            <ac:grpSpMk id="10" creationId="{AE1C45F0-260A-458C-96ED-C1F6D2151219}"/>
          </ac:grpSpMkLst>
        </pc:grpChg>
        <pc:inkChg chg="add del mod">
          <ac:chgData name="Esraa Mohamed" userId="32a53f8955a3383c" providerId="LiveId" clId="{F10043CA-7E0C-4C5B-B8AD-80B51C33A480}" dt="2026-08-28T21:33:27.237" v="1240"/>
          <ac:inkMkLst>
            <pc:docMk/>
            <pc:sldMk cId="1779794799" sldId="304"/>
            <ac:inkMk id="4" creationId="{3C35587D-5443-7B57-D0CA-87D850130083}"/>
          </ac:inkMkLst>
        </pc:inkChg>
        <pc:inkChg chg="add del mod">
          <ac:chgData name="Esraa Mohamed" userId="32a53f8955a3383c" providerId="LiveId" clId="{F10043CA-7E0C-4C5B-B8AD-80B51C33A480}" dt="2026-08-28T21:33:27.237" v="1242"/>
          <ac:inkMkLst>
            <pc:docMk/>
            <pc:sldMk cId="1779794799" sldId="304"/>
            <ac:inkMk id="5" creationId="{B5B6457C-228A-5881-3102-7CA4C21393FA}"/>
          </ac:inkMkLst>
        </pc:inkChg>
        <pc:inkChg chg="add del mod">
          <ac:chgData name="Esraa Mohamed" userId="32a53f8955a3383c" providerId="LiveId" clId="{F10043CA-7E0C-4C5B-B8AD-80B51C33A480}" dt="2026-08-28T21:33:27.237" v="1245"/>
          <ac:inkMkLst>
            <pc:docMk/>
            <pc:sldMk cId="1779794799" sldId="304"/>
            <ac:inkMk id="6" creationId="{042CDCB2-685E-F633-C1BB-73A7F9D75959}"/>
          </ac:inkMkLst>
        </pc:inkChg>
        <pc:inkChg chg="add del mod">
          <ac:chgData name="Esraa Mohamed" userId="32a53f8955a3383c" providerId="LiveId" clId="{F10043CA-7E0C-4C5B-B8AD-80B51C33A480}" dt="2026-08-28T21:33:27.237" v="1241"/>
          <ac:inkMkLst>
            <pc:docMk/>
            <pc:sldMk cId="1779794799" sldId="304"/>
            <ac:inkMk id="7" creationId="{407EF4EB-3841-6155-1CE7-D3B8B68BB06E}"/>
          </ac:inkMkLst>
        </pc:inkChg>
        <pc:inkChg chg="add del">
          <ac:chgData name="Esraa Mohamed" userId="32a53f8955a3383c" providerId="LiveId" clId="{F10043CA-7E0C-4C5B-B8AD-80B51C33A480}" dt="2026-08-28T21:33:27.237" v="1243"/>
          <ac:inkMkLst>
            <pc:docMk/>
            <pc:sldMk cId="1779794799" sldId="304"/>
            <ac:inkMk id="14" creationId="{2C7D0281-4BD3-3288-3539-D5B9744927BF}"/>
          </ac:inkMkLst>
        </pc:inkChg>
        <pc:inkChg chg="add del">
          <ac:chgData name="Esraa Mohamed" userId="32a53f8955a3383c" providerId="LiveId" clId="{F10043CA-7E0C-4C5B-B8AD-80B51C33A480}" dt="2026-08-28T21:33:27.237" v="1244"/>
          <ac:inkMkLst>
            <pc:docMk/>
            <pc:sldMk cId="1779794799" sldId="304"/>
            <ac:inkMk id="16" creationId="{79C0FFFB-B802-AB69-E695-D2A2120CDEFB}"/>
          </ac:inkMkLst>
        </pc:inkChg>
        <pc:cxnChg chg="add">
          <ac:chgData name="Esraa Mohamed" userId="32a53f8955a3383c" providerId="LiveId" clId="{F10043CA-7E0C-4C5B-B8AD-80B51C33A480}" dt="2026-08-25T06:05:54.147" v="580" actId="26606"/>
          <ac:cxnSpMkLst>
            <pc:docMk/>
            <pc:sldMk cId="1779794799" sldId="304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28T21:33:50.912" v="1259"/>
        <pc:sldMkLst>
          <pc:docMk/>
          <pc:sldMk cId="1781843694" sldId="305"/>
        </pc:sldMkLst>
        <pc:spChg chg="mod">
          <ac:chgData name="Esraa Mohamed" userId="32a53f8955a3383c" providerId="LiveId" clId="{F10043CA-7E0C-4C5B-B8AD-80B51C33A480}" dt="2026-08-25T06:18:09.758" v="611" actId="26606"/>
          <ac:spMkLst>
            <pc:docMk/>
            <pc:sldMk cId="1781843694" sldId="305"/>
            <ac:spMk id="2" creationId="{68283BF5-0542-12A1-8229-59BDEEFF1319}"/>
          </ac:spMkLst>
        </pc:spChg>
        <pc:spChg chg="add del mod">
          <ac:chgData name="Esraa Mohamed" userId="32a53f8955a3383c" providerId="LiveId" clId="{F10043CA-7E0C-4C5B-B8AD-80B51C33A480}" dt="2026-08-25T06:22:07.047" v="629" actId="207"/>
          <ac:spMkLst>
            <pc:docMk/>
            <pc:sldMk cId="1781843694" sldId="305"/>
            <ac:spMk id="3" creationId="{09AC096B-BA2D-9121-ADB7-70FAC4033B26}"/>
          </ac:spMkLst>
        </pc:spChg>
        <pc:spChg chg="add">
          <ac:chgData name="Esraa Mohamed" userId="32a53f8955a3383c" providerId="LiveId" clId="{F10043CA-7E0C-4C5B-B8AD-80B51C33A480}" dt="2026-08-25T06:18:09.758" v="611" actId="26606"/>
          <ac:spMkLst>
            <pc:docMk/>
            <pc:sldMk cId="1781843694" sldId="305"/>
            <ac:spMk id="20" creationId="{058A14AF-9FB5-4CC7-BA35-E8E85D3EDF0E}"/>
          </ac:spMkLst>
        </pc:spChg>
        <pc:spChg chg="add">
          <ac:chgData name="Esraa Mohamed" userId="32a53f8955a3383c" providerId="LiveId" clId="{F10043CA-7E0C-4C5B-B8AD-80B51C33A480}" dt="2026-08-25T06:18:09.758" v="611" actId="26606"/>
          <ac:spMkLst>
            <pc:docMk/>
            <pc:sldMk cId="1781843694" sldId="305"/>
            <ac:spMk id="21" creationId="{3A9A4357-BD1D-4622-A4FE-766E6AB8DE84}"/>
          </ac:spMkLst>
        </pc:spChg>
        <pc:spChg chg="add">
          <ac:chgData name="Esraa Mohamed" userId="32a53f8955a3383c" providerId="LiveId" clId="{F10043CA-7E0C-4C5B-B8AD-80B51C33A480}" dt="2026-08-25T06:18:09.758" v="611" actId="26606"/>
          <ac:spMkLst>
            <pc:docMk/>
            <pc:sldMk cId="1781843694" sldId="305"/>
            <ac:spMk id="22" creationId="{E659831F-0D9A-4C63-9EBB-8435B85A440F}"/>
          </ac:spMkLst>
        </pc:spChg>
        <pc:spChg chg="add">
          <ac:chgData name="Esraa Mohamed" userId="32a53f8955a3383c" providerId="LiveId" clId="{F10043CA-7E0C-4C5B-B8AD-80B51C33A480}" dt="2026-08-25T06:18:09.758" v="611" actId="26606"/>
          <ac:spMkLst>
            <pc:docMk/>
            <pc:sldMk cId="1781843694" sldId="305"/>
            <ac:spMk id="23" creationId="{E6995CE5-F890-4ABA-82A2-26507CE8D2A3}"/>
          </ac:spMkLst>
        </pc:spChg>
        <pc:grpChg chg="del mod">
          <ac:chgData name="Esraa Mohamed" userId="32a53f8955a3383c" providerId="LiveId" clId="{F10043CA-7E0C-4C5B-B8AD-80B51C33A480}" dt="2026-08-28T21:33:47.985" v="1253"/>
          <ac:grpSpMkLst>
            <pc:docMk/>
            <pc:sldMk cId="1781843694" sldId="305"/>
            <ac:grpSpMk id="17" creationId="{65B2374B-FC66-D196-CCD3-D76CBAA1C122}"/>
          </ac:grpSpMkLst>
        </pc:grpChg>
        <pc:picChg chg="add mod">
          <ac:chgData name="Esraa Mohamed" userId="32a53f8955a3383c" providerId="LiveId" clId="{F10043CA-7E0C-4C5B-B8AD-80B51C33A480}" dt="2026-08-25T06:18:09.758" v="611" actId="26606"/>
          <ac:picMkLst>
            <pc:docMk/>
            <pc:sldMk cId="1781843694" sldId="305"/>
            <ac:picMk id="7" creationId="{67C02F97-2203-DACA-872B-AF1956247E3D}"/>
          </ac:picMkLst>
        </pc:picChg>
        <pc:inkChg chg="add del">
          <ac:chgData name="Esraa Mohamed" userId="32a53f8955a3383c" providerId="LiveId" clId="{F10043CA-7E0C-4C5B-B8AD-80B51C33A480}" dt="2026-08-28T21:33:47.985" v="1250"/>
          <ac:inkMkLst>
            <pc:docMk/>
            <pc:sldMk cId="1781843694" sldId="305"/>
            <ac:inkMk id="4" creationId="{A87DECFD-77FD-CF42-75C1-4B6600123A87}"/>
          </ac:inkMkLst>
        </pc:inkChg>
        <pc:inkChg chg="add del">
          <ac:chgData name="Esraa Mohamed" userId="32a53f8955a3383c" providerId="LiveId" clId="{F10043CA-7E0C-4C5B-B8AD-80B51C33A480}" dt="2026-08-28T21:33:47.985" v="1251"/>
          <ac:inkMkLst>
            <pc:docMk/>
            <pc:sldMk cId="1781843694" sldId="305"/>
            <ac:inkMk id="5" creationId="{E706DDCA-7112-126B-C3D1-F9063CAE34B3}"/>
          </ac:inkMkLst>
        </pc:inkChg>
        <pc:inkChg chg="add del mod">
          <ac:chgData name="Esraa Mohamed" userId="32a53f8955a3383c" providerId="LiveId" clId="{F10043CA-7E0C-4C5B-B8AD-80B51C33A480}" dt="2026-08-28T21:33:50.912" v="1256"/>
          <ac:inkMkLst>
            <pc:docMk/>
            <pc:sldMk cId="1781843694" sldId="305"/>
            <ac:inkMk id="8" creationId="{F4B19B18-6C3C-8E14-5B03-7A3DCA695FB7}"/>
          </ac:inkMkLst>
        </pc:inkChg>
        <pc:inkChg chg="add del">
          <ac:chgData name="Esraa Mohamed" userId="32a53f8955a3383c" providerId="LiveId" clId="{F10043CA-7E0C-4C5B-B8AD-80B51C33A480}" dt="2026-08-28T21:33:50.912" v="1255"/>
          <ac:inkMkLst>
            <pc:docMk/>
            <pc:sldMk cId="1781843694" sldId="305"/>
            <ac:inkMk id="9" creationId="{855DBECB-89D6-DAC5-88F5-4750D7492A56}"/>
          </ac:inkMkLst>
        </pc:inkChg>
        <pc:inkChg chg="add del">
          <ac:chgData name="Esraa Mohamed" userId="32a53f8955a3383c" providerId="LiveId" clId="{F10043CA-7E0C-4C5B-B8AD-80B51C33A480}" dt="2026-08-28T21:33:50.912" v="1259"/>
          <ac:inkMkLst>
            <pc:docMk/>
            <pc:sldMk cId="1781843694" sldId="305"/>
            <ac:inkMk id="10" creationId="{E267359E-28E4-EF6D-15D5-B6C060537963}"/>
          </ac:inkMkLst>
        </pc:inkChg>
        <pc:inkChg chg="add del">
          <ac:chgData name="Esraa Mohamed" userId="32a53f8955a3383c" providerId="LiveId" clId="{F10043CA-7E0C-4C5B-B8AD-80B51C33A480}" dt="2026-08-28T21:33:50.912" v="1257"/>
          <ac:inkMkLst>
            <pc:docMk/>
            <pc:sldMk cId="1781843694" sldId="305"/>
            <ac:inkMk id="12" creationId="{98E1E234-9EF1-1254-2F2D-FC8A517F950A}"/>
          </ac:inkMkLst>
        </pc:inkChg>
        <pc:inkChg chg="add del mod">
          <ac:chgData name="Esraa Mohamed" userId="32a53f8955a3383c" providerId="LiveId" clId="{F10043CA-7E0C-4C5B-B8AD-80B51C33A480}" dt="2026-08-28T21:33:50.912" v="1258"/>
          <ac:inkMkLst>
            <pc:docMk/>
            <pc:sldMk cId="1781843694" sldId="305"/>
            <ac:inkMk id="14" creationId="{326ADF1B-5407-3BBB-733D-EEA17BDA6AE5}"/>
          </ac:inkMkLst>
        </pc:inkChg>
        <pc:inkChg chg="add del mod">
          <ac:chgData name="Esraa Mohamed" userId="32a53f8955a3383c" providerId="LiveId" clId="{F10043CA-7E0C-4C5B-B8AD-80B51C33A480}" dt="2026-08-28T21:33:47.985" v="1253"/>
          <ac:inkMkLst>
            <pc:docMk/>
            <pc:sldMk cId="1781843694" sldId="305"/>
            <ac:inkMk id="15" creationId="{52BAA24D-8FD6-D35C-6B7D-F25639BB5573}"/>
          </ac:inkMkLst>
        </pc:inkChg>
        <pc:inkChg chg="add del mod">
          <ac:chgData name="Esraa Mohamed" userId="32a53f8955a3383c" providerId="LiveId" clId="{F10043CA-7E0C-4C5B-B8AD-80B51C33A480}" dt="2026-08-28T21:33:47.985" v="1254"/>
          <ac:inkMkLst>
            <pc:docMk/>
            <pc:sldMk cId="1781843694" sldId="305"/>
            <ac:inkMk id="16" creationId="{2879DC7D-2263-A2BB-EF9F-E596218B2017}"/>
          </ac:inkMkLst>
        </pc:inkChg>
        <pc:inkChg chg="add del">
          <ac:chgData name="Esraa Mohamed" userId="32a53f8955a3383c" providerId="LiveId" clId="{F10043CA-7E0C-4C5B-B8AD-80B51C33A480}" dt="2026-08-28T21:33:47.985" v="1252"/>
          <ac:inkMkLst>
            <pc:docMk/>
            <pc:sldMk cId="1781843694" sldId="305"/>
            <ac:inkMk id="18" creationId="{A221378D-102F-0FD0-D1EB-FA54AFB45D6A}"/>
          </ac:inkMkLst>
        </pc:inkChg>
      </pc:sldChg>
      <pc:sldChg chg="addSp delSp modSp new mod setBg">
        <pc:chgData name="Esraa Mohamed" userId="32a53f8955a3383c" providerId="LiveId" clId="{F10043CA-7E0C-4C5B-B8AD-80B51C33A480}" dt="2026-08-28T21:33:56.238" v="1263"/>
        <pc:sldMkLst>
          <pc:docMk/>
          <pc:sldMk cId="253677503" sldId="306"/>
        </pc:sldMkLst>
        <pc:spChg chg="mod">
          <ac:chgData name="Esraa Mohamed" userId="32a53f8955a3383c" providerId="LiveId" clId="{F10043CA-7E0C-4C5B-B8AD-80B51C33A480}" dt="2026-08-25T06:25:56.615" v="685" actId="20577"/>
          <ac:spMkLst>
            <pc:docMk/>
            <pc:sldMk cId="253677503" sldId="306"/>
            <ac:spMk id="2" creationId="{E9B51EA2-F24F-876C-159C-780221F8A001}"/>
          </ac:spMkLst>
        </pc:spChg>
        <pc:spChg chg="mod">
          <ac:chgData name="Esraa Mohamed" userId="32a53f8955a3383c" providerId="LiveId" clId="{F10043CA-7E0C-4C5B-B8AD-80B51C33A480}" dt="2026-08-25T06:26:10.844" v="686"/>
          <ac:spMkLst>
            <pc:docMk/>
            <pc:sldMk cId="253677503" sldId="306"/>
            <ac:spMk id="3" creationId="{0D503B75-599C-D207-B1C9-E62B8CEE6BEA}"/>
          </ac:spMkLst>
        </pc:spChg>
        <pc:spChg chg="add">
          <ac:chgData name="Esraa Mohamed" userId="32a53f8955a3383c" providerId="LiveId" clId="{F10043CA-7E0C-4C5B-B8AD-80B51C33A480}" dt="2026-08-25T06:25:25.980" v="671" actId="26606"/>
          <ac:spMkLst>
            <pc:docMk/>
            <pc:sldMk cId="253677503" sldId="306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5T06:25:25.980" v="671" actId="26606"/>
          <ac:spMkLst>
            <pc:docMk/>
            <pc:sldMk cId="253677503" sldId="306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5T06:25:25.980" v="671" actId="26606"/>
          <ac:spMkLst>
            <pc:docMk/>
            <pc:sldMk cId="253677503" sldId="306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5T06:25:25.980" v="671" actId="26606"/>
          <ac:spMkLst>
            <pc:docMk/>
            <pc:sldMk cId="253677503" sldId="306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25T06:25:25.980" v="671" actId="26606"/>
          <ac:picMkLst>
            <pc:docMk/>
            <pc:sldMk cId="253677503" sldId="306"/>
            <ac:picMk id="5" creationId="{9D66EE16-F2E2-58F5-F5B1-0A25E08504CD}"/>
          </ac:picMkLst>
        </pc:picChg>
        <pc:inkChg chg="add del">
          <ac:chgData name="Esraa Mohamed" userId="32a53f8955a3383c" providerId="LiveId" clId="{F10043CA-7E0C-4C5B-B8AD-80B51C33A480}" dt="2026-08-28T21:33:56.238" v="1261"/>
          <ac:inkMkLst>
            <pc:docMk/>
            <pc:sldMk cId="253677503" sldId="306"/>
            <ac:inkMk id="4" creationId="{FB0E3F3A-AD44-93E9-A784-2059D261F1A6}"/>
          </ac:inkMkLst>
        </pc:inkChg>
        <pc:inkChg chg="add del">
          <ac:chgData name="Esraa Mohamed" userId="32a53f8955a3383c" providerId="LiveId" clId="{F10043CA-7E0C-4C5B-B8AD-80B51C33A480}" dt="2026-08-28T21:33:56.238" v="1262"/>
          <ac:inkMkLst>
            <pc:docMk/>
            <pc:sldMk cId="253677503" sldId="306"/>
            <ac:inkMk id="7" creationId="{DA37D278-F098-07C5-360C-876489DF0D6D}"/>
          </ac:inkMkLst>
        </pc:inkChg>
        <pc:inkChg chg="add del">
          <ac:chgData name="Esraa Mohamed" userId="32a53f8955a3383c" providerId="LiveId" clId="{F10043CA-7E0C-4C5B-B8AD-80B51C33A480}" dt="2026-08-28T21:33:56.238" v="1260"/>
          <ac:inkMkLst>
            <pc:docMk/>
            <pc:sldMk cId="253677503" sldId="306"/>
            <ac:inkMk id="8" creationId="{FF675D5B-8E76-5E35-DC32-A3D7243B17F6}"/>
          </ac:inkMkLst>
        </pc:inkChg>
        <pc:inkChg chg="add del">
          <ac:chgData name="Esraa Mohamed" userId="32a53f8955a3383c" providerId="LiveId" clId="{F10043CA-7E0C-4C5B-B8AD-80B51C33A480}" dt="2026-08-28T21:33:56.238" v="1263"/>
          <ac:inkMkLst>
            <pc:docMk/>
            <pc:sldMk cId="253677503" sldId="306"/>
            <ac:inkMk id="9" creationId="{D7B3F0B2-F7A8-659F-60B7-4DA551C8BDAD}"/>
          </ac:inkMkLst>
        </pc:inkChg>
      </pc:sldChg>
      <pc:sldChg chg="addSp delSp modSp new mod setBg">
        <pc:chgData name="Esraa Mohamed" userId="32a53f8955a3383c" providerId="LiveId" clId="{F10043CA-7E0C-4C5B-B8AD-80B51C33A480}" dt="2026-08-28T21:34:03.722" v="1277"/>
        <pc:sldMkLst>
          <pc:docMk/>
          <pc:sldMk cId="561509031" sldId="307"/>
        </pc:sldMkLst>
        <pc:spChg chg="mod">
          <ac:chgData name="Esraa Mohamed" userId="32a53f8955a3383c" providerId="LiveId" clId="{F10043CA-7E0C-4C5B-B8AD-80B51C33A480}" dt="2026-08-25T06:28:58.492" v="700" actId="26606"/>
          <ac:spMkLst>
            <pc:docMk/>
            <pc:sldMk cId="561509031" sldId="307"/>
            <ac:spMk id="2" creationId="{4095ABAF-399A-ED0A-A4EC-A8859B623B07}"/>
          </ac:spMkLst>
        </pc:spChg>
        <pc:spChg chg="mod">
          <ac:chgData name="Esraa Mohamed" userId="32a53f8955a3383c" providerId="LiveId" clId="{F10043CA-7E0C-4C5B-B8AD-80B51C33A480}" dt="2026-08-25T06:30:07.528" v="708" actId="15"/>
          <ac:spMkLst>
            <pc:docMk/>
            <pc:sldMk cId="561509031" sldId="307"/>
            <ac:spMk id="3" creationId="{4343969B-1514-BAAE-3784-CA9D491833F5}"/>
          </ac:spMkLst>
        </pc:spChg>
        <pc:spChg chg="add">
          <ac:chgData name="Esraa Mohamed" userId="32a53f8955a3383c" providerId="LiveId" clId="{F10043CA-7E0C-4C5B-B8AD-80B51C33A480}" dt="2026-08-25T06:28:58.492" v="700" actId="26606"/>
          <ac:spMkLst>
            <pc:docMk/>
            <pc:sldMk cId="561509031" sldId="307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5T06:28:58.492" v="700" actId="26606"/>
          <ac:spMkLst>
            <pc:docMk/>
            <pc:sldMk cId="561509031" sldId="307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5T06:28:58.492" v="700" actId="26606"/>
          <ac:spMkLst>
            <pc:docMk/>
            <pc:sldMk cId="561509031" sldId="307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5T06:28:58.492" v="700" actId="26606"/>
          <ac:spMkLst>
            <pc:docMk/>
            <pc:sldMk cId="561509031" sldId="307"/>
            <ac:spMk id="16" creationId="{E6995CE5-F890-4ABA-82A2-26507CE8D2A3}"/>
          </ac:spMkLst>
        </pc:spChg>
        <pc:grpChg chg="del mod">
          <ac:chgData name="Esraa Mohamed" userId="32a53f8955a3383c" providerId="LiveId" clId="{F10043CA-7E0C-4C5B-B8AD-80B51C33A480}" dt="2026-08-28T21:34:01.490" v="1265"/>
          <ac:grpSpMkLst>
            <pc:docMk/>
            <pc:sldMk cId="561509031" sldId="307"/>
            <ac:grpSpMk id="28" creationId="{A4EB0AAA-D56E-CBAB-0D41-F99FC0A80F35}"/>
          </ac:grpSpMkLst>
        </pc:grpChg>
        <pc:picChg chg="add mod">
          <ac:chgData name="Esraa Mohamed" userId="32a53f8955a3383c" providerId="LiveId" clId="{F10043CA-7E0C-4C5B-B8AD-80B51C33A480}" dt="2026-08-25T06:28:58.492" v="700" actId="26606"/>
          <ac:picMkLst>
            <pc:docMk/>
            <pc:sldMk cId="561509031" sldId="307"/>
            <ac:picMk id="5" creationId="{BB51B1DB-C56D-A5EF-98CF-359A8081F74F}"/>
          </ac:picMkLst>
        </pc:picChg>
        <pc:inkChg chg="add del">
          <ac:chgData name="Esraa Mohamed" userId="32a53f8955a3383c" providerId="LiveId" clId="{F10043CA-7E0C-4C5B-B8AD-80B51C33A480}" dt="2026-08-28T21:34:03.722" v="1274"/>
          <ac:inkMkLst>
            <pc:docMk/>
            <pc:sldMk cId="561509031" sldId="307"/>
            <ac:inkMk id="6" creationId="{13B32477-859E-D714-75E5-797021313B21}"/>
          </ac:inkMkLst>
        </pc:inkChg>
        <pc:inkChg chg="add del">
          <ac:chgData name="Esraa Mohamed" userId="32a53f8955a3383c" providerId="LiveId" clId="{F10043CA-7E0C-4C5B-B8AD-80B51C33A480}" dt="2026-08-28T21:34:03.722" v="1276"/>
          <ac:inkMkLst>
            <pc:docMk/>
            <pc:sldMk cId="561509031" sldId="307"/>
            <ac:inkMk id="7" creationId="{D28753A6-50EA-F4A6-ACBB-7C872DC5C7FD}"/>
          </ac:inkMkLst>
        </pc:inkChg>
        <pc:inkChg chg="add del">
          <ac:chgData name="Esraa Mohamed" userId="32a53f8955a3383c" providerId="LiveId" clId="{F10043CA-7E0C-4C5B-B8AD-80B51C33A480}" dt="2026-08-28T21:34:03.722" v="1277"/>
          <ac:inkMkLst>
            <pc:docMk/>
            <pc:sldMk cId="561509031" sldId="307"/>
            <ac:inkMk id="9" creationId="{E4A73CF6-4B48-93F7-45F7-F2A8BCC005DC}"/>
          </ac:inkMkLst>
        </pc:inkChg>
        <pc:inkChg chg="add del">
          <ac:chgData name="Esraa Mohamed" userId="32a53f8955a3383c" providerId="LiveId" clId="{F10043CA-7E0C-4C5B-B8AD-80B51C33A480}" dt="2026-08-28T21:34:01.490" v="1271"/>
          <ac:inkMkLst>
            <pc:docMk/>
            <pc:sldMk cId="561509031" sldId="307"/>
            <ac:inkMk id="11" creationId="{7FFB71B3-DC03-5F95-6629-D8047CC6A48B}"/>
          </ac:inkMkLst>
        </pc:inkChg>
        <pc:inkChg chg="add del">
          <ac:chgData name="Esraa Mohamed" userId="32a53f8955a3383c" providerId="LiveId" clId="{F10043CA-7E0C-4C5B-B8AD-80B51C33A480}" dt="2026-08-28T21:34:01.490" v="1267"/>
          <ac:inkMkLst>
            <pc:docMk/>
            <pc:sldMk cId="561509031" sldId="307"/>
            <ac:inkMk id="13" creationId="{6C006FA5-E07E-9D50-854F-0173379098BE}"/>
          </ac:inkMkLst>
        </pc:inkChg>
        <pc:inkChg chg="add del">
          <ac:chgData name="Esraa Mohamed" userId="32a53f8955a3383c" providerId="LiveId" clId="{F10043CA-7E0C-4C5B-B8AD-80B51C33A480}" dt="2026-08-28T21:34:01.490" v="1264"/>
          <ac:inkMkLst>
            <pc:docMk/>
            <pc:sldMk cId="561509031" sldId="307"/>
            <ac:inkMk id="15" creationId="{3DA24EC0-4847-A5BD-9E36-8DE717070D8C}"/>
          </ac:inkMkLst>
        </pc:inkChg>
        <pc:inkChg chg="add del">
          <ac:chgData name="Esraa Mohamed" userId="32a53f8955a3383c" providerId="LiveId" clId="{F10043CA-7E0C-4C5B-B8AD-80B51C33A480}" dt="2026-08-28T21:34:01.490" v="1273"/>
          <ac:inkMkLst>
            <pc:docMk/>
            <pc:sldMk cId="561509031" sldId="307"/>
            <ac:inkMk id="17" creationId="{7202E656-7CA5-7B7C-8D7C-CEC8489A81FE}"/>
          </ac:inkMkLst>
        </pc:inkChg>
        <pc:inkChg chg="add del">
          <ac:chgData name="Esraa Mohamed" userId="32a53f8955a3383c" providerId="LiveId" clId="{F10043CA-7E0C-4C5B-B8AD-80B51C33A480}" dt="2026-08-28T21:34:01.490" v="1270"/>
          <ac:inkMkLst>
            <pc:docMk/>
            <pc:sldMk cId="561509031" sldId="307"/>
            <ac:inkMk id="19" creationId="{821F4B80-B1F2-B71B-2D57-2B3A4CE35AC3}"/>
          </ac:inkMkLst>
        </pc:inkChg>
        <pc:inkChg chg="add del">
          <ac:chgData name="Esraa Mohamed" userId="32a53f8955a3383c" providerId="LiveId" clId="{F10043CA-7E0C-4C5B-B8AD-80B51C33A480}" dt="2026-08-28T21:34:01.490" v="1272"/>
          <ac:inkMkLst>
            <pc:docMk/>
            <pc:sldMk cId="561509031" sldId="307"/>
            <ac:inkMk id="20" creationId="{99EEF3EB-B255-301D-6C13-D32A37E05BB5}"/>
          </ac:inkMkLst>
        </pc:inkChg>
        <pc:inkChg chg="add del">
          <ac:chgData name="Esraa Mohamed" userId="32a53f8955a3383c" providerId="LiveId" clId="{F10043CA-7E0C-4C5B-B8AD-80B51C33A480}" dt="2026-08-28T21:34:01.490" v="1266"/>
          <ac:inkMkLst>
            <pc:docMk/>
            <pc:sldMk cId="561509031" sldId="307"/>
            <ac:inkMk id="21" creationId="{80B99457-CD1D-3B14-457F-4F13F898B244}"/>
          </ac:inkMkLst>
        </pc:inkChg>
        <pc:inkChg chg="add del">
          <ac:chgData name="Esraa Mohamed" userId="32a53f8955a3383c" providerId="LiveId" clId="{F10043CA-7E0C-4C5B-B8AD-80B51C33A480}" dt="2026-08-28T21:34:01.490" v="1268"/>
          <ac:inkMkLst>
            <pc:docMk/>
            <pc:sldMk cId="561509031" sldId="307"/>
            <ac:inkMk id="23" creationId="{DAC68085-209B-90CE-FA6A-163C661DE523}"/>
          </ac:inkMkLst>
        </pc:inkChg>
        <pc:inkChg chg="add">
          <ac:chgData name="Esraa Mohamed" userId="32a53f8955a3383c" providerId="LiveId" clId="{F10043CA-7E0C-4C5B-B8AD-80B51C33A480}" dt="2026-08-25T09:40:44.449" v="1088"/>
          <ac:inkMkLst>
            <pc:docMk/>
            <pc:sldMk cId="561509031" sldId="307"/>
            <ac:inkMk id="25" creationId="{A45D2B13-A622-E775-58F2-129A3244DAB5}"/>
          </ac:inkMkLst>
        </pc:inkChg>
        <pc:inkChg chg="add del mod">
          <ac:chgData name="Esraa Mohamed" userId="32a53f8955a3383c" providerId="LiveId" clId="{F10043CA-7E0C-4C5B-B8AD-80B51C33A480}" dt="2026-08-28T21:34:01.490" v="1265"/>
          <ac:inkMkLst>
            <pc:docMk/>
            <pc:sldMk cId="561509031" sldId="307"/>
            <ac:inkMk id="26" creationId="{700CB47C-E839-9EC1-49EC-74728D0E61AB}"/>
          </ac:inkMkLst>
        </pc:inkChg>
        <pc:inkChg chg="add del mod">
          <ac:chgData name="Esraa Mohamed" userId="32a53f8955a3383c" providerId="LiveId" clId="{F10043CA-7E0C-4C5B-B8AD-80B51C33A480}" dt="2026-08-28T21:34:01.490" v="1269"/>
          <ac:inkMkLst>
            <pc:docMk/>
            <pc:sldMk cId="561509031" sldId="307"/>
            <ac:inkMk id="27" creationId="{3F7CD7B7-385C-CBB6-275A-AA0939ADA65C}"/>
          </ac:inkMkLst>
        </pc:inkChg>
        <pc:inkChg chg="add del">
          <ac:chgData name="Esraa Mohamed" userId="32a53f8955a3383c" providerId="LiveId" clId="{F10043CA-7E0C-4C5B-B8AD-80B51C33A480}" dt="2026-08-28T21:34:03.722" v="1275"/>
          <ac:inkMkLst>
            <pc:docMk/>
            <pc:sldMk cId="561509031" sldId="307"/>
            <ac:inkMk id="29" creationId="{792C7CBA-D6F6-49DF-0626-D6614DD70F72}"/>
          </ac:inkMkLst>
        </pc:inkChg>
      </pc:sldChg>
      <pc:sldChg chg="addSp delSp modSp new mod setBg">
        <pc:chgData name="Esraa Mohamed" userId="32a53f8955a3383c" providerId="LiveId" clId="{F10043CA-7E0C-4C5B-B8AD-80B51C33A480}" dt="2026-08-28T21:34:11.528" v="1289"/>
        <pc:sldMkLst>
          <pc:docMk/>
          <pc:sldMk cId="1805499258" sldId="308"/>
        </pc:sldMkLst>
        <pc:spChg chg="mod">
          <ac:chgData name="Esraa Mohamed" userId="32a53f8955a3383c" providerId="LiveId" clId="{F10043CA-7E0C-4C5B-B8AD-80B51C33A480}" dt="2026-08-25T06:32:54.046" v="718" actId="26606"/>
          <ac:spMkLst>
            <pc:docMk/>
            <pc:sldMk cId="1805499258" sldId="308"/>
            <ac:spMk id="2" creationId="{A84C3E61-01B6-26DB-7809-EAF8BA32FDA7}"/>
          </ac:spMkLst>
        </pc:spChg>
        <pc:spChg chg="mod">
          <ac:chgData name="Esraa Mohamed" userId="32a53f8955a3383c" providerId="LiveId" clId="{F10043CA-7E0C-4C5B-B8AD-80B51C33A480}" dt="2026-08-25T06:33:35.878" v="725" actId="20577"/>
          <ac:spMkLst>
            <pc:docMk/>
            <pc:sldMk cId="1805499258" sldId="308"/>
            <ac:spMk id="3" creationId="{04A68A20-D561-043D-0ECD-F14917360853}"/>
          </ac:spMkLst>
        </pc:spChg>
        <pc:spChg chg="add">
          <ac:chgData name="Esraa Mohamed" userId="32a53f8955a3383c" providerId="LiveId" clId="{F10043CA-7E0C-4C5B-B8AD-80B51C33A480}" dt="2026-08-25T06:32:54.046" v="718" actId="26606"/>
          <ac:spMkLst>
            <pc:docMk/>
            <pc:sldMk cId="1805499258" sldId="308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5T06:32:54.046" v="718" actId="26606"/>
          <ac:spMkLst>
            <pc:docMk/>
            <pc:sldMk cId="1805499258" sldId="308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5T06:32:54.046" v="718" actId="26606"/>
          <ac:spMkLst>
            <pc:docMk/>
            <pc:sldMk cId="1805499258" sldId="308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5T06:32:54.046" v="718" actId="26606"/>
          <ac:spMkLst>
            <pc:docMk/>
            <pc:sldMk cId="1805499258" sldId="308"/>
            <ac:spMk id="16" creationId="{E6995CE5-F890-4ABA-82A2-26507CE8D2A3}"/>
          </ac:spMkLst>
        </pc:spChg>
        <pc:grpChg chg="del mod">
          <ac:chgData name="Esraa Mohamed" userId="32a53f8955a3383c" providerId="LiveId" clId="{F10043CA-7E0C-4C5B-B8AD-80B51C33A480}" dt="2026-08-28T21:34:09.361" v="1283"/>
          <ac:grpSpMkLst>
            <pc:docMk/>
            <pc:sldMk cId="1805499258" sldId="308"/>
            <ac:grpSpMk id="13" creationId="{49B9BC93-D75E-43FB-846A-317CBBB6586F}"/>
          </ac:grpSpMkLst>
        </pc:grpChg>
        <pc:picChg chg="add mod">
          <ac:chgData name="Esraa Mohamed" userId="32a53f8955a3383c" providerId="LiveId" clId="{F10043CA-7E0C-4C5B-B8AD-80B51C33A480}" dt="2026-08-25T06:32:54.046" v="718" actId="26606"/>
          <ac:picMkLst>
            <pc:docMk/>
            <pc:sldMk cId="1805499258" sldId="308"/>
            <ac:picMk id="5" creationId="{2B6168D2-3DE4-DB38-14E1-C8105710CCDE}"/>
          </ac:picMkLst>
        </pc:picChg>
        <pc:inkChg chg="add del mod">
          <ac:chgData name="Esraa Mohamed" userId="32a53f8955a3383c" providerId="LiveId" clId="{F10043CA-7E0C-4C5B-B8AD-80B51C33A480}" dt="2026-08-28T21:34:09.361" v="1284"/>
          <ac:inkMkLst>
            <pc:docMk/>
            <pc:sldMk cId="1805499258" sldId="308"/>
            <ac:inkMk id="4" creationId="{CE4CA808-9FD5-689A-98E0-F47D7D8DE713}"/>
          </ac:inkMkLst>
        </pc:inkChg>
        <pc:inkChg chg="add del mod">
          <ac:chgData name="Esraa Mohamed" userId="32a53f8955a3383c" providerId="LiveId" clId="{F10043CA-7E0C-4C5B-B8AD-80B51C33A480}" dt="2026-08-28T21:34:09.361" v="1281"/>
          <ac:inkMkLst>
            <pc:docMk/>
            <pc:sldMk cId="1805499258" sldId="308"/>
            <ac:inkMk id="6" creationId="{11CC1AD3-966A-023B-9926-B0C779B2F0E3}"/>
          </ac:inkMkLst>
        </pc:inkChg>
        <pc:inkChg chg="add del mod">
          <ac:chgData name="Esraa Mohamed" userId="32a53f8955a3383c" providerId="LiveId" clId="{F10043CA-7E0C-4C5B-B8AD-80B51C33A480}" dt="2026-08-28T21:34:09.361" v="1283"/>
          <ac:inkMkLst>
            <pc:docMk/>
            <pc:sldMk cId="1805499258" sldId="308"/>
            <ac:inkMk id="8" creationId="{F03F2930-AAAD-BA43-2790-D57DABDC592A}"/>
          </ac:inkMkLst>
        </pc:inkChg>
        <pc:inkChg chg="add del mod">
          <ac:chgData name="Esraa Mohamed" userId="32a53f8955a3383c" providerId="LiveId" clId="{F10043CA-7E0C-4C5B-B8AD-80B51C33A480}" dt="2026-08-28T21:34:09.361" v="1278"/>
          <ac:inkMkLst>
            <pc:docMk/>
            <pc:sldMk cId="1805499258" sldId="308"/>
            <ac:inkMk id="9" creationId="{267B1247-2D40-E2CC-A15D-E2ED541DDF7F}"/>
          </ac:inkMkLst>
        </pc:inkChg>
        <pc:inkChg chg="add del mod">
          <ac:chgData name="Esraa Mohamed" userId="32a53f8955a3383c" providerId="LiveId" clId="{F10043CA-7E0C-4C5B-B8AD-80B51C33A480}" dt="2026-08-28T21:34:09.361" v="1280"/>
          <ac:inkMkLst>
            <pc:docMk/>
            <pc:sldMk cId="1805499258" sldId="308"/>
            <ac:inkMk id="11" creationId="{76C2F052-88B7-BDC1-A0DD-3203F1A10447}"/>
          </ac:inkMkLst>
        </pc:inkChg>
        <pc:inkChg chg="add del">
          <ac:chgData name="Esraa Mohamed" userId="32a53f8955a3383c" providerId="LiveId" clId="{F10043CA-7E0C-4C5B-B8AD-80B51C33A480}" dt="2026-08-28T21:34:09.361" v="1279"/>
          <ac:inkMkLst>
            <pc:docMk/>
            <pc:sldMk cId="1805499258" sldId="308"/>
            <ac:inkMk id="17" creationId="{677A4A8A-59F1-74E8-219B-A964F54832BD}"/>
          </ac:inkMkLst>
        </pc:inkChg>
        <pc:inkChg chg="add del">
          <ac:chgData name="Esraa Mohamed" userId="32a53f8955a3383c" providerId="LiveId" clId="{F10043CA-7E0C-4C5B-B8AD-80B51C33A480}" dt="2026-08-28T21:34:09.361" v="1285"/>
          <ac:inkMkLst>
            <pc:docMk/>
            <pc:sldMk cId="1805499258" sldId="308"/>
            <ac:inkMk id="19" creationId="{C77C2035-DDEB-EFFD-5647-1761F253EFF4}"/>
          </ac:inkMkLst>
        </pc:inkChg>
        <pc:inkChg chg="add del">
          <ac:chgData name="Esraa Mohamed" userId="32a53f8955a3383c" providerId="LiveId" clId="{F10043CA-7E0C-4C5B-B8AD-80B51C33A480}" dt="2026-08-28T21:34:11.528" v="1287"/>
          <ac:inkMkLst>
            <pc:docMk/>
            <pc:sldMk cId="1805499258" sldId="308"/>
            <ac:inkMk id="20" creationId="{0F4C1BCF-A0C3-FFA3-BF71-7C8E168853E2}"/>
          </ac:inkMkLst>
        </pc:inkChg>
        <pc:inkChg chg="add del mod">
          <ac:chgData name="Esraa Mohamed" userId="32a53f8955a3383c" providerId="LiveId" clId="{F10043CA-7E0C-4C5B-B8AD-80B51C33A480}" dt="2026-08-28T21:34:11.528" v="1289"/>
          <ac:inkMkLst>
            <pc:docMk/>
            <pc:sldMk cId="1805499258" sldId="308"/>
            <ac:inkMk id="22" creationId="{24FF8C99-E956-0DAD-A497-EE6E57759CC6}"/>
          </ac:inkMkLst>
        </pc:inkChg>
        <pc:inkChg chg="add del">
          <ac:chgData name="Esraa Mohamed" userId="32a53f8955a3383c" providerId="LiveId" clId="{F10043CA-7E0C-4C5B-B8AD-80B51C33A480}" dt="2026-08-28T21:34:11.528" v="1288"/>
          <ac:inkMkLst>
            <pc:docMk/>
            <pc:sldMk cId="1805499258" sldId="308"/>
            <ac:inkMk id="23" creationId="{10618B26-1B84-547B-3702-8D4D5317FAE4}"/>
          </ac:inkMkLst>
        </pc:inkChg>
        <pc:inkChg chg="add del">
          <ac:chgData name="Esraa Mohamed" userId="32a53f8955a3383c" providerId="LiveId" clId="{F10043CA-7E0C-4C5B-B8AD-80B51C33A480}" dt="2026-08-28T21:34:11.528" v="1286"/>
          <ac:inkMkLst>
            <pc:docMk/>
            <pc:sldMk cId="1805499258" sldId="308"/>
            <ac:inkMk id="25" creationId="{E6B2712A-1645-E5B7-E1FD-8F9DCFFE6D75}"/>
          </ac:inkMkLst>
        </pc:inkChg>
        <pc:inkChg chg="add del">
          <ac:chgData name="Esraa Mohamed" userId="32a53f8955a3383c" providerId="LiveId" clId="{F10043CA-7E0C-4C5B-B8AD-80B51C33A480}" dt="2026-08-28T21:34:09.361" v="1282"/>
          <ac:inkMkLst>
            <pc:docMk/>
            <pc:sldMk cId="1805499258" sldId="308"/>
            <ac:inkMk id="26" creationId="{7E23E578-26F9-917D-B955-BF779000E96E}"/>
          </ac:inkMkLst>
        </pc:inkChg>
      </pc:sldChg>
      <pc:sldChg chg="addSp delSp modSp new mod setBg">
        <pc:chgData name="Esraa Mohamed" userId="32a53f8955a3383c" providerId="LiveId" clId="{F10043CA-7E0C-4C5B-B8AD-80B51C33A480}" dt="2026-08-28T21:34:19.543" v="1302"/>
        <pc:sldMkLst>
          <pc:docMk/>
          <pc:sldMk cId="111416678" sldId="309"/>
        </pc:sldMkLst>
        <pc:spChg chg="mod">
          <ac:chgData name="Esraa Mohamed" userId="32a53f8955a3383c" providerId="LiveId" clId="{F10043CA-7E0C-4C5B-B8AD-80B51C33A480}" dt="2026-08-25T06:36:06.111" v="733" actId="26606"/>
          <ac:spMkLst>
            <pc:docMk/>
            <pc:sldMk cId="111416678" sldId="309"/>
            <ac:spMk id="2" creationId="{B2F84D31-B573-E1B5-A42F-DA8ACA3A277D}"/>
          </ac:spMkLst>
        </pc:spChg>
        <pc:spChg chg="mod">
          <ac:chgData name="Esraa Mohamed" userId="32a53f8955a3383c" providerId="LiveId" clId="{F10043CA-7E0C-4C5B-B8AD-80B51C33A480}" dt="2026-08-25T06:44:30.853" v="773" actId="15"/>
          <ac:spMkLst>
            <pc:docMk/>
            <pc:sldMk cId="111416678" sldId="309"/>
            <ac:spMk id="3" creationId="{354F577F-3132-57A4-DCE9-D4FE3DB4F02B}"/>
          </ac:spMkLst>
        </pc:spChg>
        <pc:spChg chg="add">
          <ac:chgData name="Esraa Mohamed" userId="32a53f8955a3383c" providerId="LiveId" clId="{F10043CA-7E0C-4C5B-B8AD-80B51C33A480}" dt="2026-08-25T06:36:06.111" v="733" actId="26606"/>
          <ac:spMkLst>
            <pc:docMk/>
            <pc:sldMk cId="111416678" sldId="309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5T06:36:06.111" v="733" actId="26606"/>
          <ac:spMkLst>
            <pc:docMk/>
            <pc:sldMk cId="111416678" sldId="309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5T06:36:06.111" v="733" actId="26606"/>
          <ac:spMkLst>
            <pc:docMk/>
            <pc:sldMk cId="111416678" sldId="309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5T06:36:06.111" v="733" actId="26606"/>
          <ac:spMkLst>
            <pc:docMk/>
            <pc:sldMk cId="111416678" sldId="309"/>
            <ac:spMk id="16" creationId="{E6995CE5-F890-4ABA-82A2-26507CE8D2A3}"/>
          </ac:spMkLst>
        </pc:spChg>
        <pc:grpChg chg="del mod">
          <ac:chgData name="Esraa Mohamed" userId="32a53f8955a3383c" providerId="LiveId" clId="{F10043CA-7E0C-4C5B-B8AD-80B51C33A480}" dt="2026-08-28T21:34:18.213" v="1300"/>
          <ac:grpSpMkLst>
            <pc:docMk/>
            <pc:sldMk cId="111416678" sldId="309"/>
            <ac:grpSpMk id="24" creationId="{E6F40CD9-993D-2F86-0651-0684FE7B6B89}"/>
          </ac:grpSpMkLst>
        </pc:grpChg>
        <pc:picChg chg="add mod">
          <ac:chgData name="Esraa Mohamed" userId="32a53f8955a3383c" providerId="LiveId" clId="{F10043CA-7E0C-4C5B-B8AD-80B51C33A480}" dt="2026-08-25T06:36:06.111" v="733" actId="26606"/>
          <ac:picMkLst>
            <pc:docMk/>
            <pc:sldMk cId="111416678" sldId="309"/>
            <ac:picMk id="5" creationId="{0A01CE95-0DC1-5140-1D0A-A8043C87352B}"/>
          </ac:picMkLst>
        </pc:picChg>
        <pc:inkChg chg="add del">
          <ac:chgData name="Esraa Mohamed" userId="32a53f8955a3383c" providerId="LiveId" clId="{F10043CA-7E0C-4C5B-B8AD-80B51C33A480}" dt="2026-08-28T21:34:18.197" v="1290"/>
          <ac:inkMkLst>
            <pc:docMk/>
            <pc:sldMk cId="111416678" sldId="309"/>
            <ac:inkMk id="6" creationId="{9C2DFAB3-AF11-B7F4-5FCD-9CD64A37D264}"/>
          </ac:inkMkLst>
        </pc:inkChg>
        <pc:inkChg chg="add del">
          <ac:chgData name="Esraa Mohamed" userId="32a53f8955a3383c" providerId="LiveId" clId="{F10043CA-7E0C-4C5B-B8AD-80B51C33A480}" dt="2026-08-28T21:34:18.197" v="1293"/>
          <ac:inkMkLst>
            <pc:docMk/>
            <pc:sldMk cId="111416678" sldId="309"/>
            <ac:inkMk id="7" creationId="{924BB559-647E-F225-92AA-A5838A8AA473}"/>
          </ac:inkMkLst>
        </pc:inkChg>
        <pc:inkChg chg="add del">
          <ac:chgData name="Esraa Mohamed" userId="32a53f8955a3383c" providerId="LiveId" clId="{F10043CA-7E0C-4C5B-B8AD-80B51C33A480}" dt="2026-08-28T21:34:18.197" v="1296"/>
          <ac:inkMkLst>
            <pc:docMk/>
            <pc:sldMk cId="111416678" sldId="309"/>
            <ac:inkMk id="8" creationId="{68E1B089-12C6-B599-FFE1-DD1A2E6107DE}"/>
          </ac:inkMkLst>
        </pc:inkChg>
        <pc:inkChg chg="add del">
          <ac:chgData name="Esraa Mohamed" userId="32a53f8955a3383c" providerId="LiveId" clId="{F10043CA-7E0C-4C5B-B8AD-80B51C33A480}" dt="2026-08-28T21:34:18.213" v="1298"/>
          <ac:inkMkLst>
            <pc:docMk/>
            <pc:sldMk cId="111416678" sldId="309"/>
            <ac:inkMk id="9" creationId="{B50739BD-02AF-9975-3795-88C2A569BE2C}"/>
          </ac:inkMkLst>
        </pc:inkChg>
        <pc:inkChg chg="add del">
          <ac:chgData name="Esraa Mohamed" userId="32a53f8955a3383c" providerId="LiveId" clId="{F10043CA-7E0C-4C5B-B8AD-80B51C33A480}" dt="2026-08-28T21:34:18.197" v="1294"/>
          <ac:inkMkLst>
            <pc:docMk/>
            <pc:sldMk cId="111416678" sldId="309"/>
            <ac:inkMk id="11" creationId="{EC7FA91D-5DA7-6C72-ABE4-FEE7354952A9}"/>
          </ac:inkMkLst>
        </pc:inkChg>
        <pc:inkChg chg="add del">
          <ac:chgData name="Esraa Mohamed" userId="32a53f8955a3383c" providerId="LiveId" clId="{F10043CA-7E0C-4C5B-B8AD-80B51C33A480}" dt="2026-08-28T21:34:18.197" v="1291"/>
          <ac:inkMkLst>
            <pc:docMk/>
            <pc:sldMk cId="111416678" sldId="309"/>
            <ac:inkMk id="15" creationId="{F7D85C5B-AC4D-08EC-01CF-0EEAB5991B45}"/>
          </ac:inkMkLst>
        </pc:inkChg>
        <pc:inkChg chg="add del">
          <ac:chgData name="Esraa Mohamed" userId="32a53f8955a3383c" providerId="LiveId" clId="{F10043CA-7E0C-4C5B-B8AD-80B51C33A480}" dt="2026-08-28T21:34:18.197" v="1297"/>
          <ac:inkMkLst>
            <pc:docMk/>
            <pc:sldMk cId="111416678" sldId="309"/>
            <ac:inkMk id="18" creationId="{32EA698A-E19C-E0BF-2F37-D51AA7B5D297}"/>
          </ac:inkMkLst>
        </pc:inkChg>
        <pc:inkChg chg="add del">
          <ac:chgData name="Esraa Mohamed" userId="32a53f8955a3383c" providerId="LiveId" clId="{F10043CA-7E0C-4C5B-B8AD-80B51C33A480}" dt="2026-08-28T21:34:18.197" v="1295"/>
          <ac:inkMkLst>
            <pc:docMk/>
            <pc:sldMk cId="111416678" sldId="309"/>
            <ac:inkMk id="20" creationId="{6A96D687-577D-CEB7-3BA1-380D3F7AFB34}"/>
          </ac:inkMkLst>
        </pc:inkChg>
        <pc:inkChg chg="add del">
          <ac:chgData name="Esraa Mohamed" userId="32a53f8955a3383c" providerId="LiveId" clId="{F10043CA-7E0C-4C5B-B8AD-80B51C33A480}" dt="2026-08-28T21:34:19.543" v="1301"/>
          <ac:inkMkLst>
            <pc:docMk/>
            <pc:sldMk cId="111416678" sldId="309"/>
            <ac:inkMk id="21" creationId="{50521DAC-8F98-C4A9-D9EC-2387F2B1F1CB}"/>
          </ac:inkMkLst>
        </pc:inkChg>
        <pc:inkChg chg="add del mod">
          <ac:chgData name="Esraa Mohamed" userId="32a53f8955a3383c" providerId="LiveId" clId="{F10043CA-7E0C-4C5B-B8AD-80B51C33A480}" dt="2026-08-28T21:34:18.213" v="1300"/>
          <ac:inkMkLst>
            <pc:docMk/>
            <pc:sldMk cId="111416678" sldId="309"/>
            <ac:inkMk id="22" creationId="{5E4DD58F-635C-BCD8-FE50-D8B55E50642E}"/>
          </ac:inkMkLst>
        </pc:inkChg>
        <pc:inkChg chg="add del mod">
          <ac:chgData name="Esraa Mohamed" userId="32a53f8955a3383c" providerId="LiveId" clId="{F10043CA-7E0C-4C5B-B8AD-80B51C33A480}" dt="2026-08-28T21:34:19.543" v="1302"/>
          <ac:inkMkLst>
            <pc:docMk/>
            <pc:sldMk cId="111416678" sldId="309"/>
            <ac:inkMk id="23" creationId="{F57F0702-045A-A6BA-C0FD-24958F27D902}"/>
          </ac:inkMkLst>
        </pc:inkChg>
        <pc:inkChg chg="add del">
          <ac:chgData name="Esraa Mohamed" userId="32a53f8955a3383c" providerId="LiveId" clId="{F10043CA-7E0C-4C5B-B8AD-80B51C33A480}" dt="2026-08-28T21:34:18.213" v="1299"/>
          <ac:inkMkLst>
            <pc:docMk/>
            <pc:sldMk cId="111416678" sldId="309"/>
            <ac:inkMk id="25" creationId="{F198100A-EAE6-676F-0528-A23E79B67FA7}"/>
          </ac:inkMkLst>
        </pc:inkChg>
        <pc:inkChg chg="add del">
          <ac:chgData name="Esraa Mohamed" userId="32a53f8955a3383c" providerId="LiveId" clId="{F10043CA-7E0C-4C5B-B8AD-80B51C33A480}" dt="2026-08-28T21:34:18.197" v="1292"/>
          <ac:inkMkLst>
            <pc:docMk/>
            <pc:sldMk cId="111416678" sldId="309"/>
            <ac:inkMk id="26" creationId="{F5DF5C85-06E2-A534-8453-CC9CB2C5EDD8}"/>
          </ac:inkMkLst>
        </pc:inkChg>
      </pc:sldChg>
      <pc:sldChg chg="addSp delSp modSp new mod setBg">
        <pc:chgData name="Esraa Mohamed" userId="32a53f8955a3383c" providerId="LiveId" clId="{F10043CA-7E0C-4C5B-B8AD-80B51C33A480}" dt="2026-08-28T21:34:26.755" v="1312"/>
        <pc:sldMkLst>
          <pc:docMk/>
          <pc:sldMk cId="846176338" sldId="310"/>
        </pc:sldMkLst>
        <pc:spChg chg="mod">
          <ac:chgData name="Esraa Mohamed" userId="32a53f8955a3383c" providerId="LiveId" clId="{F10043CA-7E0C-4C5B-B8AD-80B51C33A480}" dt="2026-08-25T06:39:39.039" v="745" actId="26606"/>
          <ac:spMkLst>
            <pc:docMk/>
            <pc:sldMk cId="846176338" sldId="310"/>
            <ac:spMk id="2" creationId="{12656B57-8CC1-4B9C-3163-F58091FBED9E}"/>
          </ac:spMkLst>
        </pc:spChg>
        <pc:spChg chg="mod">
          <ac:chgData name="Esraa Mohamed" userId="32a53f8955a3383c" providerId="LiveId" clId="{F10043CA-7E0C-4C5B-B8AD-80B51C33A480}" dt="2026-08-25T06:41:01.814" v="752" actId="15"/>
          <ac:spMkLst>
            <pc:docMk/>
            <pc:sldMk cId="846176338" sldId="310"/>
            <ac:spMk id="3" creationId="{0BE53864-F945-0DD5-F92C-3941A15903C6}"/>
          </ac:spMkLst>
        </pc:spChg>
        <pc:spChg chg="add">
          <ac:chgData name="Esraa Mohamed" userId="32a53f8955a3383c" providerId="LiveId" clId="{F10043CA-7E0C-4C5B-B8AD-80B51C33A480}" dt="2026-08-25T06:39:39.039" v="745" actId="26606"/>
          <ac:spMkLst>
            <pc:docMk/>
            <pc:sldMk cId="846176338" sldId="310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25T06:39:39.039" v="745" actId="26606"/>
          <ac:spMkLst>
            <pc:docMk/>
            <pc:sldMk cId="846176338" sldId="310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25T06:39:39.039" v="745" actId="26606"/>
          <ac:spMkLst>
            <pc:docMk/>
            <pc:sldMk cId="846176338" sldId="310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25T06:39:39.039" v="745" actId="26606"/>
          <ac:spMkLst>
            <pc:docMk/>
            <pc:sldMk cId="846176338" sldId="310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25T06:39:39.039" v="745" actId="26606"/>
          <ac:picMkLst>
            <pc:docMk/>
            <pc:sldMk cId="846176338" sldId="310"/>
            <ac:picMk id="5" creationId="{356E1916-341D-262C-D264-AC92F37EFBA8}"/>
          </ac:picMkLst>
        </pc:picChg>
        <pc:inkChg chg="add del">
          <ac:chgData name="Esraa Mohamed" userId="32a53f8955a3383c" providerId="LiveId" clId="{F10043CA-7E0C-4C5B-B8AD-80B51C33A480}" dt="2026-08-28T21:34:24.618" v="1309"/>
          <ac:inkMkLst>
            <pc:docMk/>
            <pc:sldMk cId="846176338" sldId="310"/>
            <ac:inkMk id="4" creationId="{84AD2B5B-B8C7-0D40-A168-310417CAF4BD}"/>
          </ac:inkMkLst>
        </pc:inkChg>
        <pc:inkChg chg="add del">
          <ac:chgData name="Esraa Mohamed" userId="32a53f8955a3383c" providerId="LiveId" clId="{F10043CA-7E0C-4C5B-B8AD-80B51C33A480}" dt="2026-08-28T21:34:24.608" v="1304"/>
          <ac:inkMkLst>
            <pc:docMk/>
            <pc:sldMk cId="846176338" sldId="310"/>
            <ac:inkMk id="7" creationId="{F74C8989-1EBD-D0AB-3C8E-33C62A774A19}"/>
          </ac:inkMkLst>
        </pc:inkChg>
        <pc:inkChg chg="add del">
          <ac:chgData name="Esraa Mohamed" userId="32a53f8955a3383c" providerId="LiveId" clId="{F10043CA-7E0C-4C5B-B8AD-80B51C33A480}" dt="2026-08-28T21:34:26.755" v="1312"/>
          <ac:inkMkLst>
            <pc:docMk/>
            <pc:sldMk cId="846176338" sldId="310"/>
            <ac:inkMk id="8" creationId="{18AA1624-DF21-FF00-F520-52A302181080}"/>
          </ac:inkMkLst>
        </pc:inkChg>
        <pc:inkChg chg="add del">
          <ac:chgData name="Esraa Mohamed" userId="32a53f8955a3383c" providerId="LiveId" clId="{F10043CA-7E0C-4C5B-B8AD-80B51C33A480}" dt="2026-08-28T21:34:24.618" v="1308"/>
          <ac:inkMkLst>
            <pc:docMk/>
            <pc:sldMk cId="846176338" sldId="310"/>
            <ac:inkMk id="9" creationId="{6184F55C-9F91-08C6-8FAB-A092E7027752}"/>
          </ac:inkMkLst>
        </pc:inkChg>
        <pc:inkChg chg="add del">
          <ac:chgData name="Esraa Mohamed" userId="32a53f8955a3383c" providerId="LiveId" clId="{F10043CA-7E0C-4C5B-B8AD-80B51C33A480}" dt="2026-08-28T21:34:24.618" v="1307"/>
          <ac:inkMkLst>
            <pc:docMk/>
            <pc:sldMk cId="846176338" sldId="310"/>
            <ac:inkMk id="11" creationId="{84092D55-9570-119D-A746-153477276594}"/>
          </ac:inkMkLst>
        </pc:inkChg>
        <pc:inkChg chg="add del">
          <ac:chgData name="Esraa Mohamed" userId="32a53f8955a3383c" providerId="LiveId" clId="{F10043CA-7E0C-4C5B-B8AD-80B51C33A480}" dt="2026-08-28T21:34:24.608" v="1306"/>
          <ac:inkMkLst>
            <pc:docMk/>
            <pc:sldMk cId="846176338" sldId="310"/>
            <ac:inkMk id="13" creationId="{3C6ACA98-4F13-E55A-D427-1C6158B1334C}"/>
          </ac:inkMkLst>
        </pc:inkChg>
        <pc:inkChg chg="add del">
          <ac:chgData name="Esraa Mohamed" userId="32a53f8955a3383c" providerId="LiveId" clId="{F10043CA-7E0C-4C5B-B8AD-80B51C33A480}" dt="2026-08-28T21:34:24.608" v="1305"/>
          <ac:inkMkLst>
            <pc:docMk/>
            <pc:sldMk cId="846176338" sldId="310"/>
            <ac:inkMk id="17" creationId="{F773C0AE-9880-330F-1EB8-9E8D570490A5}"/>
          </ac:inkMkLst>
        </pc:inkChg>
        <pc:inkChg chg="add del">
          <ac:chgData name="Esraa Mohamed" userId="32a53f8955a3383c" providerId="LiveId" clId="{F10043CA-7E0C-4C5B-B8AD-80B51C33A480}" dt="2026-08-28T21:34:26.755" v="1311"/>
          <ac:inkMkLst>
            <pc:docMk/>
            <pc:sldMk cId="846176338" sldId="310"/>
            <ac:inkMk id="18" creationId="{61089D14-B1CA-FDC5-8629-7F84BC7625A6}"/>
          </ac:inkMkLst>
        </pc:inkChg>
        <pc:inkChg chg="add del">
          <ac:chgData name="Esraa Mohamed" userId="32a53f8955a3383c" providerId="LiveId" clId="{F10043CA-7E0C-4C5B-B8AD-80B51C33A480}" dt="2026-08-28T21:34:26.755" v="1310"/>
          <ac:inkMkLst>
            <pc:docMk/>
            <pc:sldMk cId="846176338" sldId="310"/>
            <ac:inkMk id="20" creationId="{094CF207-9AB5-1BAB-BF1C-B8893C1C0669}"/>
          </ac:inkMkLst>
        </pc:inkChg>
        <pc:inkChg chg="add del">
          <ac:chgData name="Esraa Mohamed" userId="32a53f8955a3383c" providerId="LiveId" clId="{F10043CA-7E0C-4C5B-B8AD-80B51C33A480}" dt="2026-08-28T21:34:24.608" v="1303"/>
          <ac:inkMkLst>
            <pc:docMk/>
            <pc:sldMk cId="846176338" sldId="310"/>
            <ac:inkMk id="21" creationId="{3C543CA4-74D4-B377-E17F-F49CB911E085}"/>
          </ac:inkMkLst>
        </pc:inkChg>
      </pc:sldChg>
      <pc:sldChg chg="addSp modSp new ord">
        <pc:chgData name="Esraa Mohamed" userId="32a53f8955a3383c" providerId="LiveId" clId="{F10043CA-7E0C-4C5B-B8AD-80B51C33A480}" dt="2026-08-25T06:59:07.923" v="804"/>
        <pc:sldMkLst>
          <pc:docMk/>
          <pc:sldMk cId="236097830" sldId="311"/>
        </pc:sldMkLst>
        <pc:spChg chg="add mod">
          <ac:chgData name="Esraa Mohamed" userId="32a53f8955a3383c" providerId="LiveId" clId="{F10043CA-7E0C-4C5B-B8AD-80B51C33A480}" dt="2026-08-25T06:59:07.923" v="804"/>
          <ac:spMkLst>
            <pc:docMk/>
            <pc:sldMk cId="236097830" sldId="311"/>
            <ac:spMk id="4" creationId="{9A47A39D-530E-A437-189C-DF76DACE21D6}"/>
          </ac:spMkLst>
        </pc:spChg>
        <pc:spChg chg="mod">
          <ac:chgData name="Esraa Mohamed" userId="32a53f8955a3383c" providerId="LiveId" clId="{F10043CA-7E0C-4C5B-B8AD-80B51C33A480}" dt="2026-08-25T06:59:07.923" v="804"/>
          <ac:spMkLst>
            <pc:docMk/>
            <pc:sldMk cId="236097830" sldId="311"/>
            <ac:spMk id="6" creationId="{8E6FF9E9-79A3-1713-003F-3F0AE504E6CB}"/>
          </ac:spMkLst>
        </pc:spChg>
        <pc:spChg chg="mod">
          <ac:chgData name="Esraa Mohamed" userId="32a53f8955a3383c" providerId="LiveId" clId="{F10043CA-7E0C-4C5B-B8AD-80B51C33A480}" dt="2026-08-25T06:59:07.923" v="804"/>
          <ac:spMkLst>
            <pc:docMk/>
            <pc:sldMk cId="236097830" sldId="311"/>
            <ac:spMk id="7" creationId="{03420C1A-0DB8-B6B3-5463-C9A7F49DB024}"/>
          </ac:spMkLst>
        </pc:spChg>
        <pc:spChg chg="mod">
          <ac:chgData name="Esraa Mohamed" userId="32a53f8955a3383c" providerId="LiveId" clId="{F10043CA-7E0C-4C5B-B8AD-80B51C33A480}" dt="2026-08-25T06:59:07.923" v="804"/>
          <ac:spMkLst>
            <pc:docMk/>
            <pc:sldMk cId="236097830" sldId="311"/>
            <ac:spMk id="8" creationId="{AAB95E6A-245B-5615-EE4E-3E79AE4AE85F}"/>
          </ac:spMkLst>
        </pc:spChg>
        <pc:spChg chg="add mod">
          <ac:chgData name="Esraa Mohamed" userId="32a53f8955a3383c" providerId="LiveId" clId="{F10043CA-7E0C-4C5B-B8AD-80B51C33A480}" dt="2026-08-25T06:59:07.923" v="804"/>
          <ac:spMkLst>
            <pc:docMk/>
            <pc:sldMk cId="236097830" sldId="311"/>
            <ac:spMk id="9" creationId="{FE80F669-61CC-0BE0-F8B6-A6AAC2125EA2}"/>
          </ac:spMkLst>
        </pc:spChg>
        <pc:spChg chg="add mod">
          <ac:chgData name="Esraa Mohamed" userId="32a53f8955a3383c" providerId="LiveId" clId="{F10043CA-7E0C-4C5B-B8AD-80B51C33A480}" dt="2026-08-25T06:59:07.923" v="804"/>
          <ac:spMkLst>
            <pc:docMk/>
            <pc:sldMk cId="236097830" sldId="311"/>
            <ac:spMk id="10" creationId="{9B16FB72-1B01-CF50-F211-4EFA406E15D3}"/>
          </ac:spMkLst>
        </pc:spChg>
        <pc:spChg chg="add mod">
          <ac:chgData name="Esraa Mohamed" userId="32a53f8955a3383c" providerId="LiveId" clId="{F10043CA-7E0C-4C5B-B8AD-80B51C33A480}" dt="2026-08-25T06:59:07.923" v="804"/>
          <ac:spMkLst>
            <pc:docMk/>
            <pc:sldMk cId="236097830" sldId="311"/>
            <ac:spMk id="11" creationId="{3E907DB3-E689-CC2D-D55A-FB6A2CA0EAAB}"/>
          </ac:spMkLst>
        </pc:spChg>
        <pc:grpChg chg="add mod">
          <ac:chgData name="Esraa Mohamed" userId="32a53f8955a3383c" providerId="LiveId" clId="{F10043CA-7E0C-4C5B-B8AD-80B51C33A480}" dt="2026-08-25T06:59:07.923" v="804"/>
          <ac:grpSpMkLst>
            <pc:docMk/>
            <pc:sldMk cId="236097830" sldId="311"/>
            <ac:grpSpMk id="5" creationId="{BBEE61F6-4616-BF86-6480-D03A2273F757}"/>
          </ac:grpSpMkLst>
        </pc:grpChg>
        <pc:cxnChg chg="add mod">
          <ac:chgData name="Esraa Mohamed" userId="32a53f8955a3383c" providerId="LiveId" clId="{F10043CA-7E0C-4C5B-B8AD-80B51C33A480}" dt="2026-08-25T06:59:07.923" v="804"/>
          <ac:cxnSpMkLst>
            <pc:docMk/>
            <pc:sldMk cId="236097830" sldId="311"/>
            <ac:cxnSpMk id="12" creationId="{DE130759-EF27-0795-7513-FA4F0BAA0FB5}"/>
          </ac:cxnSpMkLst>
        </pc:cxnChg>
      </pc:sldChg>
      <pc:sldChg chg="addSp modSp new">
        <pc:chgData name="Esraa Mohamed" userId="32a53f8955a3383c" providerId="LiveId" clId="{F10043CA-7E0C-4C5B-B8AD-80B51C33A480}" dt="2026-08-25T06:59:36.433" v="806"/>
        <pc:sldMkLst>
          <pc:docMk/>
          <pc:sldMk cId="141584600" sldId="312"/>
        </pc:sldMkLst>
        <pc:spChg chg="add mod">
          <ac:chgData name="Esraa Mohamed" userId="32a53f8955a3383c" providerId="LiveId" clId="{F10043CA-7E0C-4C5B-B8AD-80B51C33A480}" dt="2026-08-25T06:59:36.433" v="806"/>
          <ac:spMkLst>
            <pc:docMk/>
            <pc:sldMk cId="141584600" sldId="312"/>
            <ac:spMk id="4" creationId="{8E5181D3-FDC0-343B-A7BC-752AB4650C37}"/>
          </ac:spMkLst>
        </pc:spChg>
        <pc:spChg chg="mod">
          <ac:chgData name="Esraa Mohamed" userId="32a53f8955a3383c" providerId="LiveId" clId="{F10043CA-7E0C-4C5B-B8AD-80B51C33A480}" dt="2026-08-25T06:59:36.433" v="806"/>
          <ac:spMkLst>
            <pc:docMk/>
            <pc:sldMk cId="141584600" sldId="312"/>
            <ac:spMk id="6" creationId="{B1F30F37-BB35-175E-949E-309189FBFF5C}"/>
          </ac:spMkLst>
        </pc:spChg>
        <pc:spChg chg="mod">
          <ac:chgData name="Esraa Mohamed" userId="32a53f8955a3383c" providerId="LiveId" clId="{F10043CA-7E0C-4C5B-B8AD-80B51C33A480}" dt="2026-08-25T06:59:36.433" v="806"/>
          <ac:spMkLst>
            <pc:docMk/>
            <pc:sldMk cId="141584600" sldId="312"/>
            <ac:spMk id="7" creationId="{AB0716E3-E630-B6DB-523A-A8B33FC9871E}"/>
          </ac:spMkLst>
        </pc:spChg>
        <pc:spChg chg="mod">
          <ac:chgData name="Esraa Mohamed" userId="32a53f8955a3383c" providerId="LiveId" clId="{F10043CA-7E0C-4C5B-B8AD-80B51C33A480}" dt="2026-08-25T06:59:36.433" v="806"/>
          <ac:spMkLst>
            <pc:docMk/>
            <pc:sldMk cId="141584600" sldId="312"/>
            <ac:spMk id="8" creationId="{23AC0E82-7F23-0B8B-B3BD-AEB26F52748F}"/>
          </ac:spMkLst>
        </pc:spChg>
        <pc:spChg chg="add mod">
          <ac:chgData name="Esraa Mohamed" userId="32a53f8955a3383c" providerId="LiveId" clId="{F10043CA-7E0C-4C5B-B8AD-80B51C33A480}" dt="2026-08-25T06:59:36.433" v="806"/>
          <ac:spMkLst>
            <pc:docMk/>
            <pc:sldMk cId="141584600" sldId="312"/>
            <ac:spMk id="9" creationId="{D4E0B165-57A0-6999-5624-C3F4A99FEC46}"/>
          </ac:spMkLst>
        </pc:spChg>
        <pc:spChg chg="add mod">
          <ac:chgData name="Esraa Mohamed" userId="32a53f8955a3383c" providerId="LiveId" clId="{F10043CA-7E0C-4C5B-B8AD-80B51C33A480}" dt="2026-08-25T06:59:36.433" v="806"/>
          <ac:spMkLst>
            <pc:docMk/>
            <pc:sldMk cId="141584600" sldId="312"/>
            <ac:spMk id="10" creationId="{11E0C077-9EA7-BEFB-C0D8-72292DE01C92}"/>
          </ac:spMkLst>
        </pc:spChg>
        <pc:spChg chg="add mod">
          <ac:chgData name="Esraa Mohamed" userId="32a53f8955a3383c" providerId="LiveId" clId="{F10043CA-7E0C-4C5B-B8AD-80B51C33A480}" dt="2026-08-25T06:59:36.433" v="806"/>
          <ac:spMkLst>
            <pc:docMk/>
            <pc:sldMk cId="141584600" sldId="312"/>
            <ac:spMk id="11" creationId="{844A0CB5-D6C4-A8CA-42C6-309043D64D5E}"/>
          </ac:spMkLst>
        </pc:spChg>
        <pc:grpChg chg="add mod">
          <ac:chgData name="Esraa Mohamed" userId="32a53f8955a3383c" providerId="LiveId" clId="{F10043CA-7E0C-4C5B-B8AD-80B51C33A480}" dt="2026-08-25T06:59:36.433" v="806"/>
          <ac:grpSpMkLst>
            <pc:docMk/>
            <pc:sldMk cId="141584600" sldId="312"/>
            <ac:grpSpMk id="5" creationId="{876D5266-0ACE-2B63-C535-C23F7E79A285}"/>
          </ac:grpSpMkLst>
        </pc:grpChg>
        <pc:cxnChg chg="add mod">
          <ac:chgData name="Esraa Mohamed" userId="32a53f8955a3383c" providerId="LiveId" clId="{F10043CA-7E0C-4C5B-B8AD-80B51C33A480}" dt="2026-08-25T06:59:36.433" v="806"/>
          <ac:cxnSpMkLst>
            <pc:docMk/>
            <pc:sldMk cId="141584600" sldId="312"/>
            <ac:cxnSpMk id="12" creationId="{7CD33F6B-05B4-B169-13F5-2CE1507CA4E4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7:48:2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7:48:34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1 806 24575,'2220'0'0,"-2167"2"0,76 14 0,-71-7 0,12 3 0,-41-6 0,1-1 0,32 1 0,-21-5 0,188-4 0,-221 2 0,1 0 0,-1-1 0,0 0 0,1-1 0,-1 0 0,0 0 0,-1 0 0,10-7 0,4-3 0,28-24 0,-37 26 0,0 1 0,1 0 0,0 2 0,1-1 0,0 2 0,27-12 0,139-48 0,-173 64 0,10-2 0,1 0 0,0 1 0,0 1 0,1 0 0,-1 2 0,1 0 0,21 2 0,36-3 0,-69 2 0,1-1 0,0 0 0,-1 0 0,1-1 0,-1 1 0,0-2 0,0 1 0,0-1 0,0 0 0,0-1 0,0 0 0,-1 0 0,0 0 0,0-1 0,0 0 0,0 0 0,-1 0 0,0-1 0,0 1 0,0-1 0,-1-1 0,1 1 0,-2-1 0,5-9 0,2-11 0,9-38 0,-18 58 0,1 0 0,-1-1 0,0 1 0,-1 0 0,1-1 0,-2 1 0,1-1 0,-1 1 0,0-1 0,-3-11 0,2 15 0,0 0 0,0 1 0,-1-1 0,1 0 0,-1 1 0,0 0 0,0 0 0,0-1 0,0 2 0,0-1 0,-1 0 0,-4-2 0,-51-25 0,35 19 0,-25-7 0,40 15 0,0 0 0,0 0 0,0-1 0,1 0 0,-11-7 0,16 9 0,0-1 0,1 1 0,-1-1 0,1 1 0,-1-1 0,1 0 0,0 0 0,0 0 0,1 0 0,-1 0 0,0-1 0,1 1 0,0-1 0,0 1 0,0 0 0,0-1 0,0-7 0,-1-16-249,3-38 1,-1 51-620,1-10-5958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7:50:20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7:50:2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7:50:4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7:51:1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55:46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871 1841 24575,'9'1'0,"0"-1"0,-1 2 0,1-1 0,10 4 0,11 2 0,275 62 0,228 40 0,-227-76 0,586-13 0,-759-29 0,254-51 0,-315 41 0,-52 13 0,-1 0 0,1 2 0,0 0 0,34-1 0,9 0 0,-1-3 0,0-2 0,0-3 0,71-24 0,4-11 0,-120 41 0,0-2 0,0 0 0,-1 0 0,0-2 0,23-19 0,-35 26 0,-1-1 0,1 1 0,-1-1 0,0 0 0,-1 0 0,1 0 0,-1 0 0,0 0 0,0-1 0,-1 1 0,1 0 0,-1-1 0,0 0 0,-1 1 0,0-1 0,1 1 0,-2-9 0,0-2 0,-1 0 0,-1 0 0,0 0 0,-9-27 0,-56-113 0,40 94 0,-54-108 0,-40-93 0,112 241 0,-1 0 0,0 1 0,-2 1 0,-19-24 0,-68-71 0,53 63 0,-173-161 0,177 173 0,-7-1 0,-1 1 0,-2 3 0,-1 2 0,-2 2 0,-1 3 0,-2 3 0,-1 2 0,0 2 0,-2 4 0,0 2 0,-1 2 0,-1 4 0,-113-6 0,-250 17 0,208 3 0,84 3 0,-257 46 0,265-30 0,-207 39 0,20-3 0,63-13 0,242-43 0,-165 40 0,157-36 0,1 0 0,0 0 0,0 2 0,1 0 0,0 1 0,0 0 0,1 1 0,-16 15 0,22-17 0,1 1 0,0 0 0,1 1 0,0-1 0,0 1 0,1 0 0,0 1 0,1-1 0,-3 12 0,-4 18 0,-6 43 0,16-78 0,-11 80 0,-3 120 0,16 86 0,1-168 0,-2-87 0,-1-3 0,7 49 0,-5-73 0,1 0 0,-1 0 0,2-1 0,-1 1 0,1-1 0,1 0 0,0 0 0,0 0 0,0 0 0,8 10 0,-8-14 0,-1-1 0,1 0 0,0 0 0,0 0 0,0 0 0,0-1 0,0 0 0,1 1 0,-1-2 0,1 1 0,8 2 0,57 8 0,-53-9 0,68 1 54,-66-5-337,0 2-1,0 0 0,0 1 0,28 7 0,-30-3-6542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55:53.2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1327 2003 24575,'1200'0'0,"-903"-14"0,6 0 0,-219 14 0,207-2 0,1-27 0,78-44 0,-259 45 0,137-54 0,37-44 0,-122 50 0,-107 48 0,-49 24 0,0 0 0,0-1 0,0 0 0,-1 0 0,0-1 0,0 1 0,0-1 0,-1-1 0,1 1 0,-2-1 0,1 0 0,-1 0 0,0-1 0,0 1 0,-1-1 0,0 0 0,0 0 0,-1 0 0,2-11 0,1-15 0,-1-1 0,-1 0 0,-3-44 0,0 55 0,-2-373 0,2 386 0,-1 0 0,-1 0 0,1 0 0,-2 0 0,0 1 0,0-1 0,-1 1 0,0-1 0,-1 1 0,0 1 0,-9-13 0,-7-9 0,-2 2 0,-28-27 0,30 33 0,-37-34 0,-2 1 0,-2 4 0,-98-63 0,116 88 0,-1 3 0,0 1 0,-2 2 0,-1 3 0,-1 1 0,-72-14 0,-9 7 0,-169-10 0,-449 24 0,447 13 0,66-4 0,-230 3 0,381 0 0,0 4 0,1 4 0,0 3 0,0 5 0,-120 40 0,86-18 0,54-19 0,1 1 0,-78 42 0,-52 33 0,135-66 0,-1-2 0,-2-3 0,-75 22 0,-190 61 0,282-93 0,25-10 0,1 1 0,0 0 0,-26 17 0,37-20 0,0 0 0,1 0 0,0 1 0,0 0 0,0 0 0,1 0 0,0 1 0,0-1 0,0 1 0,1 0 0,-1 0 0,1 1 0,-3 10 0,-3 19 0,2 1 0,2-1 0,1 1 0,2 0 0,3 47 0,-1-35 0,0-17 0,2 1 0,0 0 0,3 0 0,14 56 0,-14-72 0,1 0 0,1-1 0,0 0 0,2 0 0,-1 0 0,2-1 0,0-1 0,1 0 0,0 0 0,22 19 0,46 33 0,2-5 0,3-2 0,112 57 0,-129-80 0,1-3 0,1-3 0,2-2 0,0-4 0,88 17 0,-62-25 52,146 6-1,99-19-1069,-297-3 568,-21 0-6376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04:3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24063,'756'0'0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04:3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05:38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24575,'1651'0'-1365,"-1627"0"-5461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06:32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5021 831 24529,'-2'33'0,"-4"-1"0,-4 1 0,-3-1 0,-5 0 0,-3 0 0,-4 0 0,-3-1 0,-5 0 0,-2-1 0,-5 0 0,-3-1 0,-3 0 0,-4-1 0,-3 0 0,-4-2 0,-2 0 0,-4 0 0,-2-2 0,-4-1 0,-2 0 0,-2-1 0,-3-2 0,-3 0 0,-2-1 0,-2-2 0,-2 0 0,-2-2 0,-2-1 0,-1-1 0,-2-1 0,-1-1 0,-1-2 0,-1 0 0,-2-2 0,0-2 0,0 0 0,-1-2 0,-1-1 0,1-1 0,-1-2 0,1-1 0,0-1 0,0-2 0,1 0 0,1-2 0,0-2 0,2 0 0,1-2 0,1-1 0,2-1 0,1-1 0,2-1 0,2-2 0,2 0 0,2-2 0,3-1 0,1 0 0,4-2 0,2-1 0,2 0 0,4-1 0,2-2 0,4 0 0,3 0 0,2-2 0,5 0 0,2-1 0,4 0 0,4-1 0,3 0 0,3-1 0,5 0 0,3-1 0,4 0 0,4 0 0,3 0 0,4-1 0,5 1 0,3-1 0,4 1 0,3-1 0,5 1 0,4-1 0,3 1 0,4 0 0,4 1 0,3 0 0,5 0 0,3 0 0,3 2 0,4-1 0,4 1 0,2 1 0,5 1 0,2 0 0,3 1 0,4 1 0,2 1 0,4 0 0,2 1 0,2 2 0,4 0 0,1 1 0,3 2 0,2 0 0,2 2 0,2 0 0,2 2 0,1 1 0,2 1 0,1 1 0,1 2 0,2 1 0,0 1 0,1 1 0,1 2 0,0 0 0,0 2 0,1 2 0,-1 0 0,1 2 0,-1 2 0,-1 0 0,0 2 0,0 1 0,-2 1 0,-1 1 0,-1 2 0,-1 1 0,-2 1 0,-1 1 0,-2 2 0,-2 0 0,-2 2 0,-2 0 0,-2 2 0,-3 1 0,-3 0 0,-2 2 0,-2 1 0,-4 0 0,-2 1 0,-4 1 0,-2 1 0,-4 0 0,-3 1 0,-4 1 0,-3 1 0,-3-1 0,-5 2 0,-2 0 0,-5 0 0,-3 0 0,-4 1 0,-3 0 0,-5 1 0,-3-1 0,-4 1 0,-4-1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06:34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24093,'1106'0'0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06:36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07:28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1 600 24472,'1541'-568'0,"-1821"537"0,560 62 0,-473 175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07:58.8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792 1408 24575,'7'0'0,"0"1"0,0 0 0,-1 1 0,1 0 0,0 0 0,-1 0 0,0 1 0,9 5 0,11 3 0,103 39 0,237 56 0,-299-90 0,150 26 0,-149-32 0,-30-3 0,55 1 0,522-7 0,-281-3 0,71 35 0,-253-16 0,-62-7 0,214 12 0,-255-22 0,143-5 0,-163 2 0,-1-1 0,1-1 0,-1-2 0,45-16 0,7-3 0,-62 22 0,-1-2 0,1 1 0,-1-2 0,-1 0 0,1-1 0,-1-1 0,-1-1 0,18-12 0,-19 8 0,-1 0 0,0 0 0,0-1 0,15-27 0,35-71 0,-47 83 0,-4 7 0,69-138 0,-75 142 0,-1 1 0,-1-1 0,0 0 0,-1 0 0,-1 0 0,-1 0 0,-1 0 0,0 0 0,-1-1 0,-2 1 0,-4-21 0,2 19 0,-1 1 0,-1 0 0,-1 0 0,-1 1 0,0 0 0,-1 0 0,-2 1 0,0 1 0,0 0 0,-27-27 0,6 10 0,-159-156 0,140 144 0,-108-74 0,141 108 0,0 2 0,-1 0 0,0 2 0,-32-10 0,-87-14 0,88 22 0,-78-26 0,55 9 0,-113-26 0,74 29 0,9 1 0,-1 4 0,-115-6 0,-349 23 0,279 4 0,108-3 0,-210 3 0,351 1 0,-1 2 0,1 2 0,0 1 0,-45 16 0,-154 66 0,156-55 0,-210 94 0,225-93 0,2 3 0,-70 52 0,107-66 0,1 1 0,1 1 0,1 1 0,1 2 0,2 1 0,1 0 0,2 2 0,1 1 0,-26 59 0,38-71 0,0 1 0,2 1 0,0-1 0,2 1 0,-3 45 0,11 125 0,1-70 0,-5-119 0,0 0 0,0 0 0,0 0 0,1 0 0,0-1 0,0 1 0,0 0 0,1-1 0,-1 1 0,1-1 0,0 1 0,1-1 0,-1 0 0,4 5 0,-1-4 0,0-1 0,0 1 0,0-1 0,1 0 0,0 0 0,-1-1 0,1 0 0,0 0 0,12 4 0,89 36 0,-34-12 0,80 21 0,-121-44 0,35 2 0,-43-7 0,0 0 0,0 2 0,34 12 0,-18-2 0,1-2 0,72 13 0,-57-20 0,0-3 0,74-5 0,-26-1 0,3 3-1365,-84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11:00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23839,'3836'81'0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11:02.3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24575,'9'0'0,"21"0"0,20 0 0,24 0 0,22 0 0,23 0 0,14 0 0,3 0 0,-9 0 0,-11 0 0,-12 0 0,-14 0 0,-14 0 0,-10 0 0,-12-4 0,-10-2 0,-9 0 0,-10 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11:09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21389,'3080'0'0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11:10.8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11:14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924 1 24575,'513'0'0,"-1433"0"0,900 2 0,0 0 0,0 2 0,0 0 0,1 2 0,-1 0 0,1 1 0,1 1 0,-26 14 0,-49 18 0,37-21-682,-65 12-1,75-22-6143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11:18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0 771 24575,'1'-5'0,"-1"0"0,1 1 0,0-1 0,0 0 0,1 0 0,-1 1 0,1-1 0,0 1 0,1-1 0,-1 1 0,1 0 0,5-7 0,43-43 0,-40 43 0,31-26 0,1 2 0,2 2 0,1 2 0,2 2 0,1 2 0,103-41 0,-35 26 0,-75 28 0,0-1 0,-1-2 0,48-28 0,-12 7 0,-57 29 0,-1 0 0,0-1 0,19-14 0,-36 23 0,-1 0 0,1 0 0,0-1 0,-1 1 0,1-1 0,0 1 0,-1-1 0,0 0 0,1 0 0,-1 1 0,0-1 0,0 0 0,0 0 0,0 0 0,0 0 0,0 0 0,-1 0 0,1-1 0,0-2 0,-2 3 0,1 0 0,0-1 0,-1 1 0,1 0 0,-1 0 0,0 0 0,0 0 0,0 1 0,0-1 0,0 0 0,0 0 0,0 0 0,0 1 0,-1-1 0,1 1 0,-3-3 0,-6-3 0,1 0 0,-1 0 0,-1 1 0,1 0 0,-20-7 0,-78-22 0,107 34 0,0 1 0,0-1 0,0 1 0,0 0 0,0-1 0,0 1 0,0 0 0,0 0 0,0 0 0,0 0 0,0 0 0,0 0 0,0 0 0,-1 0 0,1 0 0,0 1 0,0-1 0,0 0 0,0 1 0,0-1 0,0 1 0,-1 0 0,2 0 0,0-1 0,0 1 0,-1 0 0,1 0 0,0-1 0,0 1 0,0 0 0,0 0 0,0 0 0,0-1 0,0 1 0,0 0 0,1 0 0,-1-1 0,0 1 0,0 0 0,1 0 0,-1-1 0,0 1 0,1 0 0,0 1 0,4 5 0,0 1 0,0-1 0,13 12 0,21 17 0,-26-26 0,0 1 0,-1 1 0,-1 0 0,0 1 0,0 0 0,-1 0 0,-1 1 0,9 18 0,-12-17 19,0 0 0,-1 1 0,-1 0-1,0 0 1,1 23 0,-2 80-1279,-4-111 1042,1 15-6608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8:11:22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1 379 24575,'42'-1'0,"-1"-2"0,1-2 0,-1-2 0,0-2 0,72-24 0,-77 22 0,61-8 0,-60 12 0,59-17 0,-56 11 0,-10 4 0,0-2 0,-1-1 0,35-19 0,-39 18 0,-19 10 0,0 0 0,1 0 0,-1-1 0,-1 1 0,1-2 0,5-4 0,-10 8 0,1-1 0,-1 0 0,0 0 0,1 1 0,-1-1 0,0 0 0,0 0 0,-1 0 0,1 0 0,0-1 0,-1 1 0,1 0 0,-1 0 0,1 0 0,-1 0 0,0-1 0,0 1 0,0 0 0,0 0 0,-1-1 0,1 1 0,-1 0 0,-1-4 0,1 2 0,-1 1 0,0-1 0,0 1 0,0 0 0,0 0 0,-1-1 0,1 1 0,-1 1 0,0-1 0,0 0 0,0 1 0,0-1 0,0 1 0,-1 0 0,1 0 0,0 0 0,-1 1 0,-5-2 0,4 1 0,1-1 0,-1 1 0,0-1 0,1 0 0,-1 0 0,1 0 0,-6-6 0,10 9 0,0 0 0,0-1 0,0 1 0,0 0 0,0 0 0,0 0 0,0-1 0,0 1 0,0 0 0,0 0 0,0 0 0,0-1 0,0 1 0,0 0 0,0 0 0,0 0 0,0-1 0,0 1 0,0 0 0,0 0 0,1 0 0,-1-1 0,0 1 0,0 0 0,0 0 0,0 0 0,0 0 0,1 0 0,-1-1 0,0 1 0,0 0 0,0 0 0,0 0 0,1 0 0,-1 0 0,0 0 0,0 0 0,0 0 0,1 0 0,-1 0 0,0 0 0,0 0 0,0 0 0,1 0 0,-1 0 0,0 0 0,0 0 0,0 0 0,1 0 0,-1 0 0,14-2 0,-1 3 0,0 1 0,0 0 0,-1 0 0,1 1 0,-1 1 0,17 6 0,73 40 0,-58-28 0,-38-19 0,-1 0 0,1 0 0,0 0 0,-1 1 0,1 0 0,-1 0 0,0 0 0,-1 1 0,9 9 0,-10-9 0,-1 0 0,1 0 0,-1 0 0,0 0 0,-1 0 0,1 1 0,-1-1 0,0 1 0,0-1 0,-1 1 0,0 9 0,1 2-119,-1 1-130,0-1 0,0 1 0,-2-1-1,-5 27 1,1-26-6577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05:40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23682,'1757'0'0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05:48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24519,'1595'-108'0,"-1855"-1"0,520 218 0,-503 34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09:20.7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09:22.6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24575,'1647'0'0,"-1559"5"0,164 30 0,-103-11 0,-7-11 0,199-7 0,-250-7 0,-55 3 0,59 10 0,14 0 0,-103-11 0,98 3 0,109-9 0,-211 5-57,1 0 0,-1 0 1,0-1-1,1 1 0,-1-1 0,0 0 0,0 1 0,0-1 0,1 0 0,-1 0 0,0-1 1,0 1-1,0 0 0,0-1 0,-1 1 0,1-1 0,0 1 0,-1-1 0,1 0 1,-1 0-1,1 0 0,-1 0 0,2-3 0,3-12-6769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09:25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4083 1789 24575,'12'-1'0,"-1"-2"0,0 1 0,0-1 0,0-1 0,0 0 0,0 0 0,-1-1 0,16-11 0,0 2 0,53-21 0,-41 19 0,50-30 0,-55 28 0,1 1 0,43-15 0,-21 10 0,-31 11 0,-1-1 0,0-1 0,-1-1 0,-1-1 0,0 0 0,-1-2 0,0-1 0,24-28 0,-31 29 0,0-1 0,-1 0 0,-1-1 0,-1 0 0,0-1 0,-2 0 0,0-1 0,-1 0 0,-2 0 0,7-32 0,-2-5 0,-3 0 0,2-80 0,-10 94 0,1 14 0,-1 0 0,-1-1 0,-10-52 0,9 75 0,0 0 0,-1 0 0,0 0 0,0 0 0,0 0 0,-1 1 0,0 0 0,-1-1 0,1 2 0,-2-1 0,1 0 0,-1 1 0,0 0 0,0 1 0,0-1 0,-1 1 0,0 0 0,-11-6 0,-71-34 0,-176-63 0,-19-5 0,44 15 0,98 49 0,-223-44 0,287 81 0,-121-2 0,-80 16 0,117 0 0,100-1 0,-515 25 0,137 6 0,-1-33 0,165-1 0,246 1 0,-88 6 0,105-4 0,-1 2 0,1 0 0,-1 0 0,1 1 0,0 1 0,-19 9 0,-5 8 0,0 2 0,1 1 0,1 2 0,-57 57 0,-107 143 0,165-183 0,2 1 0,2 2 0,3 1 0,1 2 0,2 0 0,3 1 0,-21 77 0,23-53 0,4 1 0,3 0 0,3 1 0,3 139 0,7-182 0,1 1 0,8 42 0,-7-62 0,2 1 0,-1-1 0,2-1 0,0 1 0,1-1 0,0 0 0,13 18 0,4-1 0,1-1 0,1-2 0,1-1 0,2-1 0,1-1 0,0-1 0,43 23 0,4-2 0,2-4 0,85 30 0,-120-53-170,1-2-1,1-3 0,0-1 1,0-2-1,1-3 0,0-1 1,93-2-1,-116-5-6655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09:38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0 679 24575,'116'-5'0,"175"-30"0,-161 15 0,55-7 0,263-73 0,-352 73 0,228-79 0,-232 73 0,-54 21 0,57-27 0,-91 37 0,-1 0 0,0 1 0,0-1 0,0 0 0,0-1 0,0 1 0,-1 0 0,1-1 0,0 0 0,-1 1 0,0-1 0,0 0 0,0 0 0,0 0 0,0-1 0,-1 1 0,1 0 0,-1-1 0,0 1 0,1-6 0,-1 5 0,-1 0 0,-1 0 0,1 0 0,0 0 0,-1 1 0,0-1 0,0 0 0,0 0 0,0 1 0,-1-1 0,1 1 0,-1-1 0,0 1 0,0 0 0,0-1 0,-1 1 0,1 0 0,-1 1 0,-3-5 0,-9-5 0,0 1 0,0 0 0,-1 2 0,-1-1 0,1 2 0,-2 0 0,-18-6 0,-45-21 0,80 35 0,1 0 0,-1-1 0,1 1 0,-1 0 0,1 0 0,-1 0 0,1 0 0,-1-1 0,1 1 0,-1 0 0,1-1 0,-1 1 0,1 0 0,-1-1 0,1 1 0,-1-1 0,1 1 0,0 0 0,-1-1 0,1 1 0,0-1 0,0 1 0,-1-1 0,1 1 0,0-1 0,0 1 0,0-1 0,-1 0 0,1 1 0,0-2 0,17-3 0,36 3 0,-48 3 0,19-2 0,-13 1 0,0-1 0,0 2 0,0 0 0,21 4 0,-30-5 0,1 1 0,-1 0 0,1 0 0,-1 0 0,0 0 0,1 1 0,-1-1 0,0 1 0,0-1 0,0 1 0,0 0 0,0 0 0,0 0 0,0 0 0,0 0 0,-1 0 0,1 0 0,-1 1 0,0-1 0,0 0 0,0 1 0,0-1 0,0 1 0,0 0 0,0 2 0,2 23 0,-1-1 0,-1 1 0,-5 53 0,0 0 0,3-66 0,1 0 0,-2 0 0,0 0 0,-1 0 0,0 0 0,-1-1 0,-1 0 0,0 0 0,-1 0 0,-1 0 0,0-1 0,-1 0 0,0 0 0,-1-1 0,-19 20 0,-18 25 0,33-40 0,0-1 0,-1 0 0,-1 0 0,-30 23 0,35-31-273,1-1 0,0 1 0,1 1 0,-11 13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13:10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22652,'2378'27'0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13:13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4114 1487 24575,'43'-2'0,"66"-12"0,-42 5 0,452-19 0,-397 25 0,187-14 0,-197 10 0,22-5 0,68-3 0,27 1 0,38-1 0,-241 15 0,65 0 0,160-20 0,-226 16 0,1-1 0,-1-1 0,0-2 0,0 0 0,-1-1 0,0-2 0,0 0 0,-1-2 0,-1 0 0,0-2 0,20-17 0,-34 23 0,0 0 0,0 0 0,-1-1 0,0 0 0,0 0 0,-1-1 0,-1 1 0,0-1 0,0-1 0,-1 1 0,5-24 0,-1-7 0,5-85 0,-12 109 0,0 3 0,7-192 0,-8 161 0,-2-1 0,-12-64 0,12 102 0,0 0 0,0 1 0,-1-1 0,1 1 0,-2 0 0,1 0 0,-1 0 0,-1 0 0,1 1 0,-1 0 0,-1 0 0,1 0 0,-1 0 0,0 1 0,-1 0 0,1 0 0,-1 1 0,0 0 0,-1 0 0,1 0 0,-1 1 0,-14-5 0,-11-5 0,-233-97 0,177 79 0,-99-23 0,79 33 0,0 5 0,-206-7 0,154 26 0,-214 28 0,94 8 0,-594 54 0,-238-87 0,566-9 0,163 6 0,-422-4 0,400-39 0,-24-1 0,358 41 0,-182 6 0,252-5 0,0 0 0,0 1 0,0-1 0,-1 1 0,1 0 0,0 0 0,0 0 0,0 0 0,0 0 0,0 0 0,0 0 0,1 1 0,-1-1 0,0 1 0,1-1 0,-1 1 0,1 0 0,-1-1 0,1 1 0,0 0 0,0 0 0,0 0 0,0 0 0,0 0 0,0 1 0,0-1 0,0 4 0,-1 6 0,0 0 0,1 0 0,0 0 0,1 13 0,0-11 0,7 232 0,-3-206 0,2-1 0,1 0 0,2-1 0,17 46 0,-15-54 0,4 11 0,0-1 0,3 0 0,1-2 0,46 69 0,-17-51 0,2-2 0,2-2 0,3-3 0,2-2 0,2-2 0,126 72 0,-33-27 0,-138-84 0,1 1 0,-1-2 0,1 0 0,0-1 0,0 0 0,0-1 0,26 2 0,114-4 0,-98-3 0,302 0 0,-349 2-227,-1-1-1,1 0 1,-1 0-1,0-1 1,13-4-1,-5 0-6598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13:16.7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1 581 24509,'1297'-566'0,"-1578"551"0,562 30 0,-461 202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13:28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0 464 24575,'93'-1'0,"-1"-3"0,107-19 0,-19-12 0,215-71 0,-263 61 0,-128 44 0,0 0 0,-1-1 0,1 1 0,0-1 0,-1 0 0,0 0 0,1 0 0,-1 0 0,0-1 0,0 0 0,0 1 0,0-1 0,-1 0 0,1 0 0,-1 0 0,0-1 0,0 1 0,0 0 0,0-1 0,-1 0 0,1 1 0,-1-1 0,1-4 0,-1 3 0,0 1 0,-1-1 0,0 0 0,0 0 0,0 0 0,-1 0 0,1 0 0,-1 0 0,0 1 0,-1-1 0,1 0 0,-1 1 0,0-1 0,0 1 0,0-1 0,-1 1 0,-5-7 0,-9-7 0,-9-8 0,25 25 0,0 0 0,0-1 0,0 1 0,0 0 0,0 0 0,0-1 0,1 1 0,-1 0 0,0-1 0,1 1 0,-1 0 0,1-1 0,0 1 0,-1-1 0,1 1 0,0-3 0,0 3 0,1 0 0,0 0 0,-1 0 0,1 0 0,0 0 0,0 0 0,0 0 0,0 0 0,0 0 0,0 0 0,0 0 0,0 0 0,0 1 0,0-1 0,0 0 0,1 1 0,-1-1 0,0 1 0,0-1 0,1 1 0,-1 0 0,0 0 0,1-1 0,1 1 0,38-3 0,-36 3 0,1 0 0,0 0 0,0 1 0,0-1 0,-1 1 0,1 0 0,0 1 0,-1-1 0,1 1 0,-1 0 0,1 1 0,-1-1 0,0 1 0,0 0 0,0 1 0,-1-1 0,1 1 0,-1 0 0,0 0 0,0 0 0,0 0 0,0 1 0,-1 0 0,1-1 0,-1 1 0,-1 1 0,1-1 0,-1 0 0,0 1 0,0-1 0,2 9 0,6 22-273,-2 0 0,-1 0 0,-2 1 0,2 66 0,-7-80-6553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13:43.7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0 867 24575,'5'-1'0,"-1"0"0,1 0 0,-1 0 0,1 0 0,-1-1 0,0 0 0,0 0 0,0 0 0,7-6 0,10-3 0,86-42 0,196-128 0,208-147 0,-340 249 0,-112 54 0,119-44 0,-156 62 0,-19 7 0,0-1 0,1 0 0,-1 0 0,0 0 0,0 0 0,0 0 0,0 0 0,0-1 0,-1 0 0,1 1 0,0-1 0,-1 0 0,4-3 0,-6 4 0,0 0 0,0 1 0,0-1 0,0 1 0,0-1 0,-1 1 0,1 0 0,0-1 0,0 1 0,-1-1 0,1 1 0,0-1 0,-1 1 0,1-1 0,0 1 0,-1 0 0,1-1 0,-1 1 0,1 0 0,-1 0 0,1-1 0,0 1 0,-1 0 0,1 0 0,-1-1 0,1 1 0,-1 0 0,1 0 0,-1 0 0,1 0 0,-1 0 0,0 0 0,-27-8 0,20 6 0,-27-7 0,-45-7 0,9 2 0,45 10 0,-1 0 0,0 2 0,-33 2 0,112-1 0,184 4 0,-233-3 0,1 0 0,-1 0 0,1 1 0,0 0 0,-1-1 0,0 1 0,1 1 0,-1-1 0,0 0 0,0 1 0,1 0 0,-1-1 0,0 1 0,-1 1 0,1-1 0,0 0 0,-1 1 0,1-1 0,-1 1 0,0 0 0,3 3 0,-2 0 0,-1 1 0,0-1 0,0 0 0,0 0 0,-1 1 0,0-1 0,0 1 0,0 0 0,-1-1 0,-1 11 0,-3 11-24,-1-1 0,-1 0-1,-1 0 1,-1-1 0,-1 0 0,-22 41-1,4-7-1170,18-36-5631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26:09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30 439 24575,'-2'-49'0,"-10"-58"0,-2-34 0,13 132 0,1-1 0,0 0 0,1 0 0,0 0 0,0 0 0,1 0 0,4-10 0,-5 17 0,0 0 0,1 0 0,0 0 0,0 0 0,0 0 0,0 0 0,0 1 0,1-1 0,-1 1 0,1 0 0,0-1 0,-1 1 0,1 1 0,0-1 0,0 0 0,0 1 0,1-1 0,-1 1 0,0 0 0,0 0 0,1 0 0,-1 0 0,7 0 0,2-1 0,0 1 0,0 0 0,1 1 0,-1 0 0,0 1 0,0 1 0,1-1 0,-1 2 0,-1 0 0,14 4 0,-16-3 0,-1 1 0,1-1 0,-1 1 0,0 1 0,0-1 0,-1 1 0,0 1 0,0-1 0,0 1 0,-1 1 0,0-1 0,0 1 0,6 11 0,0 3 0,-1 0 0,0 0 0,-2 1 0,-1 0 0,10 44 0,-15-51 0,-1 0 0,-1 0 0,0 0 0,-1 1 0,0-1 0,-1 0 0,-1 0 0,-1 0 0,-9 30 0,-21 46 0,-4-1 0,-68 118 0,30-107 0,-13 23 0,91-124 0,11-8 0,19-12 0,259-176 0,-233 158 0,165-98 0,-160 100 0,106-41 0,-69 32 0,-141 57 0,1 1 0,0 1 0,-66 39 0,18-10 0,68-33 0,0 0 0,-30 24 0,35-25 0,-84 48 0,61-34 0,2 2 0,-58 56 0,31-22-1365,49-49-5461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27:1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0 381 24575,'48'-2'0,"-1"-3"0,52-11 0,8-1 0,85-13 0,-160 23 0,-1-2 0,1-1 0,55-27 0,-49 21 0,0 1 0,1 2 0,52-10 0,-55 14 0,189-36 0,-67 17 0,-152 27 0,1-1 0,0 1 0,0-1 0,0 0 0,0-1 0,7-3 0,-14 6 0,1 0 0,-1 0 0,0 0 0,0 0 0,1 0 0,-1-1 0,0 1 0,1 0 0,-1 0 0,0 0 0,0-1 0,1 1 0,-1 0 0,0 0 0,0-1 0,0 1 0,1 0 0,-1-1 0,0 1 0,0 0 0,0-1 0,0 1 0,0 0 0,0-1 0,0 1 0,0 0 0,0-1 0,1 1 0,-1 0 0,-1-1 0,1 1 0,0 0 0,0-1 0,0 1 0,0-1 0,-12-8 0,-20-4 0,31 13 0,-48-14 0,0 3 0,-1 2 0,0 1 0,-58 1 0,163 7 0,123 3 0,-172-3 0,0 1 0,0 0 0,0 0 0,0 0 0,0 1 0,-1 0 0,1 0 0,0 0 0,-1 0 0,0 1 0,0 0 0,1 1 0,-2-1 0,1 1 0,0 0 0,-1 0 0,0 0 0,0 0 0,0 1 0,0 0 0,-1 0 0,0 0 0,0 0 0,0 0 0,0 1 0,-1-1 0,0 1 0,2 11 0,-2-7 0,0 0 0,-1 0 0,-1 0 0,0 0 0,0 0 0,-1 0 0,0 0 0,-1 0 0,0 0 0,0-1 0,-1 1 0,0-1 0,-1 1 0,0-1 0,-1 0 0,-9 14 0,-22 22-1365,21-26-5461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5T09:40:44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23619,'1027'53'0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3B05-0C1C-9F3F-3190-6781A8048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5CC53-CEDB-9C9B-4FE9-8DEAF3488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4E843-8976-9335-71BF-1B50BA8B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636B9-21A9-86AA-65B6-C2335874D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6A09D-B556-2825-9DFB-DC8FE814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7090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35228-975D-1AF6-D1E0-8625550E8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6D767-59FB-AEA7-0B9C-157B3618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75786-FDF0-167E-E6F1-7FC623136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5BBE3-2B77-0010-EFD3-FA7846B1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6CE8-6FB5-6A2F-5014-A810E108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5106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8A82-95A6-488B-9115-DEE5D1F9C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B4EF-20D1-5E18-B08E-30CD22F9C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5B4F8-5A47-172D-9633-AF35E52E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F0B7E-E358-BB48-124C-2069DFB8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C567-434A-DAA8-BD1D-E099147B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415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8B37-607D-C00E-7048-EB1ED8470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F6035-822D-E9A4-9713-D9CF716EE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09BEF-1DEC-2C64-BCC1-DD99A14D3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61E7F-0B02-12C6-D088-C4EA9287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8D4F6-1EBB-8871-FE20-5080EFE9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74BFB-7857-5E7E-0136-9CA68587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1604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8FD2-1C8E-66E6-E031-52601047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3CB82-617C-FADF-3492-3781C1A76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871D8-F857-B985-5676-852F6516A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9304C-A2D2-0A49-6394-18F57BCA7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7FEA9-69C4-3B88-836F-CE6EF8C9D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E1E1B8-0F3E-C49A-B1AC-030B70A2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66027-87FA-D5C5-6FB0-433858F8C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45870-94FC-C2FF-E22C-EE10D021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212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034D-33FD-51EA-F938-4C95F2AB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B0A0E-C6A9-B597-0C7D-732DE578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0384D-89A1-56D6-BA94-F20D7110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6DC07-FB5E-24DE-DBAB-F02FDF2A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28969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2EA0C6-99A6-8029-3463-84A2188C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616B9B-4A0C-3686-0F58-D4A782C2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20D0E-37AE-7D6B-3922-F38BE779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313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C9FE-FB60-6624-AEC5-6C72D8A5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9E54E-AFC4-533C-30F5-A0500CF6F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5A2D6-3C6E-8869-BED3-E285BBBF5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F9B8F-368B-259F-9141-E877ACEC8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87410-E7C9-16E3-1DEB-830E3968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36B14-C74E-A519-9439-8906A02B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806506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B89B-E4FC-7B4F-9DC6-370BBF77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459BC-23AA-47B1-C0CE-A75706FE8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E9E5AC-4BD3-1922-AC36-19822DAE3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50E2F-98A6-7C42-A8A9-39AF0CEF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EE7F3-FF80-D2C0-7FEE-6D277BD6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26CBF-CCC5-BC38-3D3D-A3A047AD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7315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378BE-1F2F-B865-A482-D7F09D0C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6BEEA-2286-B7ED-4318-6676EB8C9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14F03-55A1-2DA8-A8AD-E2029441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28786-11F8-B64E-FCE0-46E80630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8AFA-240A-A5C5-CA0D-D00D692F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88358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4E8DC-7F11-3E2D-67B0-760BEDEBA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5C27B-4624-9B17-FC45-50A6AFC3F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CD26D-6178-39B0-5A5A-6A67A90C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48CC2-1BFA-9DFB-676D-751C38AA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CBDD-F20F-F6D2-8F38-F68BBF31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917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83C72-7C3A-9E4F-AA08-8F8C8DAF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C158C-FBA3-E7C1-79A3-3CD0E252E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51B7C-CCFD-A215-D71C-6129C2D0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85C6C-BA3B-4A49-857F-E6923C9162F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557DB-3840-0D46-4306-E1304F252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2AD24-4ABB-8BF6-6E80-D42018BD1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14E4B-3A26-4196-9F32-A72843E4F7E5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0843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3.png"/><Relationship Id="rId4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8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9.xml"/><Relationship Id="rId7" Type="http://schemas.openxmlformats.org/officeDocument/2006/relationships/customXml" Target="../ink/ink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7" Type="http://schemas.openxmlformats.org/officeDocument/2006/relationships/customXml" Target="../ink/ink16.xml"/><Relationship Id="rId2" Type="http://schemas.openxmlformats.org/officeDocument/2006/relationships/image" Target="../media/image6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customXml" Target="../ink/ink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22.xml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49.png"/><Relationship Id="rId2" Type="http://schemas.openxmlformats.org/officeDocument/2006/relationships/image" Target="../media/image10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10" Type="http://schemas.openxmlformats.org/officeDocument/2006/relationships/image" Target="../media/image40.png"/><Relationship Id="rId4" Type="http://schemas.openxmlformats.org/officeDocument/2006/relationships/image" Target="../media/image46.png"/><Relationship Id="rId9" Type="http://schemas.openxmlformats.org/officeDocument/2006/relationships/customXml" Target="../ink/ink20.xml"/><Relationship Id="rId1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customXml" Target="../ink/ink25.xml"/><Relationship Id="rId4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customXml" Target="../ink/ink27.xml"/><Relationship Id="rId10" Type="http://schemas.openxmlformats.org/officeDocument/2006/relationships/image" Target="../media/image86.png"/><Relationship Id="rId4" Type="http://schemas.openxmlformats.org/officeDocument/2006/relationships/image" Target="../media/image40.png"/><Relationship Id="rId9" Type="http://schemas.openxmlformats.org/officeDocument/2006/relationships/customXml" Target="../ink/ink2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9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0" Type="http://schemas.openxmlformats.org/officeDocument/2006/relationships/image" Target="../media/image91.png"/><Relationship Id="rId4" Type="http://schemas.openxmlformats.org/officeDocument/2006/relationships/image" Target="../media/image88.png"/><Relationship Id="rId9" Type="http://schemas.openxmlformats.org/officeDocument/2006/relationships/customXml" Target="../ink/ink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7" Type="http://schemas.openxmlformats.org/officeDocument/2006/relationships/customXml" Target="../ink/ink3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0" Type="http://schemas.openxmlformats.org/officeDocument/2006/relationships/image" Target="../media/image1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1.png"/><Relationship Id="rId3" Type="http://schemas.openxmlformats.org/officeDocument/2006/relationships/customXml" Target="../ink/ink3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ECB31E-AFAB-6F4E-6B03-95B766C9EA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288E-3C78-80BA-4816-FC0B5EBA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608E1-1070-6090-AC8A-F9841FD4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9A47A39D-530E-A437-189C-DF76DACE2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EE61F6-4616-BF86-6480-D03A2273F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6FF9E9-79A3-1713-003F-3F0AE504E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420C1A-0DB8-B6B3-5463-C9A7F49DB0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B95E6A-245B-5615-EE4E-3E79AE4AE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E80F669-61CC-0BE0-F8B6-A6AAC2125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B16FB72-1B01-CF50-F211-4EFA406E15D3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3: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E907DB3-E689-CC2D-D55A-FB6A2CA0EAAB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Primitive Data types . </a:t>
            </a:r>
          </a:p>
          <a:p>
            <a:r>
              <a:rPr lang="en-US" sz="2400"/>
              <a:t>Literals in java . </a:t>
            </a:r>
          </a:p>
          <a:p>
            <a:r>
              <a:rPr lang="en-US" sz="2400"/>
              <a:t>Variables . </a:t>
            </a:r>
          </a:p>
          <a:p>
            <a:r>
              <a:rPr lang="en-US" sz="2400"/>
              <a:t>Type Casting . </a:t>
            </a:r>
          </a:p>
          <a:p>
            <a:r>
              <a:rPr lang="en-US" sz="2400"/>
              <a:t>Arrays 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  <a:p>
            <a:r>
              <a:rPr lang="en-US" sz="2400" b="1"/>
              <a:t>Lab 3.</a:t>
            </a:r>
            <a:endParaRPr lang="ar-EG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130759-EF27-0795-7513-FA4F0BAA0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DA0B-062E-5292-8D4C-320F65D38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4719E-C3EC-22B6-19A5-264A41B8F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8E5181D3-FDC0-343B-A7BC-752AB4650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6D5266-0ACE-2B63-C535-C23F7E79A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F30F37-BB35-175E-949E-309189FBF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0716E3-E630-B6DB-523A-A8B33FC98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AC0E82-7F23-0B8B-B3BD-AEB26F527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4E0B165-57A0-6999-5624-C3F4A99FE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E0C077-9EA7-BEFB-C0D8-72292DE01C92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✍Lecture 4 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44A0CB5-D6C4-A8CA-42C6-309043D64D5E}"/>
              </a:ext>
            </a:extLst>
          </p:cNvPr>
          <p:cNvSpPr txBox="1">
            <a:spLocks/>
          </p:cNvSpPr>
          <p:nvPr/>
        </p:nvSpPr>
        <p:spPr>
          <a:xfrm>
            <a:off x="1045028" y="2704014"/>
            <a:ext cx="9941319" cy="343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1400" dirty="0"/>
              <a:t>The Arithmetic and Bitwise Operators</a:t>
            </a:r>
          </a:p>
          <a:p>
            <a:r>
              <a:rPr lang="ar-EG" sz="1400" dirty="0"/>
              <a:t>The Relational and Boolean Logical Operators</a:t>
            </a:r>
          </a:p>
          <a:p>
            <a:r>
              <a:rPr lang="ar-EG" sz="1400" dirty="0"/>
              <a:t>The Ternary and instanceof Operators</a:t>
            </a:r>
          </a:p>
          <a:p>
            <a:r>
              <a:rPr lang="ar-EG" sz="1400" dirty="0"/>
              <a:t>Tha Arrow Operator and Lambda Expression</a:t>
            </a:r>
          </a:p>
          <a:p>
            <a:r>
              <a:rPr lang="ar-EG" sz="1400" dirty="0"/>
              <a:t>Selection Statements</a:t>
            </a:r>
          </a:p>
          <a:p>
            <a:r>
              <a:rPr lang="ar-EG" sz="1400" dirty="0"/>
              <a:t>Iteration Statements</a:t>
            </a:r>
          </a:p>
          <a:p>
            <a:r>
              <a:rPr lang="ar-EG" sz="1400" dirty="0"/>
              <a:t>Jump Statements</a:t>
            </a:r>
          </a:p>
          <a:p>
            <a:r>
              <a:rPr lang="ar-EG" sz="1400" dirty="0"/>
              <a:t>Java String</a:t>
            </a:r>
          </a:p>
          <a:p>
            <a:r>
              <a:rPr lang="ar-EG" sz="1400" dirty="0"/>
              <a:t>String Methods</a:t>
            </a:r>
          </a:p>
          <a:p>
            <a:r>
              <a:rPr lang="ar-EG" sz="1400" dirty="0"/>
              <a:t>StringBuffer, StringBuilder and StringTokenizer</a:t>
            </a:r>
            <a:endParaRPr lang="en-US" sz="1400" dirty="0"/>
          </a:p>
          <a:p>
            <a:r>
              <a:rPr lang="en-US" sz="1400" b="1" dirty="0"/>
              <a:t>Lab 4 . </a:t>
            </a:r>
            <a:endParaRPr lang="ar-EG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D33F6B-05B4-B169-13F5-2CE1507CA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84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75B15-CDD0-B380-1734-AE03D69AB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✍Lecture 5 :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48532-121F-5343-295F-299B6FED6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000" dirty="0"/>
              <a:t>Wrapper Classes</a:t>
            </a:r>
          </a:p>
          <a:p>
            <a:r>
              <a:rPr lang="ar-EG" sz="2000" dirty="0"/>
              <a:t>Annotations</a:t>
            </a:r>
          </a:p>
          <a:p>
            <a:r>
              <a:rPr lang="ar-EG" sz="2000" dirty="0"/>
              <a:t>Annotations Basics</a:t>
            </a:r>
          </a:p>
          <a:p>
            <a:pPr marL="0" lvl="0" indent="0">
              <a:buNone/>
            </a:pPr>
            <a:endParaRPr lang="ar-EG" sz="1800" dirty="0"/>
          </a:p>
          <a:p>
            <a:pPr lvl="0"/>
            <a:r>
              <a:rPr lang="en-US" sz="2400" b="1" dirty="0"/>
              <a:t>Lab 5 .</a:t>
            </a:r>
            <a:endParaRPr lang="ar-EG" sz="24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21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6D12E-0693-8795-1B90-6BE8A0F5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is a Package</a:t>
            </a:r>
            <a:r>
              <a:rPr lang="en-US" sz="4800"/>
              <a:t>?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B7B5-75D7-170E-65B6-D35A29408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A </a:t>
            </a:r>
            <a:r>
              <a:rPr lang="ar-EG" sz="2400" b="1" dirty="0"/>
              <a:t>package</a:t>
            </a:r>
            <a:r>
              <a:rPr lang="ar-EG" sz="2400" dirty="0"/>
              <a:t> is a group of related classes and interfaces.</a:t>
            </a:r>
            <a:endParaRPr lang="en-US" sz="2400" dirty="0"/>
          </a:p>
          <a:p>
            <a:endParaRPr lang="en-US" sz="2400" dirty="0"/>
          </a:p>
          <a:p>
            <a:r>
              <a:rPr lang="ar-EG" sz="2400" b="1" dirty="0"/>
              <a:t>Packages provide:</a:t>
            </a:r>
          </a:p>
          <a:p>
            <a:pPr lvl="0"/>
            <a:r>
              <a:rPr lang="ar-EG" sz="2400" dirty="0"/>
              <a:t>Organization </a:t>
            </a:r>
          </a:p>
          <a:p>
            <a:pPr lvl="0"/>
            <a:r>
              <a:rPr lang="ar-EG" sz="2400" dirty="0"/>
              <a:t>Naming </a:t>
            </a:r>
          </a:p>
          <a:p>
            <a:pPr lvl="0"/>
            <a:r>
              <a:rPr lang="ar-EG" sz="2400" dirty="0"/>
              <a:t>Access control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10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DD232-B1D0-756D-5154-F66C37881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✍Why Packages </a:t>
            </a:r>
            <a:r>
              <a:rPr lang="en-US" sz="4800" dirty="0"/>
              <a:t>?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AEFA0-EBBB-AEE0-FB25-8F1550C99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As a Java project grows, it may contain many classes.</a:t>
            </a:r>
          </a:p>
          <a:p>
            <a:r>
              <a:rPr lang="ar-EG" sz="2400" b="1" dirty="0"/>
              <a:t>Packages help us to:</a:t>
            </a:r>
          </a:p>
          <a:p>
            <a:pPr lvl="1"/>
            <a:r>
              <a:rPr lang="ar-EG" sz="2000" dirty="0"/>
              <a:t>Organize related classes and interfaces. </a:t>
            </a:r>
          </a:p>
          <a:p>
            <a:pPr lvl="1"/>
            <a:r>
              <a:rPr lang="ar-EG" sz="2000" dirty="0"/>
              <a:t>Avoid naming conflicts. </a:t>
            </a:r>
          </a:p>
          <a:p>
            <a:pPr lvl="1"/>
            <a:r>
              <a:rPr lang="ar-EG" sz="2000" dirty="0"/>
              <a:t>Control access to classes and members. </a:t>
            </a:r>
          </a:p>
          <a:p>
            <a:pPr lvl="1"/>
            <a:r>
              <a:rPr lang="ar-EG" sz="2000" dirty="0"/>
              <a:t>Make large projects easier to manage.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435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8BF11-DCC2-66FA-CB59-CDE164AC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✍Naming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6257-5585-FD85-D9ED-57490478C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ar-EG" sz="2400" dirty="0"/>
              <a:t> Different packages can contain classes with the same name.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dirty="0"/>
              <a:t>school.Student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dirty="0"/>
              <a:t>university.Student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ar-EG" sz="2400" dirty="0"/>
              <a:t> Both classes are named</a:t>
            </a:r>
            <a:r>
              <a:rPr lang="en-US" sz="2400" dirty="0"/>
              <a:t> </a:t>
            </a:r>
            <a:r>
              <a:rPr lang="ar-EG" sz="2400" dirty="0"/>
              <a:t>Student</a:t>
            </a:r>
            <a:endParaRPr lang="en-US" sz="2400" dirty="0"/>
          </a:p>
          <a:p>
            <a:pPr marL="0" indent="0">
              <a:buNone/>
            </a:pPr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41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F06F7-4EA0-70E5-5D1C-F167A650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✍Defining a Package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0716692-D253-ED1B-81DB-B98EC1AC9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79631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Use the </a:t>
            </a:r>
            <a:r>
              <a:rPr lang="ar-EG" sz="2000" b="1" dirty="0"/>
              <a:t>package</a:t>
            </a:r>
            <a:r>
              <a:rPr lang="ar-EG" dirty="0"/>
              <a:t> </a:t>
            </a:r>
            <a:r>
              <a:rPr lang="ar-EG" sz="2000" dirty="0"/>
              <a:t> keyword at the beginning of the Java file.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ar-EG" sz="2000" dirty="0"/>
              <a:t>All classes declared in this file belong to the specified package.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DDA6F8-58DD-5062-52A7-DDBE6520F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599509"/>
            <a:ext cx="5150277" cy="350665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770FFBE-336D-1F50-F822-4596D3D7BC11}"/>
                  </a:ext>
                </a:extLst>
              </p14:cNvPr>
              <p14:cNvContentPartPr/>
              <p14:nvPr/>
            </p14:nvContentPartPr>
            <p14:xfrm>
              <a:off x="8443241" y="5680325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770FFBE-336D-1F50-F822-4596D3D7BC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34241" y="567168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925828-7A5E-C1F2-5285-B1B78BA274EC}"/>
                  </a:ext>
                </a:extLst>
              </p14:cNvPr>
              <p14:cNvContentPartPr/>
              <p14:nvPr/>
            </p14:nvContentPartPr>
            <p14:xfrm>
              <a:off x="6409961" y="2647325"/>
              <a:ext cx="1373400" cy="311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925828-7A5E-C1F2-5285-B1B78BA274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1321" y="2638325"/>
                <a:ext cx="13910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501274-6562-6A56-9F38-A20D934A0ED2}"/>
                  </a:ext>
                </a:extLst>
              </p14:cNvPr>
              <p14:cNvContentPartPr/>
              <p14:nvPr/>
            </p14:nvContentPartPr>
            <p14:xfrm>
              <a:off x="6740801" y="492180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501274-6562-6A56-9F38-A20D934A0E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32161" y="491280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927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ABC13-5CAB-5C29-53BD-1CE580ED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✍Package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05E9A-A0C7-2069-73CF-E9CDD6C81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Packages can be organized into multiple levels.</a:t>
            </a:r>
          </a:p>
          <a:p>
            <a:pPr marL="457200" lvl="1" indent="0">
              <a:buNone/>
            </a:pPr>
            <a:r>
              <a:rPr lang="en-US" sz="2000" dirty="0"/>
              <a:t>com</a:t>
            </a:r>
          </a:p>
          <a:p>
            <a:pPr marL="457200" lvl="1" indent="0">
              <a:buNone/>
            </a:pPr>
            <a:r>
              <a:rPr lang="en-US" sz="2000" dirty="0"/>
              <a:t> └── company</a:t>
            </a:r>
          </a:p>
          <a:p>
            <a:pPr marL="457200" lvl="1" indent="0">
              <a:buNone/>
            </a:pPr>
            <a:r>
              <a:rPr lang="en-US" sz="2000" dirty="0"/>
              <a:t>      └── school</a:t>
            </a:r>
          </a:p>
          <a:p>
            <a:pPr marL="457200" lvl="1" indent="0">
              <a:buNone/>
            </a:pPr>
            <a:r>
              <a:rPr lang="en-US" sz="2000" dirty="0"/>
              <a:t>           ├── Student</a:t>
            </a:r>
          </a:p>
          <a:p>
            <a:pPr marL="457200" lvl="1" indent="0">
              <a:buNone/>
            </a:pPr>
            <a:r>
              <a:rPr lang="en-US" sz="2000" dirty="0"/>
              <a:t>           └── Teacher</a:t>
            </a:r>
          </a:p>
          <a:p>
            <a:r>
              <a:rPr lang="en-US" sz="2400" dirty="0" err="1"/>
              <a:t>com.company.school.students</a:t>
            </a:r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73DC7C-9735-C54C-06A9-1E964746F6A3}"/>
                  </a:ext>
                </a:extLst>
              </p14:cNvPr>
              <p14:cNvContentPartPr/>
              <p14:nvPr/>
            </p14:nvContentPartPr>
            <p14:xfrm>
              <a:off x="2830481" y="182832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73DC7C-9735-C54C-06A9-1E964746F6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1481" y="18193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7B1E746-8910-C260-B4A2-B3365F9F55E9}"/>
                  </a:ext>
                </a:extLst>
              </p14:cNvPr>
              <p14:cNvContentPartPr/>
              <p14:nvPr/>
            </p14:nvContentPartPr>
            <p14:xfrm>
              <a:off x="9221201" y="4581245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7B1E746-8910-C260-B4A2-B3365F9F55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12201" y="457224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E62E9AD-395C-B6F3-D29A-CC8CC8C75CCD}"/>
                  </a:ext>
                </a:extLst>
              </p14:cNvPr>
              <p14:cNvContentPartPr/>
              <p14:nvPr/>
            </p14:nvContentPartPr>
            <p14:xfrm>
              <a:off x="1633841" y="5836205"/>
              <a:ext cx="360" cy="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E62E9AD-395C-B6F3-D29A-CC8CC8C75C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4841" y="582720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43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C7C3A7-5BB6-0C87-EA1B-17CF5CD73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3BA3FDA-4373-70F0-C666-1ED8D3B23FDE}"/>
                  </a:ext>
                </a:extLst>
              </p14:cNvPr>
              <p14:cNvContentPartPr/>
              <p14:nvPr/>
            </p14:nvContentPartPr>
            <p14:xfrm>
              <a:off x="1398401" y="329285"/>
              <a:ext cx="1580760" cy="751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3BA3FDA-4373-70F0-C666-1ED8D3B23F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0761" y="311645"/>
                <a:ext cx="1616400" cy="78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6C5C059-DF54-3FCA-7EAC-AAA45092C44C}"/>
                  </a:ext>
                </a:extLst>
              </p14:cNvPr>
              <p14:cNvContentPartPr/>
              <p14:nvPr/>
            </p14:nvContentPartPr>
            <p14:xfrm>
              <a:off x="6253721" y="1467245"/>
              <a:ext cx="1850040" cy="721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6C5C059-DF54-3FCA-7EAC-AAA45092C4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35721" y="1449605"/>
                <a:ext cx="1885680" cy="75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685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18624-4278-EDD7-12EC-F14B106F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2FBA12-FD93-56E2-2D3C-90D9CDB164D7}"/>
                  </a:ext>
                </a:extLst>
              </p14:cNvPr>
              <p14:cNvContentPartPr/>
              <p14:nvPr/>
            </p14:nvContentPartPr>
            <p14:xfrm>
              <a:off x="1244681" y="4182725"/>
              <a:ext cx="27252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2FBA12-FD93-56E2-2D3C-90D9CDB164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5681" y="4173725"/>
                <a:ext cx="2901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EA3377E-AA3A-55CD-48AE-F92626AC1C7F}"/>
                  </a:ext>
                </a:extLst>
              </p14:cNvPr>
              <p14:cNvContentPartPr/>
              <p14:nvPr/>
            </p14:nvContentPartPr>
            <p14:xfrm>
              <a:off x="1215521" y="4746485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EA3377E-AA3A-55CD-48AE-F92626AC1C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06521" y="473784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3458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4C20A-6A6A-3DF8-B2D3-5F58A40AD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C16439-7869-FDBA-0658-B82AFF58BF6C}"/>
                  </a:ext>
                </a:extLst>
              </p14:cNvPr>
              <p14:cNvContentPartPr/>
              <p14:nvPr/>
            </p14:nvContentPartPr>
            <p14:xfrm>
              <a:off x="787481" y="2791685"/>
              <a:ext cx="603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C16439-7869-FDBA-0658-B82AFF58BF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9841" y="2773685"/>
                <a:ext cx="639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CB598A-A972-0CFF-7BEE-BF31653B58C4}"/>
                  </a:ext>
                </a:extLst>
              </p14:cNvPr>
              <p14:cNvContentPartPr/>
              <p14:nvPr/>
            </p14:nvContentPartPr>
            <p14:xfrm>
              <a:off x="370241" y="2796005"/>
              <a:ext cx="1807560" cy="598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CB598A-A972-0CFF-7BEE-BF31653B58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2601" y="2778365"/>
                <a:ext cx="184320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7DA4EE-15BC-598A-DE40-30F508B2BE4B}"/>
                  </a:ext>
                </a:extLst>
              </p14:cNvPr>
              <p14:cNvContentPartPr/>
              <p14:nvPr/>
            </p14:nvContentPartPr>
            <p14:xfrm>
              <a:off x="943361" y="4045925"/>
              <a:ext cx="3985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7DA4EE-15BC-598A-DE40-30F508B2BE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5721" y="4028285"/>
                <a:ext cx="434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BA13BB-D856-38E2-A4C5-8158775E9E9E}"/>
                  </a:ext>
                </a:extLst>
              </p14:cNvPr>
              <p14:cNvContentPartPr/>
              <p14:nvPr/>
            </p14:nvContentPartPr>
            <p14:xfrm>
              <a:off x="1983761" y="386160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BA13BB-D856-38E2-A4C5-8158775E9E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66121" y="38436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2ADD538-E47D-A6E3-2AC1-E626ACC0DD73}"/>
                  </a:ext>
                </a:extLst>
              </p14:cNvPr>
              <p14:cNvContentPartPr/>
              <p14:nvPr/>
            </p14:nvContentPartPr>
            <p14:xfrm>
              <a:off x="223001" y="4394765"/>
              <a:ext cx="555120" cy="216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2ADD538-E47D-A6E3-2AC1-E626ACC0DD7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5361" y="4377125"/>
                <a:ext cx="59076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861358C-F8CC-7894-4E4A-A1513CA4CA3D}"/>
                  </a:ext>
                </a:extLst>
              </p14:cNvPr>
              <p14:cNvContentPartPr/>
              <p14:nvPr/>
            </p14:nvContentPartPr>
            <p14:xfrm>
              <a:off x="463481" y="4590245"/>
              <a:ext cx="1698480" cy="633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861358C-F8CC-7894-4E4A-A1513CA4CA3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5481" y="4572605"/>
                <a:ext cx="1734120" cy="66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199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797256-200F-0095-9671-787D5507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 What is an Interface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4B91B-7889-0110-6E05-59DAA6DB6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An interface defines a </a:t>
            </a:r>
            <a:r>
              <a:rPr lang="ar-EG" sz="2000" b="1" dirty="0"/>
              <a:t>contract </a:t>
            </a:r>
            <a:r>
              <a:rPr lang="ar-EG" sz="2000" dirty="0"/>
              <a:t> that a class must follow.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ar-EG" sz="2000" dirty="0"/>
              <a:t>It specifies: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sz="2000" b="1" dirty="0"/>
              <a:t>WHAT to do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sz="2000" b="1" dirty="0"/>
              <a:t>not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ar-EG" sz="2000" b="1" dirty="0"/>
              <a:t>HOW to do it</a:t>
            </a:r>
          </a:p>
          <a:p>
            <a:endParaRPr lang="ar-EG" sz="2000" dirty="0"/>
          </a:p>
          <a:p>
            <a:endParaRPr lang="ar-E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4225C-6860-6C24-5B34-11DFAD1FA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93338"/>
            <a:ext cx="5150277" cy="249607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1F5E17-6328-2423-DA61-D8333C93F22B}"/>
                  </a:ext>
                </a:extLst>
              </p14:cNvPr>
              <p14:cNvContentPartPr/>
              <p14:nvPr/>
            </p14:nvContentPartPr>
            <p14:xfrm>
              <a:off x="1536641" y="4474325"/>
              <a:ext cx="1381320" cy="29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1F5E17-6328-2423-DA61-D8333C93F2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9001" y="4456325"/>
                <a:ext cx="141696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74BDCA1-3C20-8593-BF77-73068F2187F0}"/>
                  </a:ext>
                </a:extLst>
              </p14:cNvPr>
              <p14:cNvContentPartPr/>
              <p14:nvPr/>
            </p14:nvContentPartPr>
            <p14:xfrm>
              <a:off x="1478321" y="5245085"/>
              <a:ext cx="498960" cy="7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74BDCA1-3C20-8593-BF77-73068F2187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60681" y="5227085"/>
                <a:ext cx="5346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549815-FF92-E9AA-8F49-9F51DF76DDB7}"/>
                  </a:ext>
                </a:extLst>
              </p14:cNvPr>
              <p14:cNvContentPartPr/>
              <p14:nvPr/>
            </p14:nvContentPartPr>
            <p14:xfrm>
              <a:off x="6429761" y="3520685"/>
              <a:ext cx="11091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549815-FF92-E9AA-8F49-9F51DF76DD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12121" y="3503045"/>
                <a:ext cx="1144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6A3BF8-08F3-459B-E9A4-8079945212BF}"/>
                  </a:ext>
                </a:extLst>
              </p14:cNvPr>
              <p14:cNvContentPartPr/>
              <p14:nvPr/>
            </p14:nvContentPartPr>
            <p14:xfrm>
              <a:off x="7538921" y="3521045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6A3BF8-08F3-459B-E9A4-8079945212B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20921" y="35030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F82F4AD-86FF-AE43-580E-A86FBF95F19F}"/>
                  </a:ext>
                </a:extLst>
              </p14:cNvPr>
              <p14:cNvContentPartPr/>
              <p14:nvPr/>
            </p14:nvContentPartPr>
            <p14:xfrm>
              <a:off x="7322921" y="3472085"/>
              <a:ext cx="517320" cy="579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F82F4AD-86FF-AE43-580E-A86FBF95F19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05281" y="3454445"/>
                <a:ext cx="55296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EA1CD90-25D5-13A0-8E58-45E916E90384}"/>
                  </a:ext>
                </a:extLst>
              </p14:cNvPr>
              <p14:cNvContentPartPr/>
              <p14:nvPr/>
            </p14:nvContentPartPr>
            <p14:xfrm>
              <a:off x="6517241" y="3856565"/>
              <a:ext cx="375480" cy="277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EA1CD90-25D5-13A0-8E58-45E916E9038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99241" y="3838925"/>
                <a:ext cx="4111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04EF0F9-5FDC-375E-F892-7019B27963D5}"/>
                  </a:ext>
                </a:extLst>
              </p14:cNvPr>
              <p14:cNvContentPartPr/>
              <p14:nvPr/>
            </p14:nvContentPartPr>
            <p14:xfrm>
              <a:off x="6867161" y="4114325"/>
              <a:ext cx="401040" cy="136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04EF0F9-5FDC-375E-F892-7019B27963D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49521" y="4096325"/>
                <a:ext cx="436680" cy="17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8818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0138C-D1C6-E495-EAC2-8BA0AAF2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 Why Interfaces</a:t>
            </a:r>
            <a:r>
              <a:rPr lang="en-US" sz="4800" dirty="0"/>
              <a:t>?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8526-FE28-020C-7948-FD576002B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900" dirty="0"/>
              <a:t> </a:t>
            </a:r>
            <a:r>
              <a:rPr lang="ar-EG" sz="1900" dirty="0"/>
              <a:t>Imagine we have different classes:</a:t>
            </a:r>
            <a:endParaRPr lang="en-US" sz="1900" dirty="0"/>
          </a:p>
          <a:p>
            <a:pPr marL="0" indent="0">
              <a:buNone/>
            </a:pPr>
            <a:endParaRPr lang="ar-EG" sz="1900" dirty="0"/>
          </a:p>
          <a:p>
            <a:pPr marL="2743200" lvl="5" indent="-457200">
              <a:buFont typeface="+mj-lt"/>
              <a:buAutoNum type="arabicPeriod"/>
            </a:pPr>
            <a:r>
              <a:rPr lang="en-US" sz="1900" dirty="0"/>
              <a:t>Car</a:t>
            </a:r>
          </a:p>
          <a:p>
            <a:pPr marL="2743200" lvl="5" indent="-457200">
              <a:buFont typeface="+mj-lt"/>
              <a:buAutoNum type="arabicPeriod"/>
            </a:pPr>
            <a:r>
              <a:rPr lang="en-US" sz="1900" dirty="0"/>
              <a:t>Bike</a:t>
            </a:r>
          </a:p>
          <a:p>
            <a:pPr marL="2743200" lvl="5" indent="-457200">
              <a:buFont typeface="+mj-lt"/>
              <a:buAutoNum type="arabicPeriod"/>
            </a:pPr>
            <a:r>
              <a:rPr lang="en-US" sz="1900" dirty="0"/>
              <a:t>Bus</a:t>
            </a:r>
          </a:p>
          <a:p>
            <a:pPr marL="2286000" lvl="5" indent="0">
              <a:buNone/>
            </a:pP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ar-EG" sz="1900" dirty="0"/>
              <a:t>All of them need to:</a:t>
            </a:r>
            <a:endParaRPr lang="en-US" sz="1900" dirty="0"/>
          </a:p>
          <a:p>
            <a:pPr lvl="5"/>
            <a:r>
              <a:rPr lang="ar-EG" sz="1900" dirty="0"/>
              <a:t>start()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dirty="0"/>
              <a:t> </a:t>
            </a:r>
            <a:r>
              <a:rPr lang="ar-EG" sz="1900" dirty="0"/>
              <a:t>That's exactly what an Interface can do.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73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43177-78E0-F7E5-238A-3B08B9C5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✍Interface vs 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0F55-37BC-127D-D763-91C6CCCF5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Interface and Abstract Class</a:t>
            </a:r>
          </a:p>
          <a:p>
            <a:r>
              <a:rPr lang="ar-EG" sz="2000" dirty="0"/>
              <a:t>Both can define </a:t>
            </a:r>
            <a:r>
              <a:rPr lang="ar-EG" sz="2000" b="1" dirty="0"/>
              <a:t>abstract methods</a:t>
            </a:r>
            <a:r>
              <a:rPr lang="ar-EG" sz="2000" dirty="0"/>
              <a:t>.</a:t>
            </a:r>
            <a:endParaRPr lang="ar-EG" dirty="0"/>
          </a:p>
          <a:p>
            <a:r>
              <a:rPr lang="ar-EG" sz="2400" dirty="0"/>
              <a:t>An abstract method: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ar-EG" dirty="0">
                <a:solidFill>
                  <a:schemeClr val="accent2">
                    <a:lumMod val="75000"/>
                  </a:schemeClr>
                </a:solidFill>
              </a:rPr>
              <a:t>abstract</a:t>
            </a:r>
            <a:r>
              <a:rPr lang="ar-EG" dirty="0"/>
              <a:t> void start();</a:t>
            </a:r>
          </a:p>
          <a:p>
            <a:r>
              <a:rPr lang="ar-EG" sz="2200" dirty="0"/>
              <a:t>has:</a:t>
            </a:r>
          </a:p>
          <a:p>
            <a:pPr lvl="1"/>
            <a:r>
              <a:rPr lang="ar-EG" sz="1800" dirty="0"/>
              <a:t>Method signature </a:t>
            </a:r>
          </a:p>
          <a:p>
            <a:pPr lvl="1"/>
            <a:r>
              <a:rPr lang="ar-EG" sz="1800" dirty="0"/>
              <a:t>No implementation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ar-EG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230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CCA06-3941-201E-D12F-72F40939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✍Interface Syntax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5FAA8-2CA8-DE66-7EBB-B85F3CB47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0" y="2599509"/>
            <a:ext cx="5455920" cy="3639450"/>
          </a:xfrm>
        </p:spPr>
        <p:txBody>
          <a:bodyPr anchor="ctr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 Define interface : </a:t>
            </a:r>
          </a:p>
          <a:p>
            <a:pPr marL="457200" lvl="1" indent="0">
              <a:buNone/>
            </a:pPr>
            <a:endParaRPr lang="ar-EG" sz="2000" dirty="0"/>
          </a:p>
          <a:p>
            <a:pPr marL="914400" lvl="2" indent="0">
              <a:buNone/>
            </a:pPr>
            <a:r>
              <a:rPr lang="ar-EG" sz="1800" dirty="0"/>
              <a:t>access_modifier interface InterfaceName</a:t>
            </a:r>
            <a:r>
              <a:rPr lang="en-US" sz="1800" dirty="0"/>
              <a:t> {</a:t>
            </a:r>
            <a:endParaRPr lang="ar-EG" sz="1800" dirty="0"/>
          </a:p>
          <a:p>
            <a:pPr marL="914400" lvl="2" indent="0">
              <a:buNone/>
            </a:pPr>
            <a:r>
              <a:rPr lang="en-US" sz="1800" dirty="0"/>
              <a:t>       </a:t>
            </a:r>
            <a:r>
              <a:rPr lang="ar-EG" sz="1800" dirty="0"/>
              <a:t>method_declaration</a:t>
            </a:r>
          </a:p>
          <a:p>
            <a:pPr marL="914400" lvl="2" indent="0">
              <a:buNone/>
            </a:pPr>
            <a:r>
              <a:rPr lang="en-US" sz="1800" dirty="0"/>
              <a:t>   };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2BCC78-6281-56E8-89D6-4F5712FEF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28057"/>
            <a:ext cx="5150277" cy="26266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58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57226-F4AA-7320-2AB3-D4B8A1E6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✍Extending Interfaces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2468-9719-A43C-6A62-4AD72312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09" y="2538977"/>
            <a:ext cx="5647195" cy="3639450"/>
          </a:xfrm>
        </p:spPr>
        <p:txBody>
          <a:bodyPr anchor="ctr">
            <a:normAutofit/>
          </a:bodyPr>
          <a:lstStyle/>
          <a:p>
            <a:pPr lvl="0"/>
            <a:r>
              <a:rPr lang="ar-EG" sz="2000" dirty="0"/>
              <a:t>Child interface inherits the default method. </a:t>
            </a:r>
          </a:p>
          <a:p>
            <a:pPr lvl="0"/>
            <a:r>
              <a:rPr lang="ar-EG" sz="2000" dirty="0"/>
              <a:t>It can override the default method.</a:t>
            </a:r>
          </a:p>
          <a:p>
            <a:endParaRPr lang="ar-E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57CD0-FA1E-9C38-DE19-1313E3F70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504" y="2737288"/>
            <a:ext cx="5150277" cy="319957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73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6E5E4-7647-9FA6-309F-7C3CEF75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✍Default Methods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781D3F1-1969-90BC-FC3C-199680D42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796318" cy="3639450"/>
          </a:xfrm>
        </p:spPr>
        <p:txBody>
          <a:bodyPr anchor="ctr">
            <a:normAutofit/>
          </a:bodyPr>
          <a:lstStyle/>
          <a:p>
            <a:pPr lvl="0"/>
            <a:r>
              <a:rPr lang="ar-EG" sz="2000" dirty="0"/>
              <a:t>Method inside an interface with implementation. </a:t>
            </a:r>
          </a:p>
          <a:p>
            <a:pPr lvl="0"/>
            <a:r>
              <a:rPr lang="ar-EG" sz="2000" dirty="0"/>
              <a:t>Introduced in Java 8. </a:t>
            </a:r>
          </a:p>
          <a:p>
            <a:pPr lvl="0"/>
            <a:r>
              <a:rPr lang="ar-EG" sz="2000" dirty="0"/>
              <a:t>Classes can use it directly or override it.</a:t>
            </a:r>
          </a:p>
          <a:p>
            <a:endParaRPr lang="ar-EG" sz="2000" dirty="0"/>
          </a:p>
          <a:p>
            <a:endParaRPr lang="ar-EG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5D16F8-50C8-D6C2-86A2-66BE9063B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262529"/>
            <a:ext cx="5150277" cy="2157695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2819D6-EADD-4740-725C-B10DF2774703}"/>
                  </a:ext>
                </a:extLst>
              </p14:cNvPr>
              <p14:cNvContentPartPr/>
              <p14:nvPr/>
            </p14:nvContentPartPr>
            <p14:xfrm>
              <a:off x="9532601" y="4571525"/>
              <a:ext cx="63288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2819D6-EADD-4740-725C-B10DF2774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4961" y="4553525"/>
                <a:ext cx="668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D8F47E2-B0C6-A669-665A-D5E043B19105}"/>
                  </a:ext>
                </a:extLst>
              </p14:cNvPr>
              <p14:cNvContentPartPr/>
              <p14:nvPr/>
            </p14:nvContentPartPr>
            <p14:xfrm>
              <a:off x="6419321" y="4356965"/>
              <a:ext cx="574560" cy="91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D8F47E2-B0C6-A669-665A-D5E043B191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1681" y="4339325"/>
                <a:ext cx="610200" cy="1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0429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280FE-3B6E-351B-B917-8B71C130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✍Static 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BAFFF-B196-75E2-7DE0-8C9C6E7FD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ar-EG" sz="2000"/>
              <a:t>Allowed since Java 8. </a:t>
            </a:r>
          </a:p>
          <a:p>
            <a:pPr lvl="0"/>
            <a:r>
              <a:rPr lang="ar-EG" sz="2000"/>
              <a:t>Belong to the interface, not objects. </a:t>
            </a:r>
          </a:p>
          <a:p>
            <a:pPr lvl="0"/>
            <a:r>
              <a:rPr lang="ar-EG" sz="2000"/>
              <a:t>Called using the interface name.</a:t>
            </a:r>
          </a:p>
          <a:p>
            <a:endParaRPr lang="ar-EG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CF64D-ED71-1688-884F-B603A5447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32700"/>
            <a:ext cx="5150277" cy="261735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E244F1-6624-D47B-F1C1-ED6367D42C03}"/>
              </a:ext>
            </a:extLst>
          </p:cNvPr>
          <p:cNvGrpSpPr/>
          <p:nvPr/>
        </p:nvGrpSpPr>
        <p:grpSpPr>
          <a:xfrm>
            <a:off x="5913161" y="4812725"/>
            <a:ext cx="1802160" cy="810720"/>
            <a:chOff x="5913161" y="4812725"/>
            <a:chExt cx="1802160" cy="81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492E5D7-206D-88FF-4488-85A6C05D3965}"/>
                    </a:ext>
                  </a:extLst>
                </p14:cNvPr>
                <p14:cNvContentPartPr/>
                <p14:nvPr/>
              </p14:nvContentPartPr>
              <p14:xfrm>
                <a:off x="6186401" y="5447045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492E5D7-206D-88FF-4488-85A6C05D396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68401" y="54290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1661BC-5100-97FA-5943-5BB3E3B68FFA}"/>
                    </a:ext>
                  </a:extLst>
                </p14:cNvPr>
                <p14:cNvContentPartPr/>
                <p14:nvPr/>
              </p14:nvContentPartPr>
              <p14:xfrm>
                <a:off x="6186401" y="5447045"/>
                <a:ext cx="1198080" cy="41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1661BC-5100-97FA-5943-5BB3E3B68F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68401" y="5429045"/>
                  <a:ext cx="1233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686A4-E45B-00CF-3309-653C3FD19CF0}"/>
                    </a:ext>
                  </a:extLst>
                </p14:cNvPr>
                <p14:cNvContentPartPr/>
                <p14:nvPr/>
              </p14:nvContentPartPr>
              <p14:xfrm>
                <a:off x="5913161" y="4812725"/>
                <a:ext cx="1802160" cy="810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686A4-E45B-00CF-3309-653C3FD19CF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95521" y="4795085"/>
                  <a:ext cx="1837800" cy="84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2532AE9-19A8-ADAC-822C-3B96495B0A1A}"/>
                  </a:ext>
                </a:extLst>
              </p14:cNvPr>
              <p14:cNvContentPartPr/>
              <p14:nvPr/>
            </p14:nvContentPartPr>
            <p14:xfrm>
              <a:off x="5369201" y="3422765"/>
              <a:ext cx="671400" cy="273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2532AE9-19A8-ADAC-822C-3B96495B0A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51201" y="3404765"/>
                <a:ext cx="707040" cy="30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9799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C2E36-C470-96C6-0546-5485F3DB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 dirty="0"/>
              <a:t>✍Types of Interface 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20003-EE97-BDBD-828E-543DD253A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2599509"/>
            <a:ext cx="5498195" cy="3639450"/>
          </a:xfrm>
        </p:spPr>
        <p:txBody>
          <a:bodyPr anchor="ctr"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ar-EG" sz="1800" dirty="0"/>
              <a:t>Abstract → no body → class must implement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ar-EG" sz="1800" dirty="0"/>
              <a:t> Default → has body → class can use/override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ar-EG" sz="1800" dirty="0"/>
              <a:t>Static → belongs to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B07254-1749-D4C8-245B-F25DD1A8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556158"/>
            <a:ext cx="5150277" cy="35704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8D1DFA7-7DED-A007-6F91-455B81942C98}"/>
                  </a:ext>
                </a:extLst>
              </p14:cNvPr>
              <p14:cNvContentPartPr/>
              <p14:nvPr/>
            </p14:nvContentPartPr>
            <p14:xfrm>
              <a:off x="6351641" y="3044045"/>
              <a:ext cx="856440" cy="10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8D1DFA7-7DED-A007-6F91-455B81942C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33641" y="3026405"/>
                <a:ext cx="8920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73AA49-53C0-4285-6D59-553FF771C985}"/>
                  </a:ext>
                </a:extLst>
              </p14:cNvPr>
              <p14:cNvContentPartPr/>
              <p14:nvPr/>
            </p14:nvContentPartPr>
            <p14:xfrm>
              <a:off x="5727041" y="2518805"/>
              <a:ext cx="2524320" cy="556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73AA49-53C0-4285-6D59-553FF771C9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09401" y="2500805"/>
                <a:ext cx="255996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A44E361-F7C0-B863-8BF7-8C6DAD1CF220}"/>
                  </a:ext>
                </a:extLst>
              </p14:cNvPr>
              <p14:cNvContentPartPr/>
              <p14:nvPr/>
            </p14:nvContentPartPr>
            <p14:xfrm>
              <a:off x="5826041" y="3379565"/>
              <a:ext cx="467640" cy="209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A44E361-F7C0-B863-8BF7-8C6DAD1CF2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08401" y="3361565"/>
                <a:ext cx="5032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EBF434E-D678-6F07-53EB-AB6A6185C875}"/>
                  </a:ext>
                </a:extLst>
              </p14:cNvPr>
              <p14:cNvContentPartPr/>
              <p14:nvPr/>
            </p14:nvContentPartPr>
            <p14:xfrm>
              <a:off x="5836121" y="3860165"/>
              <a:ext cx="478080" cy="167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EBF434E-D678-6F07-53EB-AB6A6185C87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8121" y="3842525"/>
                <a:ext cx="5137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7EC5036-BCDF-1018-8D44-7284172359DF}"/>
                  </a:ext>
                </a:extLst>
              </p14:cNvPr>
              <p14:cNvContentPartPr/>
              <p14:nvPr/>
            </p14:nvContentPartPr>
            <p14:xfrm>
              <a:off x="5700041" y="4891925"/>
              <a:ext cx="528120" cy="312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7EC5036-BCDF-1018-8D44-7284172359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82041" y="4874285"/>
                <a:ext cx="563760" cy="34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9282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A2560-22F5-1A6E-8234-92440503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✍Private Interface 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47575-9131-52C8-72F8-850E35879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ar-EG" sz="2000"/>
              <a:t>Introduced in Java 9. </a:t>
            </a:r>
          </a:p>
          <a:p>
            <a:pPr lvl="0"/>
            <a:r>
              <a:rPr lang="ar-EG" sz="2000"/>
              <a:t>Used only inside the interface. </a:t>
            </a:r>
          </a:p>
          <a:p>
            <a:pPr lvl="0"/>
            <a:r>
              <a:rPr lang="ar-EG" sz="2000"/>
              <a:t>Mainly used as helper methods. </a:t>
            </a:r>
          </a:p>
          <a:p>
            <a:pPr lvl="0"/>
            <a:r>
              <a:rPr lang="ar-EG" sz="2000"/>
              <a:t>Reduce code duplication. </a:t>
            </a:r>
          </a:p>
          <a:p>
            <a:endParaRPr lang="ar-EG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21A86-61CC-5083-17AC-17BCBA217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66602"/>
            <a:ext cx="5150277" cy="27495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28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CF9EC-D855-8258-F269-3AFEA8AB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✍Functional Interfaces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A371B-33F4-22BF-70AC-0FCA4D2BF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5376682" cy="3639450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endParaRPr lang="en-US" sz="2000" dirty="0"/>
          </a:p>
          <a:p>
            <a:pPr lvl="0"/>
            <a:r>
              <a:rPr lang="ar-EG" sz="2000" dirty="0"/>
              <a:t>Contains exactly </a:t>
            </a:r>
            <a:r>
              <a:rPr lang="ar-EG" sz="2000" b="1" dirty="0"/>
              <a:t>one abstract method</a:t>
            </a:r>
            <a:r>
              <a:rPr lang="ar-EG" sz="2000" dirty="0"/>
              <a:t>. </a:t>
            </a:r>
          </a:p>
          <a:p>
            <a:pPr lvl="0"/>
            <a:r>
              <a:rPr lang="ar-EG" sz="2000" dirty="0"/>
              <a:t>Can be used with Lambda Expressions. </a:t>
            </a:r>
          </a:p>
          <a:p>
            <a:pPr lvl="0"/>
            <a:r>
              <a:rPr lang="ar-EG" sz="2000" dirty="0"/>
              <a:t>@FunctionalInterface helps the compiler check it.</a:t>
            </a:r>
          </a:p>
          <a:p>
            <a:pPr marL="0" indent="0">
              <a:buNone/>
            </a:pPr>
            <a:endParaRPr lang="ar-EG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A9C72-3457-07CD-CB80-ABFB7057B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680" y="3375700"/>
            <a:ext cx="4732129" cy="193135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91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5F20C-FE33-D6AE-5303-26CAC946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✍Functional Interfaces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B03D9-C332-4131-00A1-26337920C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1900"/>
              <a:t>java.util.function</a:t>
            </a:r>
          </a:p>
          <a:p>
            <a:pPr marL="0" indent="0">
              <a:buNone/>
            </a:pPr>
            <a:endParaRPr lang="en-US" sz="1900"/>
          </a:p>
          <a:p>
            <a:r>
              <a:rPr lang="ar-EG" sz="1900" b="1"/>
              <a:t>Common Functional Interfaces</a:t>
            </a:r>
            <a:endParaRPr lang="en-US" sz="1900" b="1"/>
          </a:p>
          <a:p>
            <a:pPr marL="914400" lvl="1" indent="-457200">
              <a:buFont typeface="+mj-lt"/>
              <a:buAutoNum type="arabicPeriod"/>
            </a:pPr>
            <a:r>
              <a:rPr lang="ar-EG" sz="1900"/>
              <a:t>Predicate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sz="1900"/>
              <a:t>Consumer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sz="1900"/>
              <a:t>Function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sz="1900"/>
              <a:t>Supplier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sz="1900"/>
              <a:t>UnaryOperator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sz="1900"/>
              <a:t>BinaryOperator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794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FF99A1-7B81-CD40-85BB-ACFABD4ACB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0257C9-DEC5-BB04-A4BF-353A0175C5E7}"/>
                  </a:ext>
                </a:extLst>
              </p14:cNvPr>
              <p14:cNvContentPartPr/>
              <p14:nvPr/>
            </p14:nvContentPartPr>
            <p14:xfrm>
              <a:off x="1749761" y="1728965"/>
              <a:ext cx="365400" cy="39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0257C9-DEC5-BB04-A4BF-353A0175C5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1121" y="1719965"/>
                <a:ext cx="38304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80082F-C391-59A7-3686-58EC51A44FA6}"/>
                  </a:ext>
                </a:extLst>
              </p14:cNvPr>
              <p14:cNvContentPartPr/>
              <p14:nvPr/>
            </p14:nvContentPartPr>
            <p14:xfrm>
              <a:off x="1828601" y="5134925"/>
              <a:ext cx="496440" cy="137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80082F-C391-59A7-3686-58EC51A44F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19601" y="5126285"/>
                <a:ext cx="514080" cy="15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3704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2D853-47AF-2A40-1145-99BF031B6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83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83BF5-0542-12A1-8229-59BDEEFF1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✍BinaryOperator / Consumer / Function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C096B-BA2D-9121-ADB7-70FAC4033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BinaryOperator</a:t>
            </a:r>
            <a:r>
              <a:rPr lang="en-US" sz="2000" dirty="0"/>
              <a:t> :  </a:t>
            </a:r>
            <a:r>
              <a:rPr lang="en-US" sz="2000" dirty="0">
                <a:solidFill>
                  <a:srgbClr val="C00000"/>
                </a:solidFill>
              </a:rPr>
              <a:t>2 inputs </a:t>
            </a:r>
          </a:p>
          <a:p>
            <a:endParaRPr lang="ar-EG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C02F97-2203-DACA-872B-AF1956247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223864"/>
            <a:ext cx="5150277" cy="223502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43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B51EA2-F24F-876C-159C-780221F8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 dirty="0"/>
              <a:t>✍Unary</a:t>
            </a:r>
            <a:r>
              <a:rPr lang="en-US" sz="4800" dirty="0"/>
              <a:t>O</a:t>
            </a:r>
            <a:r>
              <a:rPr lang="ar-EG" sz="4800" dirty="0"/>
              <a:t>perator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03B75-599C-D207-B1C9-E62B8CEE6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ar-EG" sz="2000" dirty="0"/>
              <a:t>Unary</a:t>
            </a:r>
            <a:r>
              <a:rPr lang="en-US" sz="2000" dirty="0"/>
              <a:t>O</a:t>
            </a:r>
            <a:r>
              <a:rPr lang="ar-EG" sz="2000" dirty="0"/>
              <a:t>perator</a:t>
            </a:r>
            <a:r>
              <a:rPr lang="en-US" sz="2000" dirty="0"/>
              <a:t> : </a:t>
            </a:r>
            <a:r>
              <a:rPr lang="en-US" sz="2000" dirty="0">
                <a:solidFill>
                  <a:srgbClr val="C00000"/>
                </a:solidFill>
              </a:rPr>
              <a:t>1 input </a:t>
            </a:r>
          </a:p>
          <a:p>
            <a:pPr marL="0" indent="0">
              <a:buNone/>
            </a:pPr>
            <a:endParaRPr lang="ar-E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6EE16-F2E2-58F5-F5B1-0A25E085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418406"/>
            <a:ext cx="5150277" cy="184594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5ABAF-399A-ED0A-A4EC-A8859B62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✍Function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3969B-1514-BAAE-3784-CA9D49183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 Function : </a:t>
            </a:r>
          </a:p>
          <a:p>
            <a:pPr lvl="1"/>
            <a:r>
              <a:rPr lang="ar-EG" sz="1600" dirty="0"/>
              <a:t>Input Type </a:t>
            </a:r>
          </a:p>
          <a:p>
            <a:pPr lvl="1"/>
            <a:r>
              <a:rPr lang="ar-EG" sz="1600" dirty="0"/>
              <a:t>Different Output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1B1DB-C56D-A5EF-98CF-359A8081F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539048"/>
            <a:ext cx="5150277" cy="160465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45D2B13-A622-E775-58F2-129A3244DAB5}"/>
                  </a:ext>
                </a:extLst>
              </p14:cNvPr>
              <p14:cNvContentPartPr/>
              <p14:nvPr/>
            </p14:nvContentPartPr>
            <p14:xfrm>
              <a:off x="8998001" y="4882925"/>
              <a:ext cx="369720" cy="19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45D2B13-A622-E775-58F2-129A3244DAB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980001" y="4865285"/>
                <a:ext cx="40536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1509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C3E61-01B6-26DB-7809-EAF8BA32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✍Predicate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68A20-D561-043D-0ECD-F14917360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Predicate</a:t>
            </a:r>
            <a:r>
              <a:rPr lang="en-US" sz="2000" dirty="0"/>
              <a:t>:</a:t>
            </a:r>
            <a:endParaRPr lang="ar-EG" sz="2000" dirty="0"/>
          </a:p>
          <a:p>
            <a:pPr lvl="1"/>
            <a:r>
              <a:rPr lang="ar-EG" sz="1600" dirty="0"/>
              <a:t>Input </a:t>
            </a:r>
          </a:p>
          <a:p>
            <a:pPr lvl="1"/>
            <a:r>
              <a:rPr lang="ar-EG" sz="1600" dirty="0"/>
              <a:t> Question </a:t>
            </a:r>
          </a:p>
          <a:p>
            <a:pPr lvl="1"/>
            <a:r>
              <a:rPr lang="ar-EG" sz="1600" dirty="0"/>
              <a:t>true / false 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168D2-3DE4-DB38-14E1-C8105710C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612851"/>
            <a:ext cx="5150277" cy="145705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99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84D31-B573-E1B5-A42F-DA8ACA3A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✍Consumer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F577F-3132-57A4-DCE9-D4FE3DB4F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Consumer: </a:t>
            </a:r>
          </a:p>
          <a:p>
            <a:pPr lvl="1"/>
            <a:r>
              <a:rPr lang="ar-EG" sz="1600" dirty="0"/>
              <a:t>one input</a:t>
            </a:r>
            <a:endParaRPr lang="en-US" sz="1600" dirty="0"/>
          </a:p>
          <a:p>
            <a:pPr lvl="1"/>
            <a:r>
              <a:rPr lang="ar-EG" sz="1600" dirty="0"/>
              <a:t>Performs an </a:t>
            </a:r>
            <a:r>
              <a:rPr lang="ar-EG" sz="1600" b="1" dirty="0"/>
              <a:t>action</a:t>
            </a:r>
            <a:r>
              <a:rPr lang="ar-EG" sz="1600" dirty="0"/>
              <a:t> on it. </a:t>
            </a:r>
          </a:p>
          <a:p>
            <a:pPr lvl="1"/>
            <a:r>
              <a:rPr lang="ar-EG" sz="1600" dirty="0"/>
              <a:t>Returns </a:t>
            </a:r>
            <a:r>
              <a:rPr lang="ar-EG" sz="1600" b="1" dirty="0"/>
              <a:t>nothing</a:t>
            </a:r>
            <a:endParaRPr lang="en-US" sz="1600" b="1" dirty="0"/>
          </a:p>
          <a:p>
            <a:pPr lvl="1"/>
            <a:r>
              <a:rPr lang="ar-EG" sz="1600" dirty="0"/>
              <a:t>Method: </a:t>
            </a:r>
            <a:r>
              <a:rPr lang="ar-EG" dirty="0"/>
              <a:t>accept</a:t>
            </a:r>
            <a:r>
              <a:rPr lang="en-US" dirty="0"/>
              <a:t>()</a:t>
            </a:r>
            <a:endParaRPr lang="ar-EG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1CE95-0DC1-5140-1D0A-A8043C873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533490"/>
            <a:ext cx="5150277" cy="16157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6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56B57-8CC1-4B9C-3163-F58091FB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 dirty="0"/>
              <a:t>✍ Supplier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53864-F945-0DD5-F92C-3941A1590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 Supplier</a:t>
            </a:r>
            <a:r>
              <a:rPr lang="en-US" sz="2000" dirty="0"/>
              <a:t> : </a:t>
            </a:r>
            <a:endParaRPr lang="ar-EG" sz="2000" dirty="0"/>
          </a:p>
          <a:p>
            <a:pPr lvl="1"/>
            <a:r>
              <a:rPr lang="ar-EG" sz="1600" dirty="0"/>
              <a:t>nothing </a:t>
            </a:r>
          </a:p>
          <a:p>
            <a:pPr lvl="1"/>
            <a:r>
              <a:rPr lang="ar-EG" sz="1600" dirty="0"/>
              <a:t>String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E1916-341D-262C-D264-AC92F37E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497334"/>
            <a:ext cx="5150277" cy="16880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76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F84B9-2301-3D93-1F4D-95477D5E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46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488C7-93BC-7AA0-3112-55DD0DD77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94"/>
            <a:ext cx="12192000" cy="682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41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565</Words>
  <Application>Microsoft Office PowerPoint</Application>
  <PresentationFormat>Widescreen</PresentationFormat>
  <Paragraphs>147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✍Lecture 5 :</vt:lpstr>
      <vt:lpstr>✍What is a Package?</vt:lpstr>
      <vt:lpstr>✍Why Packages ?</vt:lpstr>
      <vt:lpstr>✍Naming Conflicts</vt:lpstr>
      <vt:lpstr>✍Defining a Package</vt:lpstr>
      <vt:lpstr>✍Package Hierarchy</vt:lpstr>
      <vt:lpstr>PowerPoint Presentation</vt:lpstr>
      <vt:lpstr>PowerPoint Presentation</vt:lpstr>
      <vt:lpstr>PowerPoint Presentation</vt:lpstr>
      <vt:lpstr>✍ What is an Interface</vt:lpstr>
      <vt:lpstr>✍ Why Interfaces?</vt:lpstr>
      <vt:lpstr>✍Interface vs Abstract Class</vt:lpstr>
      <vt:lpstr>✍Interface Syntax</vt:lpstr>
      <vt:lpstr>✍Extending Interfaces</vt:lpstr>
      <vt:lpstr>✍Default Methods</vt:lpstr>
      <vt:lpstr>✍Static Methods</vt:lpstr>
      <vt:lpstr>✍Types of Interface Methods</vt:lpstr>
      <vt:lpstr>✍Private Interface Methods</vt:lpstr>
      <vt:lpstr>✍Functional Interfaces</vt:lpstr>
      <vt:lpstr>✍Functional Interfaces in Java</vt:lpstr>
      <vt:lpstr>PowerPoint Presentation</vt:lpstr>
      <vt:lpstr>PowerPoint Presentation</vt:lpstr>
      <vt:lpstr>✍BinaryOperator / Consumer / Function</vt:lpstr>
      <vt:lpstr>✍UnaryOperator</vt:lpstr>
      <vt:lpstr>✍Function</vt:lpstr>
      <vt:lpstr>✍Predicate</vt:lpstr>
      <vt:lpstr>✍Consumer</vt:lpstr>
      <vt:lpstr>✍ Supplier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1</cp:revision>
  <dcterms:created xsi:type="dcterms:W3CDTF">2026-08-24T14:09:36Z</dcterms:created>
  <dcterms:modified xsi:type="dcterms:W3CDTF">2026-08-28T21:35:13Z</dcterms:modified>
</cp:coreProperties>
</file>