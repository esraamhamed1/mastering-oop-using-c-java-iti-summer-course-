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342" r:id="rId2"/>
    <p:sldId id="343" r:id="rId3"/>
    <p:sldId id="344" r:id="rId4"/>
    <p:sldId id="257" r:id="rId5"/>
    <p:sldId id="267" r:id="rId6"/>
    <p:sldId id="268" r:id="rId7"/>
    <p:sldId id="260" r:id="rId8"/>
    <p:sldId id="262" r:id="rId9"/>
    <p:sldId id="271" r:id="rId10"/>
    <p:sldId id="264" r:id="rId11"/>
    <p:sldId id="346" r:id="rId12"/>
    <p:sldId id="263" r:id="rId13"/>
    <p:sldId id="265" r:id="rId14"/>
    <p:sldId id="272" r:id="rId15"/>
    <p:sldId id="273" r:id="rId16"/>
    <p:sldId id="274" r:id="rId17"/>
    <p:sldId id="275" r:id="rId18"/>
    <p:sldId id="287" r:id="rId19"/>
    <p:sldId id="288" r:id="rId20"/>
    <p:sldId id="276" r:id="rId21"/>
    <p:sldId id="277" r:id="rId22"/>
    <p:sldId id="286" r:id="rId23"/>
    <p:sldId id="278" r:id="rId24"/>
    <p:sldId id="279" r:id="rId25"/>
    <p:sldId id="280" r:id="rId26"/>
    <p:sldId id="281" r:id="rId27"/>
    <p:sldId id="282" r:id="rId28"/>
    <p:sldId id="284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339" r:id="rId39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D37CB4-7FF5-4EA5-A7AB-F5D081DDB4AE}" v="228" dt="2026-08-31T10:05:03.8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raa Mohamed" userId="32a53f8955a3383c" providerId="LiveId" clId="{F10043CA-7E0C-4C5B-B8AD-80B51C33A480}"/>
    <pc:docChg chg="undo custSel addSld delSld modSld sldOrd">
      <pc:chgData name="Esraa Mohamed" userId="32a53f8955a3383c" providerId="LiveId" clId="{F10043CA-7E0C-4C5B-B8AD-80B51C33A480}" dt="2026-08-31T10:05:03.867" v="1119"/>
      <pc:docMkLst>
        <pc:docMk/>
      </pc:docMkLst>
      <pc:sldChg chg="addSp delSp modSp mod">
        <pc:chgData name="Esraa Mohamed" userId="32a53f8955a3383c" providerId="LiveId" clId="{F10043CA-7E0C-4C5B-B8AD-80B51C33A480}" dt="2026-08-31T07:30:18.145" v="724" actId="9405"/>
        <pc:sldMkLst>
          <pc:docMk/>
          <pc:sldMk cId="1485469744" sldId="257"/>
        </pc:sldMkLst>
        <pc:grpChg chg="del mod">
          <ac:chgData name="Esraa Mohamed" userId="32a53f8955a3383c" providerId="LiveId" clId="{F10043CA-7E0C-4C5B-B8AD-80B51C33A480}" dt="2026-08-31T07:30:00.351" v="709"/>
          <ac:grpSpMkLst>
            <pc:docMk/>
            <pc:sldMk cId="1485469744" sldId="257"/>
            <ac:grpSpMk id="6" creationId="{55211544-D0A4-C4F1-FF7C-4D366447EBB0}"/>
          </ac:grpSpMkLst>
        </pc:grpChg>
        <pc:grpChg chg="mod">
          <ac:chgData name="Esraa Mohamed" userId="32a53f8955a3383c" providerId="LiveId" clId="{F10043CA-7E0C-4C5B-B8AD-80B51C33A480}" dt="2026-08-31T07:30:00.351" v="709"/>
          <ac:grpSpMkLst>
            <pc:docMk/>
            <pc:sldMk cId="1485469744" sldId="257"/>
            <ac:grpSpMk id="14" creationId="{C8023868-2A54-F737-C33C-078EE4A9CCF5}"/>
          </ac:grpSpMkLst>
        </pc:grpChg>
        <pc:grpChg chg="mod">
          <ac:chgData name="Esraa Mohamed" userId="32a53f8955a3383c" providerId="LiveId" clId="{F10043CA-7E0C-4C5B-B8AD-80B51C33A480}" dt="2026-08-31T07:30:06.160" v="715"/>
          <ac:grpSpMkLst>
            <pc:docMk/>
            <pc:sldMk cId="1485469744" sldId="257"/>
            <ac:grpSpMk id="22" creationId="{2E19AD0A-8DD3-90E4-1BB1-4FA9A3EABFE4}"/>
          </ac:grpSpMkLst>
        </pc:grpChg>
        <pc:grpChg chg="mod">
          <ac:chgData name="Esraa Mohamed" userId="32a53f8955a3383c" providerId="LiveId" clId="{F10043CA-7E0C-4C5B-B8AD-80B51C33A480}" dt="2026-08-31T07:30:08.750" v="718"/>
          <ac:grpSpMkLst>
            <pc:docMk/>
            <pc:sldMk cId="1485469744" sldId="257"/>
            <ac:grpSpMk id="25" creationId="{50DDCA31-D5CA-C95D-5C7A-1F94C37C0D70}"/>
          </ac:grpSpMkLst>
        </pc:grpChg>
        <pc:grpChg chg="mod">
          <ac:chgData name="Esraa Mohamed" userId="32a53f8955a3383c" providerId="LiveId" clId="{F10043CA-7E0C-4C5B-B8AD-80B51C33A480}" dt="2026-08-31T07:30:13.672" v="723"/>
          <ac:grpSpMkLst>
            <pc:docMk/>
            <pc:sldMk cId="1485469744" sldId="257"/>
            <ac:grpSpMk id="30" creationId="{AF9AFE5F-1BAE-9491-2F34-CF3F64AA0A44}"/>
          </ac:grpSpMkLst>
        </pc:grpChg>
        <pc:inkChg chg="add mod">
          <ac:chgData name="Esraa Mohamed" userId="32a53f8955a3383c" providerId="LiveId" clId="{F10043CA-7E0C-4C5B-B8AD-80B51C33A480}" dt="2026-08-31T07:30:00.351" v="709"/>
          <ac:inkMkLst>
            <pc:docMk/>
            <pc:sldMk cId="1485469744" sldId="257"/>
            <ac:inkMk id="4" creationId="{B0E88BB5-FACD-3F6B-AA91-3BFCF7F6C730}"/>
          </ac:inkMkLst>
        </pc:inkChg>
        <pc:inkChg chg="add mod">
          <ac:chgData name="Esraa Mohamed" userId="32a53f8955a3383c" providerId="LiveId" clId="{F10043CA-7E0C-4C5B-B8AD-80B51C33A480}" dt="2026-08-31T07:30:00.351" v="709"/>
          <ac:inkMkLst>
            <pc:docMk/>
            <pc:sldMk cId="1485469744" sldId="257"/>
            <ac:inkMk id="5" creationId="{139E75B4-66DD-A5E2-75C0-8837A8C6FA1C}"/>
          </ac:inkMkLst>
        </pc:inkChg>
        <pc:inkChg chg="add mod">
          <ac:chgData name="Esraa Mohamed" userId="32a53f8955a3383c" providerId="LiveId" clId="{F10043CA-7E0C-4C5B-B8AD-80B51C33A480}" dt="2026-08-31T07:30:00.351" v="709"/>
          <ac:inkMkLst>
            <pc:docMk/>
            <pc:sldMk cId="1485469744" sldId="257"/>
            <ac:inkMk id="7" creationId="{81A202A3-1369-B5AE-5D6B-5A7EC69DF623}"/>
          </ac:inkMkLst>
        </pc:inkChg>
        <pc:inkChg chg="add mod">
          <ac:chgData name="Esraa Mohamed" userId="32a53f8955a3383c" providerId="LiveId" clId="{F10043CA-7E0C-4C5B-B8AD-80B51C33A480}" dt="2026-08-31T07:30:00.351" v="709"/>
          <ac:inkMkLst>
            <pc:docMk/>
            <pc:sldMk cId="1485469744" sldId="257"/>
            <ac:inkMk id="9" creationId="{3D3D583C-1723-8AF4-E699-A8E732EC75C7}"/>
          </ac:inkMkLst>
        </pc:inkChg>
        <pc:inkChg chg="add">
          <ac:chgData name="Esraa Mohamed" userId="32a53f8955a3383c" providerId="LiveId" clId="{F10043CA-7E0C-4C5B-B8AD-80B51C33A480}" dt="2026-08-31T07:30:00.742" v="710" actId="9405"/>
          <ac:inkMkLst>
            <pc:docMk/>
            <pc:sldMk cId="1485469744" sldId="257"/>
            <ac:inkMk id="16" creationId="{4BDCE398-6671-2D99-F86C-AC98593FDE9D}"/>
          </ac:inkMkLst>
        </pc:inkChg>
        <pc:inkChg chg="add">
          <ac:chgData name="Esraa Mohamed" userId="32a53f8955a3383c" providerId="LiveId" clId="{F10043CA-7E0C-4C5B-B8AD-80B51C33A480}" dt="2026-08-31T07:30:01.712" v="711" actId="9405"/>
          <ac:inkMkLst>
            <pc:docMk/>
            <pc:sldMk cId="1485469744" sldId="257"/>
            <ac:inkMk id="18" creationId="{722C671E-94A8-3A48-C61B-B467B522919B}"/>
          </ac:inkMkLst>
        </pc:inkChg>
        <pc:inkChg chg="add mod">
          <ac:chgData name="Esraa Mohamed" userId="32a53f8955a3383c" providerId="LiveId" clId="{F10043CA-7E0C-4C5B-B8AD-80B51C33A480}" dt="2026-08-31T07:30:06.160" v="715"/>
          <ac:inkMkLst>
            <pc:docMk/>
            <pc:sldMk cId="1485469744" sldId="257"/>
            <ac:inkMk id="19" creationId="{AC816231-C9E8-F5BE-1B53-76D1C4818F89}"/>
          </ac:inkMkLst>
        </pc:inkChg>
        <pc:inkChg chg="add mod">
          <ac:chgData name="Esraa Mohamed" userId="32a53f8955a3383c" providerId="LiveId" clId="{F10043CA-7E0C-4C5B-B8AD-80B51C33A480}" dt="2026-08-31T07:30:06.160" v="715"/>
          <ac:inkMkLst>
            <pc:docMk/>
            <pc:sldMk cId="1485469744" sldId="257"/>
            <ac:inkMk id="20" creationId="{9C51B786-F64C-B326-931C-4999512381DA}"/>
          </ac:inkMkLst>
        </pc:inkChg>
        <pc:inkChg chg="add mod">
          <ac:chgData name="Esraa Mohamed" userId="32a53f8955a3383c" providerId="LiveId" clId="{F10043CA-7E0C-4C5B-B8AD-80B51C33A480}" dt="2026-08-31T07:30:08.750" v="718"/>
          <ac:inkMkLst>
            <pc:docMk/>
            <pc:sldMk cId="1485469744" sldId="257"/>
            <ac:inkMk id="21" creationId="{3D0CDA84-7F1F-BE31-39BF-7610BF19446E}"/>
          </ac:inkMkLst>
        </pc:inkChg>
        <pc:inkChg chg="add mod">
          <ac:chgData name="Esraa Mohamed" userId="32a53f8955a3383c" providerId="LiveId" clId="{F10043CA-7E0C-4C5B-B8AD-80B51C33A480}" dt="2026-08-31T07:30:08.750" v="718"/>
          <ac:inkMkLst>
            <pc:docMk/>
            <pc:sldMk cId="1485469744" sldId="257"/>
            <ac:inkMk id="23" creationId="{FF910DA0-07E2-35AA-3AEB-397446F1CA41}"/>
          </ac:inkMkLst>
        </pc:inkChg>
        <pc:inkChg chg="add mod">
          <ac:chgData name="Esraa Mohamed" userId="32a53f8955a3383c" providerId="LiveId" clId="{F10043CA-7E0C-4C5B-B8AD-80B51C33A480}" dt="2026-08-31T07:30:08.750" v="718"/>
          <ac:inkMkLst>
            <pc:docMk/>
            <pc:sldMk cId="1485469744" sldId="257"/>
            <ac:inkMk id="24" creationId="{27441C37-B5E5-1624-D56F-50661920BDEB}"/>
          </ac:inkMkLst>
        </pc:inkChg>
        <pc:inkChg chg="add">
          <ac:chgData name="Esraa Mohamed" userId="32a53f8955a3383c" providerId="LiveId" clId="{F10043CA-7E0C-4C5B-B8AD-80B51C33A480}" dt="2026-08-31T07:30:09.718" v="719" actId="9405"/>
          <ac:inkMkLst>
            <pc:docMk/>
            <pc:sldMk cId="1485469744" sldId="257"/>
            <ac:inkMk id="26" creationId="{76C45037-3553-E419-E7C3-769D6ACEB4CC}"/>
          </ac:inkMkLst>
        </pc:inkChg>
        <pc:inkChg chg="add mod">
          <ac:chgData name="Esraa Mohamed" userId="32a53f8955a3383c" providerId="LiveId" clId="{F10043CA-7E0C-4C5B-B8AD-80B51C33A480}" dt="2026-08-31T07:30:13.672" v="723"/>
          <ac:inkMkLst>
            <pc:docMk/>
            <pc:sldMk cId="1485469744" sldId="257"/>
            <ac:inkMk id="27" creationId="{1953B863-0859-9342-6E9E-EB9618158694}"/>
          </ac:inkMkLst>
        </pc:inkChg>
        <pc:inkChg chg="add mod">
          <ac:chgData name="Esraa Mohamed" userId="32a53f8955a3383c" providerId="LiveId" clId="{F10043CA-7E0C-4C5B-B8AD-80B51C33A480}" dt="2026-08-31T07:30:13.672" v="723"/>
          <ac:inkMkLst>
            <pc:docMk/>
            <pc:sldMk cId="1485469744" sldId="257"/>
            <ac:inkMk id="28" creationId="{919409AA-3AD0-DBBC-7914-4ED26D8E3C94}"/>
          </ac:inkMkLst>
        </pc:inkChg>
        <pc:inkChg chg="add mod">
          <ac:chgData name="Esraa Mohamed" userId="32a53f8955a3383c" providerId="LiveId" clId="{F10043CA-7E0C-4C5B-B8AD-80B51C33A480}" dt="2026-08-31T07:30:13.672" v="723"/>
          <ac:inkMkLst>
            <pc:docMk/>
            <pc:sldMk cId="1485469744" sldId="257"/>
            <ac:inkMk id="29" creationId="{9D6A8BCA-02A9-C97E-5BAF-9C598366A8D8}"/>
          </ac:inkMkLst>
        </pc:inkChg>
        <pc:inkChg chg="add">
          <ac:chgData name="Esraa Mohamed" userId="32a53f8955a3383c" providerId="LiveId" clId="{F10043CA-7E0C-4C5B-B8AD-80B51C33A480}" dt="2026-08-31T07:30:18.145" v="724" actId="9405"/>
          <ac:inkMkLst>
            <pc:docMk/>
            <pc:sldMk cId="1485469744" sldId="257"/>
            <ac:inkMk id="31" creationId="{C8E4C199-653B-CE61-CECA-906A1B2770E0}"/>
          </ac:inkMkLst>
        </pc:inkChg>
      </pc:sldChg>
      <pc:sldChg chg="add del">
        <pc:chgData name="Esraa Mohamed" userId="32a53f8955a3383c" providerId="LiveId" clId="{F10043CA-7E0C-4C5B-B8AD-80B51C33A480}" dt="2026-08-30T22:33:10.990" v="436"/>
        <pc:sldMkLst>
          <pc:docMk/>
          <pc:sldMk cId="261008755" sldId="258"/>
        </pc:sldMkLst>
      </pc:sldChg>
      <pc:sldChg chg="addSp delSp modSp mod">
        <pc:chgData name="Esraa Mohamed" userId="32a53f8955a3383c" providerId="LiveId" clId="{F10043CA-7E0C-4C5B-B8AD-80B51C33A480}" dt="2026-08-31T07:38:22.595" v="745"/>
        <pc:sldMkLst>
          <pc:docMk/>
          <pc:sldMk cId="628209462" sldId="260"/>
        </pc:sldMkLst>
        <pc:inkChg chg="add del">
          <ac:chgData name="Esraa Mohamed" userId="32a53f8955a3383c" providerId="LiveId" clId="{F10043CA-7E0C-4C5B-B8AD-80B51C33A480}" dt="2026-08-31T07:37:54.836" v="735"/>
          <ac:inkMkLst>
            <pc:docMk/>
            <pc:sldMk cId="628209462" sldId="260"/>
            <ac:inkMk id="3" creationId="{93EB1222-B593-7536-D233-B37834E101D8}"/>
          </ac:inkMkLst>
        </pc:inkChg>
        <pc:inkChg chg="add">
          <ac:chgData name="Esraa Mohamed" userId="32a53f8955a3383c" providerId="LiveId" clId="{F10043CA-7E0C-4C5B-B8AD-80B51C33A480}" dt="2026-08-31T07:37:54.836" v="735"/>
          <ac:inkMkLst>
            <pc:docMk/>
            <pc:sldMk cId="628209462" sldId="260"/>
            <ac:inkMk id="4" creationId="{D3B59612-7A34-6D8B-AE99-82FCF8A10256}"/>
          </ac:inkMkLst>
        </pc:inkChg>
        <pc:inkChg chg="add">
          <ac:chgData name="Esraa Mohamed" userId="32a53f8955a3383c" providerId="LiveId" clId="{F10043CA-7E0C-4C5B-B8AD-80B51C33A480}" dt="2026-08-31T07:37:58.128" v="736" actId="9405"/>
          <ac:inkMkLst>
            <pc:docMk/>
            <pc:sldMk cId="628209462" sldId="260"/>
            <ac:inkMk id="6" creationId="{0F86FF5C-28E0-CFC7-E457-9B98F23FC95B}"/>
          </ac:inkMkLst>
        </pc:inkChg>
        <pc:inkChg chg="add del">
          <ac:chgData name="Esraa Mohamed" userId="32a53f8955a3383c" providerId="LiveId" clId="{F10043CA-7E0C-4C5B-B8AD-80B51C33A480}" dt="2026-08-31T07:38:00.572" v="738"/>
          <ac:inkMkLst>
            <pc:docMk/>
            <pc:sldMk cId="628209462" sldId="260"/>
            <ac:inkMk id="7" creationId="{E9B5DBDE-5674-1277-FFF8-AE720CC647D0}"/>
          </ac:inkMkLst>
        </pc:inkChg>
        <pc:inkChg chg="add mod">
          <ac:chgData name="Esraa Mohamed" userId="32a53f8955a3383c" providerId="LiveId" clId="{F10043CA-7E0C-4C5B-B8AD-80B51C33A480}" dt="2026-08-31T07:38:03.008" v="739"/>
          <ac:inkMkLst>
            <pc:docMk/>
            <pc:sldMk cId="628209462" sldId="260"/>
            <ac:inkMk id="8" creationId="{C5A16307-CB8E-2E60-DB35-380B5FE4607E}"/>
          </ac:inkMkLst>
        </pc:inkChg>
        <pc:inkChg chg="add">
          <ac:chgData name="Esraa Mohamed" userId="32a53f8955a3383c" providerId="LiveId" clId="{F10043CA-7E0C-4C5B-B8AD-80B51C33A480}" dt="2026-08-31T07:38:08.063" v="740" actId="9405"/>
          <ac:inkMkLst>
            <pc:docMk/>
            <pc:sldMk cId="628209462" sldId="260"/>
            <ac:inkMk id="10" creationId="{A2B03ED5-308D-27EC-D9CD-052EB472DCEF}"/>
          </ac:inkMkLst>
        </pc:inkChg>
        <pc:inkChg chg="add">
          <ac:chgData name="Esraa Mohamed" userId="32a53f8955a3383c" providerId="LiveId" clId="{F10043CA-7E0C-4C5B-B8AD-80B51C33A480}" dt="2026-08-31T07:38:12.308" v="741" actId="9405"/>
          <ac:inkMkLst>
            <pc:docMk/>
            <pc:sldMk cId="628209462" sldId="260"/>
            <ac:inkMk id="11" creationId="{33CB1592-3931-BCD5-6105-16BF8D752262}"/>
          </ac:inkMkLst>
        </pc:inkChg>
        <pc:inkChg chg="add">
          <ac:chgData name="Esraa Mohamed" userId="32a53f8955a3383c" providerId="LiveId" clId="{F10043CA-7E0C-4C5B-B8AD-80B51C33A480}" dt="2026-08-31T07:38:15.107" v="742" actId="9405"/>
          <ac:inkMkLst>
            <pc:docMk/>
            <pc:sldMk cId="628209462" sldId="260"/>
            <ac:inkMk id="13" creationId="{FE3A64B0-647D-6646-94DC-B381683F553B}"/>
          </ac:inkMkLst>
        </pc:inkChg>
        <pc:inkChg chg="add">
          <ac:chgData name="Esraa Mohamed" userId="32a53f8955a3383c" providerId="LiveId" clId="{F10043CA-7E0C-4C5B-B8AD-80B51C33A480}" dt="2026-08-31T07:38:19.180" v="743" actId="9405"/>
          <ac:inkMkLst>
            <pc:docMk/>
            <pc:sldMk cId="628209462" sldId="260"/>
            <ac:inkMk id="15" creationId="{2F145A35-D386-FCC3-6A56-16B28E50396E}"/>
          </ac:inkMkLst>
        </pc:inkChg>
        <pc:inkChg chg="add del">
          <ac:chgData name="Esraa Mohamed" userId="32a53f8955a3383c" providerId="LiveId" clId="{F10043CA-7E0C-4C5B-B8AD-80B51C33A480}" dt="2026-08-31T07:38:22.595" v="745"/>
          <ac:inkMkLst>
            <pc:docMk/>
            <pc:sldMk cId="628209462" sldId="260"/>
            <ac:inkMk id="17" creationId="{0BD5AA1C-5BDD-D57D-27C6-07797D5211FA}"/>
          </ac:inkMkLst>
        </pc:inkChg>
        <pc:inkChg chg="add">
          <ac:chgData name="Esraa Mohamed" userId="32a53f8955a3383c" providerId="LiveId" clId="{F10043CA-7E0C-4C5B-B8AD-80B51C33A480}" dt="2026-08-31T07:38:22.595" v="745"/>
          <ac:inkMkLst>
            <pc:docMk/>
            <pc:sldMk cId="628209462" sldId="260"/>
            <ac:inkMk id="19" creationId="{65A92699-7DFD-EFD8-3331-C4047EE54227}"/>
          </ac:inkMkLst>
        </pc:inkChg>
      </pc:sldChg>
      <pc:sldChg chg="del">
        <pc:chgData name="Esraa Mohamed" userId="32a53f8955a3383c" providerId="LiveId" clId="{F10043CA-7E0C-4C5B-B8AD-80B51C33A480}" dt="2026-08-31T06:18:02.131" v="622" actId="47"/>
        <pc:sldMkLst>
          <pc:docMk/>
          <pc:sldMk cId="3387562356" sldId="261"/>
        </pc:sldMkLst>
      </pc:sldChg>
      <pc:sldChg chg="addSp delSp modSp mod">
        <pc:chgData name="Esraa Mohamed" userId="32a53f8955a3383c" providerId="LiveId" clId="{F10043CA-7E0C-4C5B-B8AD-80B51C33A480}" dt="2026-08-31T07:41:22.432" v="796"/>
        <pc:sldMkLst>
          <pc:docMk/>
          <pc:sldMk cId="2618834700" sldId="262"/>
        </pc:sldMkLst>
        <pc:spChg chg="mod">
          <ac:chgData name="Esraa Mohamed" userId="32a53f8955a3383c" providerId="LiveId" clId="{F10043CA-7E0C-4C5B-B8AD-80B51C33A480}" dt="2026-08-31T06:31:22.595" v="646"/>
          <ac:spMkLst>
            <pc:docMk/>
            <pc:sldMk cId="2618834700" sldId="262"/>
            <ac:spMk id="2" creationId="{972D400D-6510-B8F7-3D79-4DA7D8220375}"/>
          </ac:spMkLst>
        </pc:spChg>
        <pc:spChg chg="mod">
          <ac:chgData name="Esraa Mohamed" userId="32a53f8955a3383c" providerId="LiveId" clId="{F10043CA-7E0C-4C5B-B8AD-80B51C33A480}" dt="2026-08-31T06:29:55.767" v="644" actId="403"/>
          <ac:spMkLst>
            <pc:docMk/>
            <pc:sldMk cId="2618834700" sldId="262"/>
            <ac:spMk id="3" creationId="{0D8F379D-0EC6-35CA-1394-6437AEF5C9A7}"/>
          </ac:spMkLst>
        </pc:spChg>
        <pc:spChg chg="del">
          <ac:chgData name="Esraa Mohamed" userId="32a53f8955a3383c" providerId="LiveId" clId="{F10043CA-7E0C-4C5B-B8AD-80B51C33A480}" dt="2026-08-31T06:29:01.445" v="628" actId="26606"/>
          <ac:spMkLst>
            <pc:docMk/>
            <pc:sldMk cId="2618834700" sldId="262"/>
            <ac:spMk id="8" creationId="{DBF61EA3-B236-439E-9C0B-340980D56BEE}"/>
          </ac:spMkLst>
        </pc:spChg>
        <pc:spChg chg="del">
          <ac:chgData name="Esraa Mohamed" userId="32a53f8955a3383c" providerId="LiveId" clId="{F10043CA-7E0C-4C5B-B8AD-80B51C33A480}" dt="2026-08-31T06:29:01.445" v="628" actId="26606"/>
          <ac:spMkLst>
            <pc:docMk/>
            <pc:sldMk cId="2618834700" sldId="262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1T06:29:01.445" v="628" actId="26606"/>
          <ac:spMkLst>
            <pc:docMk/>
            <pc:sldMk cId="2618834700" sldId="262"/>
            <ac:spMk id="19" creationId="{B6CDA21F-E7AF-4C75-8395-33F58D5B0E45}"/>
          </ac:spMkLst>
        </pc:spChg>
        <pc:spChg chg="add">
          <ac:chgData name="Esraa Mohamed" userId="32a53f8955a3383c" providerId="LiveId" clId="{F10043CA-7E0C-4C5B-B8AD-80B51C33A480}" dt="2026-08-31T06:29:01.445" v="628" actId="26606"/>
          <ac:spMkLst>
            <pc:docMk/>
            <pc:sldMk cId="2618834700" sldId="262"/>
            <ac:spMk id="26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31T07:38:54.107" v="750"/>
          <ac:grpSpMkLst>
            <pc:docMk/>
            <pc:sldMk cId="2618834700" sldId="262"/>
            <ac:grpSpMk id="8" creationId="{FA041145-467F-4091-CFDD-E53D602097E6}"/>
          </ac:grpSpMkLst>
        </pc:grpChg>
        <pc:grpChg chg="del mod">
          <ac:chgData name="Esraa Mohamed" userId="32a53f8955a3383c" providerId="LiveId" clId="{F10043CA-7E0C-4C5B-B8AD-80B51C33A480}" dt="2026-08-31T07:38:56.908" v="753"/>
          <ac:grpSpMkLst>
            <pc:docMk/>
            <pc:sldMk cId="2618834700" sldId="262"/>
            <ac:grpSpMk id="9" creationId="{5A8902C7-B808-76F5-F4D2-EB95BCA06C73}"/>
          </ac:grpSpMkLst>
        </pc:grpChg>
        <pc:grpChg chg="del">
          <ac:chgData name="Esraa Mohamed" userId="32a53f8955a3383c" providerId="LiveId" clId="{F10043CA-7E0C-4C5B-B8AD-80B51C33A480}" dt="2026-08-31T06:29:01.445" v="628" actId="26606"/>
          <ac:grpSpMkLst>
            <pc:docMk/>
            <pc:sldMk cId="2618834700" sldId="262"/>
            <ac:grpSpMk id="10" creationId="{28FAF094-D087-493F-8DF9-A486C2D6BBAA}"/>
          </ac:grpSpMkLst>
        </pc:grpChg>
        <pc:grpChg chg="del mod">
          <ac:chgData name="Esraa Mohamed" userId="32a53f8955a3383c" providerId="LiveId" clId="{F10043CA-7E0C-4C5B-B8AD-80B51C33A480}" dt="2026-08-31T07:39:04.114" v="759"/>
          <ac:grpSpMkLst>
            <pc:docMk/>
            <pc:sldMk cId="2618834700" sldId="262"/>
            <ac:grpSpMk id="12" creationId="{7488FC73-AF30-46CA-55EA-826615922C4A}"/>
          </ac:grpSpMkLst>
        </pc:grpChg>
        <pc:grpChg chg="del mod">
          <ac:chgData name="Esraa Mohamed" userId="32a53f8955a3383c" providerId="LiveId" clId="{F10043CA-7E0C-4C5B-B8AD-80B51C33A480}" dt="2026-08-31T07:39:06.458" v="762"/>
          <ac:grpSpMkLst>
            <pc:docMk/>
            <pc:sldMk cId="2618834700" sldId="262"/>
            <ac:grpSpMk id="18" creationId="{C6AA4A8D-2F0A-73E5-E306-39CBA41C9735}"/>
          </ac:grpSpMkLst>
        </pc:grpChg>
        <pc:grpChg chg="add">
          <ac:chgData name="Esraa Mohamed" userId="32a53f8955a3383c" providerId="LiveId" clId="{F10043CA-7E0C-4C5B-B8AD-80B51C33A480}" dt="2026-08-31T06:29:01.445" v="628" actId="26606"/>
          <ac:grpSpMkLst>
            <pc:docMk/>
            <pc:sldMk cId="2618834700" sldId="262"/>
            <ac:grpSpMk id="21" creationId="{AE1C45F0-260A-458C-96ED-C1F6D2151219}"/>
          </ac:grpSpMkLst>
        </pc:grpChg>
        <pc:grpChg chg="mod">
          <ac:chgData name="Esraa Mohamed" userId="32a53f8955a3383c" providerId="LiveId" clId="{F10043CA-7E0C-4C5B-B8AD-80B51C33A480}" dt="2026-08-31T07:39:06.458" v="762"/>
          <ac:grpSpMkLst>
            <pc:docMk/>
            <pc:sldMk cId="2618834700" sldId="262"/>
            <ac:grpSpMk id="27" creationId="{856DBCA2-A497-004F-DD92-F476479BA728}"/>
          </ac:grpSpMkLst>
        </pc:grpChg>
        <pc:grpChg chg="del mod">
          <ac:chgData name="Esraa Mohamed" userId="32a53f8955a3383c" providerId="LiveId" clId="{F10043CA-7E0C-4C5B-B8AD-80B51C33A480}" dt="2026-08-31T07:40:57.769" v="775"/>
          <ac:grpSpMkLst>
            <pc:docMk/>
            <pc:sldMk cId="2618834700" sldId="262"/>
            <ac:grpSpMk id="38" creationId="{F6A93BC6-663D-A5EF-1FDB-85D472CE4839}"/>
          </ac:grpSpMkLst>
        </pc:grpChg>
        <pc:grpChg chg="del mod">
          <ac:chgData name="Esraa Mohamed" userId="32a53f8955a3383c" providerId="LiveId" clId="{F10043CA-7E0C-4C5B-B8AD-80B51C33A480}" dt="2026-08-31T07:41:03.933" v="781"/>
          <ac:grpSpMkLst>
            <pc:docMk/>
            <pc:sldMk cId="2618834700" sldId="262"/>
            <ac:grpSpMk id="41" creationId="{ADDCBE5D-E734-A164-5A78-CB480F4EF5C5}"/>
          </ac:grpSpMkLst>
        </pc:grpChg>
        <pc:grpChg chg="del mod">
          <ac:chgData name="Esraa Mohamed" userId="32a53f8955a3383c" providerId="LiveId" clId="{F10043CA-7E0C-4C5B-B8AD-80B51C33A480}" dt="2026-08-31T07:41:09.704" v="786"/>
          <ac:grpSpMkLst>
            <pc:docMk/>
            <pc:sldMk cId="2618834700" sldId="262"/>
            <ac:grpSpMk id="46" creationId="{124B4EF0-FD7A-3EC4-9EFF-78AE989ADAA9}"/>
          </ac:grpSpMkLst>
        </pc:grpChg>
        <pc:grpChg chg="del mod">
          <ac:chgData name="Esraa Mohamed" userId="32a53f8955a3383c" providerId="LiveId" clId="{F10043CA-7E0C-4C5B-B8AD-80B51C33A480}" dt="2026-08-31T07:41:17.405" v="793"/>
          <ac:grpSpMkLst>
            <pc:docMk/>
            <pc:sldMk cId="2618834700" sldId="262"/>
            <ac:grpSpMk id="51" creationId="{36B1AA4B-7D18-FBC9-41F4-FD9DA02B5AF0}"/>
          </ac:grpSpMkLst>
        </pc:grpChg>
        <pc:grpChg chg="del mod">
          <ac:chgData name="Esraa Mohamed" userId="32a53f8955a3383c" providerId="LiveId" clId="{F10043CA-7E0C-4C5B-B8AD-80B51C33A480}" dt="2026-08-31T07:41:15.657" v="791"/>
          <ac:grpSpMkLst>
            <pc:docMk/>
            <pc:sldMk cId="2618834700" sldId="262"/>
            <ac:grpSpMk id="54" creationId="{3EAA1B72-6A37-58A8-4E22-E0F29FC7FC0E}"/>
          </ac:grpSpMkLst>
        </pc:grpChg>
        <pc:grpChg chg="del mod">
          <ac:chgData name="Esraa Mohamed" userId="32a53f8955a3383c" providerId="LiveId" clId="{F10043CA-7E0C-4C5B-B8AD-80B51C33A480}" dt="2026-08-31T07:41:17.405" v="793"/>
          <ac:grpSpMkLst>
            <pc:docMk/>
            <pc:sldMk cId="2618834700" sldId="262"/>
            <ac:grpSpMk id="56" creationId="{1E7442F4-EE62-BE1E-01B9-CAAA47E7DC37}"/>
          </ac:grpSpMkLst>
        </pc:grpChg>
        <pc:grpChg chg="del mod">
          <ac:chgData name="Esraa Mohamed" userId="32a53f8955a3383c" providerId="LiveId" clId="{F10043CA-7E0C-4C5B-B8AD-80B51C33A480}" dt="2026-08-31T07:41:22.432" v="796"/>
          <ac:grpSpMkLst>
            <pc:docMk/>
            <pc:sldMk cId="2618834700" sldId="262"/>
            <ac:grpSpMk id="58" creationId="{4EA14939-E2DE-A53E-B8FD-B5E5A7ECEACD}"/>
          </ac:grpSpMkLst>
        </pc:grpChg>
        <pc:grpChg chg="mod">
          <ac:chgData name="Esraa Mohamed" userId="32a53f8955a3383c" providerId="LiveId" clId="{F10043CA-7E0C-4C5B-B8AD-80B51C33A480}" dt="2026-08-31T07:41:22.432" v="796"/>
          <ac:grpSpMkLst>
            <pc:docMk/>
            <pc:sldMk cId="2618834700" sldId="262"/>
            <ac:grpSpMk id="61" creationId="{0F12DF17-4E72-3E55-15FF-A0740A0519EC}"/>
          </ac:grpSpMkLst>
        </pc:grpChg>
        <pc:inkChg chg="add">
          <ac:chgData name="Esraa Mohamed" userId="32a53f8955a3383c" providerId="LiveId" clId="{F10043CA-7E0C-4C5B-B8AD-80B51C33A480}" dt="2026-08-31T07:38:44.622" v="746" actId="9405"/>
          <ac:inkMkLst>
            <pc:docMk/>
            <pc:sldMk cId="2618834700" sldId="262"/>
            <ac:inkMk id="4" creationId="{215AD42E-78B1-E2AD-6CFB-7DFF1C782CFE}"/>
          </ac:inkMkLst>
        </pc:inkChg>
        <pc:inkChg chg="add mod">
          <ac:chgData name="Esraa Mohamed" userId="32a53f8955a3383c" providerId="LiveId" clId="{F10043CA-7E0C-4C5B-B8AD-80B51C33A480}" dt="2026-08-31T07:38:56.908" v="753"/>
          <ac:inkMkLst>
            <pc:docMk/>
            <pc:sldMk cId="2618834700" sldId="262"/>
            <ac:inkMk id="5" creationId="{1C7F64EF-38BC-36EF-4BCC-13A4203F99D0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6" creationId="{41997B04-571E-86D3-EDE7-14444F3699F2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7" creationId="{7872F385-9EBF-A510-11EC-75DC91FFCC2B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10" creationId="{0210DD35-13CB-BA1E-B9DE-2916999C676F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11" creationId="{0D21CB16-35C8-2244-DD4F-21621C1F123E}"/>
          </ac:inkMkLst>
        </pc:inkChg>
        <pc:inkChg chg="add">
          <ac:chgData name="Esraa Mohamed" userId="32a53f8955a3383c" providerId="LiveId" clId="{F10043CA-7E0C-4C5B-B8AD-80B51C33A480}" dt="2026-08-31T07:38:57.252" v="754" actId="9405"/>
          <ac:inkMkLst>
            <pc:docMk/>
            <pc:sldMk cId="2618834700" sldId="262"/>
            <ac:inkMk id="13" creationId="{40B4567C-3C88-14B6-CF5A-EE3BE581798D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14" creationId="{E0F391F4-E84F-86D4-B57B-569270F77163}"/>
          </ac:inkMkLst>
        </pc:inkChg>
        <pc:inkChg chg="add mod">
          <ac:chgData name="Esraa Mohamed" userId="32a53f8955a3383c" providerId="LiveId" clId="{F10043CA-7E0C-4C5B-B8AD-80B51C33A480}" dt="2026-08-31T07:39:04.114" v="759"/>
          <ac:inkMkLst>
            <pc:docMk/>
            <pc:sldMk cId="2618834700" sldId="262"/>
            <ac:inkMk id="15" creationId="{C9648D5A-6987-7231-6C28-4D3CA431B5BF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16" creationId="{6899BEE7-758C-2FA0-2C6E-121AC1849C6E}"/>
          </ac:inkMkLst>
        </pc:inkChg>
        <pc:inkChg chg="add mod">
          <ac:chgData name="Esraa Mohamed" userId="32a53f8955a3383c" providerId="LiveId" clId="{F10043CA-7E0C-4C5B-B8AD-80B51C33A480}" dt="2026-08-31T07:39:04.114" v="759"/>
          <ac:inkMkLst>
            <pc:docMk/>
            <pc:sldMk cId="2618834700" sldId="262"/>
            <ac:inkMk id="17" creationId="{2B88B264-4717-2C81-CAC2-CFFF7D5A42BF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20" creationId="{7FA6C7F5-E39F-769C-31CE-FAED0C7C68CE}"/>
          </ac:inkMkLst>
        </pc:inkChg>
        <pc:inkChg chg="add mod">
          <ac:chgData name="Esraa Mohamed" userId="32a53f8955a3383c" providerId="LiveId" clId="{F10043CA-7E0C-4C5B-B8AD-80B51C33A480}" dt="2026-08-31T07:39:06.458" v="762"/>
          <ac:inkMkLst>
            <pc:docMk/>
            <pc:sldMk cId="2618834700" sldId="262"/>
            <ac:inkMk id="25" creationId="{934A29AD-B23B-1932-FA3E-32EC01306A8F}"/>
          </ac:inkMkLst>
        </pc:inkChg>
        <pc:inkChg chg="add">
          <ac:chgData name="Esraa Mohamed" userId="32a53f8955a3383c" providerId="LiveId" clId="{F10043CA-7E0C-4C5B-B8AD-80B51C33A480}" dt="2026-08-31T07:39:09.910" v="763" actId="9405"/>
          <ac:inkMkLst>
            <pc:docMk/>
            <pc:sldMk cId="2618834700" sldId="262"/>
            <ac:inkMk id="29" creationId="{721C8E3F-3DB2-0428-E75D-BA248D792A47}"/>
          </ac:inkMkLst>
        </pc:inkChg>
        <pc:inkChg chg="add">
          <ac:chgData name="Esraa Mohamed" userId="32a53f8955a3383c" providerId="LiveId" clId="{F10043CA-7E0C-4C5B-B8AD-80B51C33A480}" dt="2026-08-31T07:39:44.448" v="764" actId="9405"/>
          <ac:inkMkLst>
            <pc:docMk/>
            <pc:sldMk cId="2618834700" sldId="262"/>
            <ac:inkMk id="30" creationId="{1317D7F8-E019-7B69-7457-940217BFFCD4}"/>
          </ac:inkMkLst>
        </pc:inkChg>
        <pc:inkChg chg="add">
          <ac:chgData name="Esraa Mohamed" userId="32a53f8955a3383c" providerId="LiveId" clId="{F10043CA-7E0C-4C5B-B8AD-80B51C33A480}" dt="2026-08-31T07:39:51.964" v="765" actId="9405"/>
          <ac:inkMkLst>
            <pc:docMk/>
            <pc:sldMk cId="2618834700" sldId="262"/>
            <ac:inkMk id="31" creationId="{E9F68317-ACCD-FB6E-F74B-B49AE9BA170A}"/>
          </ac:inkMkLst>
        </pc:inkChg>
        <pc:inkChg chg="add">
          <ac:chgData name="Esraa Mohamed" userId="32a53f8955a3383c" providerId="LiveId" clId="{F10043CA-7E0C-4C5B-B8AD-80B51C33A480}" dt="2026-08-31T07:39:54.555" v="766" actId="9405"/>
          <ac:inkMkLst>
            <pc:docMk/>
            <pc:sldMk cId="2618834700" sldId="262"/>
            <ac:inkMk id="32" creationId="{B0C642BD-F64A-744F-40AF-C6147043D81B}"/>
          </ac:inkMkLst>
        </pc:inkChg>
        <pc:inkChg chg="add">
          <ac:chgData name="Esraa Mohamed" userId="32a53f8955a3383c" providerId="LiveId" clId="{F10043CA-7E0C-4C5B-B8AD-80B51C33A480}" dt="2026-08-31T07:40:18.435" v="767" actId="9405"/>
          <ac:inkMkLst>
            <pc:docMk/>
            <pc:sldMk cId="2618834700" sldId="262"/>
            <ac:inkMk id="33" creationId="{6996C2DF-91AD-B192-B07E-05AD9C9C1AB6}"/>
          </ac:inkMkLst>
        </pc:inkChg>
        <pc:inkChg chg="add">
          <ac:chgData name="Esraa Mohamed" userId="32a53f8955a3383c" providerId="LiveId" clId="{F10043CA-7E0C-4C5B-B8AD-80B51C33A480}" dt="2026-08-31T07:40:24.167" v="768" actId="9405"/>
          <ac:inkMkLst>
            <pc:docMk/>
            <pc:sldMk cId="2618834700" sldId="262"/>
            <ac:inkMk id="34" creationId="{146C2A20-A3DE-0E8E-C021-126C1D24B008}"/>
          </ac:inkMkLst>
        </pc:inkChg>
        <pc:inkChg chg="add">
          <ac:chgData name="Esraa Mohamed" userId="32a53f8955a3383c" providerId="LiveId" clId="{F10043CA-7E0C-4C5B-B8AD-80B51C33A480}" dt="2026-08-31T07:40:28.242" v="769" actId="9405"/>
          <ac:inkMkLst>
            <pc:docMk/>
            <pc:sldMk cId="2618834700" sldId="262"/>
            <ac:inkMk id="35" creationId="{627EC163-388E-96AD-E6B9-6030C29CD7A5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36" creationId="{600EF0E9-3276-26F5-366E-3A315B760D45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37" creationId="{0E3AF0FF-9180-C75F-CC97-590612394DF7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39" creationId="{3E14A497-E57F-346F-ADEC-B68BC51AC303}"/>
          </ac:inkMkLst>
        </pc:inkChg>
        <pc:inkChg chg="add mod">
          <ac:chgData name="Esraa Mohamed" userId="32a53f8955a3383c" providerId="LiveId" clId="{F10043CA-7E0C-4C5B-B8AD-80B51C33A480}" dt="2026-08-31T07:41:09.704" v="786"/>
          <ac:inkMkLst>
            <pc:docMk/>
            <pc:sldMk cId="2618834700" sldId="262"/>
            <ac:inkMk id="40" creationId="{A4156F4E-C9C9-F34F-BFB0-CB5EF5492C0B}"/>
          </ac:inkMkLst>
        </pc:inkChg>
        <pc:inkChg chg="add del">
          <ac:chgData name="Esraa Mohamed" userId="32a53f8955a3383c" providerId="LiveId" clId="{F10043CA-7E0C-4C5B-B8AD-80B51C33A480}" dt="2026-08-31T07:40:58.579" v="777"/>
          <ac:inkMkLst>
            <pc:docMk/>
            <pc:sldMk cId="2618834700" sldId="262"/>
            <ac:inkMk id="42" creationId="{D5516A6F-C96C-295D-BA03-4F75B6F333AE}"/>
          </ac:inkMkLst>
        </pc:inkChg>
        <pc:inkChg chg="add mod">
          <ac:chgData name="Esraa Mohamed" userId="32a53f8955a3383c" providerId="LiveId" clId="{F10043CA-7E0C-4C5B-B8AD-80B51C33A480}" dt="2026-08-31T07:40:59.853" v="778"/>
          <ac:inkMkLst>
            <pc:docMk/>
            <pc:sldMk cId="2618834700" sldId="262"/>
            <ac:inkMk id="43" creationId="{935DC547-6853-182B-1AEE-5EE5C5E1FE4B}"/>
          </ac:inkMkLst>
        </pc:inkChg>
        <pc:inkChg chg="add mod">
          <ac:chgData name="Esraa Mohamed" userId="32a53f8955a3383c" providerId="LiveId" clId="{F10043CA-7E0C-4C5B-B8AD-80B51C33A480}" dt="2026-08-31T07:41:09.704" v="786"/>
          <ac:inkMkLst>
            <pc:docMk/>
            <pc:sldMk cId="2618834700" sldId="262"/>
            <ac:inkMk id="44" creationId="{522E03D3-F877-950A-2688-9302CFFD2264}"/>
          </ac:inkMkLst>
        </pc:inkChg>
        <pc:inkChg chg="add mod">
          <ac:chgData name="Esraa Mohamed" userId="32a53f8955a3383c" providerId="LiveId" clId="{F10043CA-7E0C-4C5B-B8AD-80B51C33A480}" dt="2026-08-31T07:41:09.704" v="786"/>
          <ac:inkMkLst>
            <pc:docMk/>
            <pc:sldMk cId="2618834700" sldId="262"/>
            <ac:inkMk id="45" creationId="{91576B4E-84E7-2531-500B-65B0568A0B84}"/>
          </ac:inkMkLst>
        </pc:inkChg>
        <pc:inkChg chg="add del">
          <ac:chgData name="Esraa Mohamed" userId="32a53f8955a3383c" providerId="LiveId" clId="{F10043CA-7E0C-4C5B-B8AD-80B51C33A480}" dt="2026-08-31T07:41:06.086" v="783"/>
          <ac:inkMkLst>
            <pc:docMk/>
            <pc:sldMk cId="2618834700" sldId="262"/>
            <ac:inkMk id="47" creationId="{A0E53047-273E-DF2A-F7D8-BB5DC9DF0681}"/>
          </ac:inkMkLst>
        </pc:inkChg>
        <pc:inkChg chg="add">
          <ac:chgData name="Esraa Mohamed" userId="32a53f8955a3383c" providerId="LiveId" clId="{F10043CA-7E0C-4C5B-B8AD-80B51C33A480}" dt="2026-08-31T07:41:06.086" v="783"/>
          <ac:inkMkLst>
            <pc:docMk/>
            <pc:sldMk cId="2618834700" sldId="262"/>
            <ac:inkMk id="48" creationId="{D475533F-553C-DA63-51EE-2F0626F7EAD3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49" creationId="{21110CD2-0204-E87C-A12B-D857E845557A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50" creationId="{68C3EEA5-88B3-5716-EAD1-AE24E7D85747}"/>
          </ac:inkMkLst>
        </pc:inkChg>
        <pc:inkChg chg="add mod">
          <ac:chgData name="Esraa Mohamed" userId="32a53f8955a3383c" providerId="LiveId" clId="{F10043CA-7E0C-4C5B-B8AD-80B51C33A480}" dt="2026-08-31T07:41:15.657" v="791"/>
          <ac:inkMkLst>
            <pc:docMk/>
            <pc:sldMk cId="2618834700" sldId="262"/>
            <ac:inkMk id="52" creationId="{595DB053-16D2-72EA-7DC7-795896C57125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53" creationId="{B5991294-B04A-ED5D-473C-A56C5C39E18E}"/>
          </ac:inkMkLst>
        </pc:inkChg>
        <pc:inkChg chg="add mod">
          <ac:chgData name="Esraa Mohamed" userId="32a53f8955a3383c" providerId="LiveId" clId="{F10043CA-7E0C-4C5B-B8AD-80B51C33A480}" dt="2026-08-31T07:41:15.657" v="791"/>
          <ac:inkMkLst>
            <pc:docMk/>
            <pc:sldMk cId="2618834700" sldId="262"/>
            <ac:inkMk id="55" creationId="{8FBE2331-7C7E-1E66-C19D-BFDF98B06106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57" creationId="{C1B466F4-504D-3E30-DDC1-75071E0AC004}"/>
          </ac:inkMkLst>
        </pc:inkChg>
        <pc:inkChg chg="add">
          <ac:chgData name="Esraa Mohamed" userId="32a53f8955a3383c" providerId="LiveId" clId="{F10043CA-7E0C-4C5B-B8AD-80B51C33A480}" dt="2026-08-31T07:41:19.967" v="794" actId="9405"/>
          <ac:inkMkLst>
            <pc:docMk/>
            <pc:sldMk cId="2618834700" sldId="262"/>
            <ac:inkMk id="59" creationId="{94BB185F-D2E5-C898-AD48-0A5688CAA127}"/>
          </ac:inkMkLst>
        </pc:inkChg>
        <pc:inkChg chg="add mod">
          <ac:chgData name="Esraa Mohamed" userId="32a53f8955a3383c" providerId="LiveId" clId="{F10043CA-7E0C-4C5B-B8AD-80B51C33A480}" dt="2026-08-31T07:41:22.432" v="796"/>
          <ac:inkMkLst>
            <pc:docMk/>
            <pc:sldMk cId="2618834700" sldId="262"/>
            <ac:inkMk id="60" creationId="{AA2A6303-CBA0-C105-F9D1-D97085B2227B}"/>
          </ac:inkMkLst>
        </pc:inkChg>
        <pc:cxnChg chg="add">
          <ac:chgData name="Esraa Mohamed" userId="32a53f8955a3383c" providerId="LiveId" clId="{F10043CA-7E0C-4C5B-B8AD-80B51C33A480}" dt="2026-08-31T06:29:01.445" v="628" actId="26606"/>
          <ac:cxnSpMkLst>
            <pc:docMk/>
            <pc:sldMk cId="2618834700" sldId="262"/>
            <ac:cxnSpMk id="28" creationId="{6CF1BAF6-AD41-4082-B212-8A1F9A2E8779}"/>
          </ac:cxnSpMkLst>
        </pc:cxnChg>
      </pc:sldChg>
      <pc:sldChg chg="addSp delSp modSp mod">
        <pc:chgData name="Esraa Mohamed" userId="32a53f8955a3383c" providerId="LiveId" clId="{F10043CA-7E0C-4C5B-B8AD-80B51C33A480}" dt="2026-08-31T08:14:44.425" v="846" actId="9405"/>
        <pc:sldMkLst>
          <pc:docMk/>
          <pc:sldMk cId="3217805297" sldId="263"/>
        </pc:sldMkLst>
        <pc:spChg chg="mod">
          <ac:chgData name="Esraa Mohamed" userId="32a53f8955a3383c" providerId="LiveId" clId="{F10043CA-7E0C-4C5B-B8AD-80B51C33A480}" dt="2026-08-31T06:30:16.046" v="645" actId="26606"/>
          <ac:spMkLst>
            <pc:docMk/>
            <pc:sldMk cId="3217805297" sldId="263"/>
            <ac:spMk id="2" creationId="{F46EF0EB-8C54-AE9B-77D0-C60A7819E4CD}"/>
          </ac:spMkLst>
        </pc:spChg>
        <pc:spChg chg="mod">
          <ac:chgData name="Esraa Mohamed" userId="32a53f8955a3383c" providerId="LiveId" clId="{F10043CA-7E0C-4C5B-B8AD-80B51C33A480}" dt="2026-08-31T06:55:37.810" v="700"/>
          <ac:spMkLst>
            <pc:docMk/>
            <pc:sldMk cId="3217805297" sldId="263"/>
            <ac:spMk id="3" creationId="{B667D91E-9FEB-0EB3-706C-5B574C64A1AF}"/>
          </ac:spMkLst>
        </pc:spChg>
        <pc:spChg chg="del">
          <ac:chgData name="Esraa Mohamed" userId="32a53f8955a3383c" providerId="LiveId" clId="{F10043CA-7E0C-4C5B-B8AD-80B51C33A480}" dt="2026-08-31T06:30:16.046" v="645" actId="26606"/>
          <ac:spMkLst>
            <pc:docMk/>
            <pc:sldMk cId="3217805297" sldId="263"/>
            <ac:spMk id="8" creationId="{DBF61EA3-B236-439E-9C0B-340980D56BEE}"/>
          </ac:spMkLst>
        </pc:spChg>
        <pc:spChg chg="del">
          <ac:chgData name="Esraa Mohamed" userId="32a53f8955a3383c" providerId="LiveId" clId="{F10043CA-7E0C-4C5B-B8AD-80B51C33A480}" dt="2026-08-31T06:30:16.046" v="645" actId="26606"/>
          <ac:spMkLst>
            <pc:docMk/>
            <pc:sldMk cId="3217805297" sldId="263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1T06:30:16.046" v="645" actId="26606"/>
          <ac:spMkLst>
            <pc:docMk/>
            <pc:sldMk cId="3217805297" sldId="263"/>
            <ac:spMk id="19" creationId="{B6CDA21F-E7AF-4C75-8395-33F58D5B0E45}"/>
          </ac:spMkLst>
        </pc:spChg>
        <pc:spChg chg="add">
          <ac:chgData name="Esraa Mohamed" userId="32a53f8955a3383c" providerId="LiveId" clId="{F10043CA-7E0C-4C5B-B8AD-80B51C33A480}" dt="2026-08-31T06:30:16.046" v="645" actId="26606"/>
          <ac:spMkLst>
            <pc:docMk/>
            <pc:sldMk cId="3217805297" sldId="263"/>
            <ac:spMk id="26" creationId="{D5B0017B-2ECA-49AF-B397-DC140825DF8D}"/>
          </ac:spMkLst>
        </pc:spChg>
        <pc:grpChg chg="del">
          <ac:chgData name="Esraa Mohamed" userId="32a53f8955a3383c" providerId="LiveId" clId="{F10043CA-7E0C-4C5B-B8AD-80B51C33A480}" dt="2026-08-31T06:30:16.046" v="645" actId="26606"/>
          <ac:grpSpMkLst>
            <pc:docMk/>
            <pc:sldMk cId="3217805297" sldId="263"/>
            <ac:grpSpMk id="10" creationId="{28FAF094-D087-493F-8DF9-A486C2D6BBAA}"/>
          </ac:grpSpMkLst>
        </pc:grpChg>
        <pc:grpChg chg="del mod">
          <ac:chgData name="Esraa Mohamed" userId="32a53f8955a3383c" providerId="LiveId" clId="{F10043CA-7E0C-4C5B-B8AD-80B51C33A480}" dt="2026-08-31T08:14:42.266" v="845"/>
          <ac:grpSpMkLst>
            <pc:docMk/>
            <pc:sldMk cId="3217805297" sldId="263"/>
            <ac:grpSpMk id="10" creationId="{C72C484E-BE69-F5A1-7C5E-3E2B873EEEB1}"/>
          </ac:grpSpMkLst>
        </pc:grpChg>
        <pc:grpChg chg="mod">
          <ac:chgData name="Esraa Mohamed" userId="32a53f8955a3383c" providerId="LiveId" clId="{F10043CA-7E0C-4C5B-B8AD-80B51C33A480}" dt="2026-08-31T08:14:42.266" v="845"/>
          <ac:grpSpMkLst>
            <pc:docMk/>
            <pc:sldMk cId="3217805297" sldId="263"/>
            <ac:grpSpMk id="13" creationId="{6C7FE15D-90F9-5C7D-605D-8FF1D0C000FD}"/>
          </ac:grpSpMkLst>
        </pc:grpChg>
        <pc:grpChg chg="add">
          <ac:chgData name="Esraa Mohamed" userId="32a53f8955a3383c" providerId="LiveId" clId="{F10043CA-7E0C-4C5B-B8AD-80B51C33A480}" dt="2026-08-31T06:30:16.046" v="645" actId="26606"/>
          <ac:grpSpMkLst>
            <pc:docMk/>
            <pc:sldMk cId="3217805297" sldId="263"/>
            <ac:grpSpMk id="21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08:08:58.395" v="836" actId="9405"/>
          <ac:inkMkLst>
            <pc:docMk/>
            <pc:sldMk cId="3217805297" sldId="263"/>
            <ac:inkMk id="4" creationId="{8360E366-49F5-7BEC-A462-3DDD5C38BAD6}"/>
          </ac:inkMkLst>
        </pc:inkChg>
        <pc:inkChg chg="add">
          <ac:chgData name="Esraa Mohamed" userId="32a53f8955a3383c" providerId="LiveId" clId="{F10043CA-7E0C-4C5B-B8AD-80B51C33A480}" dt="2026-08-31T08:09:39.233" v="837" actId="9405"/>
          <ac:inkMkLst>
            <pc:docMk/>
            <pc:sldMk cId="3217805297" sldId="263"/>
            <ac:inkMk id="5" creationId="{1E32F879-7D9D-BE34-F7B8-58C0EEADF96C}"/>
          </ac:inkMkLst>
        </pc:inkChg>
        <pc:inkChg chg="add">
          <ac:chgData name="Esraa Mohamed" userId="32a53f8955a3383c" providerId="LiveId" clId="{F10043CA-7E0C-4C5B-B8AD-80B51C33A480}" dt="2026-08-31T08:09:45.782" v="838" actId="9405"/>
          <ac:inkMkLst>
            <pc:docMk/>
            <pc:sldMk cId="3217805297" sldId="263"/>
            <ac:inkMk id="6" creationId="{F4F8C803-69CF-AB7F-CF09-8447D30B3F75}"/>
          </ac:inkMkLst>
        </pc:inkChg>
        <pc:inkChg chg="add">
          <ac:chgData name="Esraa Mohamed" userId="32a53f8955a3383c" providerId="LiveId" clId="{F10043CA-7E0C-4C5B-B8AD-80B51C33A480}" dt="2026-08-31T08:09:49.040" v="839" actId="9405"/>
          <ac:inkMkLst>
            <pc:docMk/>
            <pc:sldMk cId="3217805297" sldId="263"/>
            <ac:inkMk id="7" creationId="{852C40CB-3293-F3E8-AAE3-DE5C475F04E5}"/>
          </ac:inkMkLst>
        </pc:inkChg>
        <pc:inkChg chg="add mod">
          <ac:chgData name="Esraa Mohamed" userId="32a53f8955a3383c" providerId="LiveId" clId="{F10043CA-7E0C-4C5B-B8AD-80B51C33A480}" dt="2026-08-31T08:14:42.266" v="845"/>
          <ac:inkMkLst>
            <pc:docMk/>
            <pc:sldMk cId="3217805297" sldId="263"/>
            <ac:inkMk id="8" creationId="{D383FF0D-90B0-5C1C-24AE-64B3D5DB83BC}"/>
          </ac:inkMkLst>
        </pc:inkChg>
        <pc:inkChg chg="add mod">
          <ac:chgData name="Esraa Mohamed" userId="32a53f8955a3383c" providerId="LiveId" clId="{F10043CA-7E0C-4C5B-B8AD-80B51C33A480}" dt="2026-08-31T08:14:42.266" v="845"/>
          <ac:inkMkLst>
            <pc:docMk/>
            <pc:sldMk cId="3217805297" sldId="263"/>
            <ac:inkMk id="9" creationId="{062855F5-DCC2-CEDD-847B-C2671E5BCE72}"/>
          </ac:inkMkLst>
        </pc:inkChg>
        <pc:inkChg chg="add mod">
          <ac:chgData name="Esraa Mohamed" userId="32a53f8955a3383c" providerId="LiveId" clId="{F10043CA-7E0C-4C5B-B8AD-80B51C33A480}" dt="2026-08-31T08:14:42.266" v="845"/>
          <ac:inkMkLst>
            <pc:docMk/>
            <pc:sldMk cId="3217805297" sldId="263"/>
            <ac:inkMk id="11" creationId="{EAA136BE-EFDE-19FD-8DCB-88B9B69A7AB2}"/>
          </ac:inkMkLst>
        </pc:inkChg>
        <pc:inkChg chg="add mod">
          <ac:chgData name="Esraa Mohamed" userId="32a53f8955a3383c" providerId="LiveId" clId="{F10043CA-7E0C-4C5B-B8AD-80B51C33A480}" dt="2026-08-31T08:14:42.266" v="845"/>
          <ac:inkMkLst>
            <pc:docMk/>
            <pc:sldMk cId="3217805297" sldId="263"/>
            <ac:inkMk id="12" creationId="{8E228F8B-A97F-4716-B43F-6B7F56D7161E}"/>
          </ac:inkMkLst>
        </pc:inkChg>
        <pc:inkChg chg="add">
          <ac:chgData name="Esraa Mohamed" userId="32a53f8955a3383c" providerId="LiveId" clId="{F10043CA-7E0C-4C5B-B8AD-80B51C33A480}" dt="2026-08-31T08:14:44.425" v="846" actId="9405"/>
          <ac:inkMkLst>
            <pc:docMk/>
            <pc:sldMk cId="3217805297" sldId="263"/>
            <ac:inkMk id="14" creationId="{1A4D2721-A2B5-CB3E-0651-13EE563DB9B1}"/>
          </ac:inkMkLst>
        </pc:inkChg>
        <pc:cxnChg chg="add">
          <ac:chgData name="Esraa Mohamed" userId="32a53f8955a3383c" providerId="LiveId" clId="{F10043CA-7E0C-4C5B-B8AD-80B51C33A480}" dt="2026-08-31T06:30:16.046" v="645" actId="26606"/>
          <ac:cxnSpMkLst>
            <pc:docMk/>
            <pc:sldMk cId="3217805297" sldId="263"/>
            <ac:cxnSpMk id="28" creationId="{6CF1BAF6-AD41-4082-B212-8A1F9A2E8779}"/>
          </ac:cxnSpMkLst>
        </pc:cxnChg>
      </pc:sldChg>
      <pc:sldChg chg="addSp delSp modSp mod ord setBg">
        <pc:chgData name="Esraa Mohamed" userId="32a53f8955a3383c" providerId="LiveId" clId="{F10043CA-7E0C-4C5B-B8AD-80B51C33A480}" dt="2026-08-31T07:45:24.800" v="834" actId="9405"/>
        <pc:sldMkLst>
          <pc:docMk/>
          <pc:sldMk cId="2279997600" sldId="264"/>
        </pc:sldMkLst>
        <pc:spChg chg="mod">
          <ac:chgData name="Esraa Mohamed" userId="32a53f8955a3383c" providerId="LiveId" clId="{F10043CA-7E0C-4C5B-B8AD-80B51C33A480}" dt="2026-08-31T06:36:09.323" v="662" actId="26606"/>
          <ac:spMkLst>
            <pc:docMk/>
            <pc:sldMk cId="2279997600" sldId="264"/>
            <ac:spMk id="2" creationId="{17A39E4A-2905-203B-9687-E9316BCC8B60}"/>
          </ac:spMkLst>
        </pc:spChg>
        <pc:spChg chg="mod">
          <ac:chgData name="Esraa Mohamed" userId="32a53f8955a3383c" providerId="LiveId" clId="{F10043CA-7E0C-4C5B-B8AD-80B51C33A480}" dt="2026-08-31T06:36:33.688" v="686" actId="20577"/>
          <ac:spMkLst>
            <pc:docMk/>
            <pc:sldMk cId="2279997600" sldId="264"/>
            <ac:spMk id="3" creationId="{D33633C9-2D97-CC6E-1DCA-68101906821C}"/>
          </ac:spMkLst>
        </pc:spChg>
        <pc:spChg chg="add">
          <ac:chgData name="Esraa Mohamed" userId="32a53f8955a3383c" providerId="LiveId" clId="{F10043CA-7E0C-4C5B-B8AD-80B51C33A480}" dt="2026-08-31T06:36:09.323" v="662" actId="26606"/>
          <ac:spMkLst>
            <pc:docMk/>
            <pc:sldMk cId="2279997600" sldId="264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31T06:36:09.323" v="662" actId="26606"/>
          <ac:spMkLst>
            <pc:docMk/>
            <pc:sldMk cId="2279997600" sldId="264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31T06:36:09.323" v="662" actId="26606"/>
          <ac:spMkLst>
            <pc:docMk/>
            <pc:sldMk cId="2279997600" sldId="264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1T06:36:09.323" v="662" actId="26606"/>
          <ac:spMkLst>
            <pc:docMk/>
            <pc:sldMk cId="2279997600" sldId="264"/>
            <ac:spMk id="16" creationId="{E6995CE5-F890-4ABA-82A2-26507CE8D2A3}"/>
          </ac:spMkLst>
        </pc:spChg>
        <pc:grpChg chg="mod">
          <ac:chgData name="Esraa Mohamed" userId="32a53f8955a3383c" providerId="LiveId" clId="{F10043CA-7E0C-4C5B-B8AD-80B51C33A480}" dt="2026-08-31T07:45:07.834" v="830"/>
          <ac:grpSpMkLst>
            <pc:docMk/>
            <pc:sldMk cId="2279997600" sldId="264"/>
            <ac:grpSpMk id="24" creationId="{84A8F069-24ED-7256-17BB-2ADC8EAB41BE}"/>
          </ac:grpSpMkLst>
        </pc:grpChg>
        <pc:picChg chg="add mod">
          <ac:chgData name="Esraa Mohamed" userId="32a53f8955a3383c" providerId="LiveId" clId="{F10043CA-7E0C-4C5B-B8AD-80B51C33A480}" dt="2026-08-31T06:36:09.323" v="662" actId="26606"/>
          <ac:picMkLst>
            <pc:docMk/>
            <pc:sldMk cId="2279997600" sldId="264"/>
            <ac:picMk id="5" creationId="{B10742D1-630A-5E4C-22EC-FF6023BB477A}"/>
          </ac:picMkLst>
        </pc:picChg>
        <pc:inkChg chg="add del">
          <ac:chgData name="Esraa Mohamed" userId="32a53f8955a3383c" providerId="LiveId" clId="{F10043CA-7E0C-4C5B-B8AD-80B51C33A480}" dt="2026-08-31T07:44:29.539" v="816"/>
          <ac:inkMkLst>
            <pc:docMk/>
            <pc:sldMk cId="2279997600" sldId="264"/>
            <ac:inkMk id="4" creationId="{B2982DA6-02F9-409A-4328-B1E601DDD61B}"/>
          </ac:inkMkLst>
        </pc:inkChg>
        <pc:inkChg chg="add">
          <ac:chgData name="Esraa Mohamed" userId="32a53f8955a3383c" providerId="LiveId" clId="{F10043CA-7E0C-4C5B-B8AD-80B51C33A480}" dt="2026-08-31T07:44:29.539" v="816"/>
          <ac:inkMkLst>
            <pc:docMk/>
            <pc:sldMk cId="2279997600" sldId="264"/>
            <ac:inkMk id="6" creationId="{04CE7ACA-679E-A2ED-AC39-A162CF620D0C}"/>
          </ac:inkMkLst>
        </pc:inkChg>
        <pc:inkChg chg="add">
          <ac:chgData name="Esraa Mohamed" userId="32a53f8955a3383c" providerId="LiveId" clId="{F10043CA-7E0C-4C5B-B8AD-80B51C33A480}" dt="2026-08-31T07:44:32.400" v="817" actId="9405"/>
          <ac:inkMkLst>
            <pc:docMk/>
            <pc:sldMk cId="2279997600" sldId="264"/>
            <ac:inkMk id="7" creationId="{FAE5F671-490D-7E8D-AD13-FC96FD4C4081}"/>
          </ac:inkMkLst>
        </pc:inkChg>
        <pc:inkChg chg="add">
          <ac:chgData name="Esraa Mohamed" userId="32a53f8955a3383c" providerId="LiveId" clId="{F10043CA-7E0C-4C5B-B8AD-80B51C33A480}" dt="2026-08-31T07:44:34.014" v="818" actId="9405"/>
          <ac:inkMkLst>
            <pc:docMk/>
            <pc:sldMk cId="2279997600" sldId="264"/>
            <ac:inkMk id="8" creationId="{E31CFCA9-D59E-AEC1-49F0-4DF19361BEDC}"/>
          </ac:inkMkLst>
        </pc:inkChg>
        <pc:inkChg chg="add">
          <ac:chgData name="Esraa Mohamed" userId="32a53f8955a3383c" providerId="LiveId" clId="{F10043CA-7E0C-4C5B-B8AD-80B51C33A480}" dt="2026-08-31T07:44:38.796" v="819" actId="9405"/>
          <ac:inkMkLst>
            <pc:docMk/>
            <pc:sldMk cId="2279997600" sldId="264"/>
            <ac:inkMk id="9" creationId="{7A2D58C8-7701-8923-9A1E-0B7C15EBCD30}"/>
          </ac:inkMkLst>
        </pc:inkChg>
        <pc:inkChg chg="add">
          <ac:chgData name="Esraa Mohamed" userId="32a53f8955a3383c" providerId="LiveId" clId="{F10043CA-7E0C-4C5B-B8AD-80B51C33A480}" dt="2026-08-31T07:44:41.524" v="820" actId="9405"/>
          <ac:inkMkLst>
            <pc:docMk/>
            <pc:sldMk cId="2279997600" sldId="264"/>
            <ac:inkMk id="11" creationId="{EA445946-0221-E357-11C5-1D8218E3D05D}"/>
          </ac:inkMkLst>
        </pc:inkChg>
        <pc:inkChg chg="add del">
          <ac:chgData name="Esraa Mohamed" userId="32a53f8955a3383c" providerId="LiveId" clId="{F10043CA-7E0C-4C5B-B8AD-80B51C33A480}" dt="2026-08-31T07:44:43.055" v="822"/>
          <ac:inkMkLst>
            <pc:docMk/>
            <pc:sldMk cId="2279997600" sldId="264"/>
            <ac:inkMk id="13" creationId="{74C1CD6F-202E-CC9A-9D22-786D54661677}"/>
          </ac:inkMkLst>
        </pc:inkChg>
        <pc:inkChg chg="add">
          <ac:chgData name="Esraa Mohamed" userId="32a53f8955a3383c" providerId="LiveId" clId="{F10043CA-7E0C-4C5B-B8AD-80B51C33A480}" dt="2026-08-31T07:44:43.055" v="822"/>
          <ac:inkMkLst>
            <pc:docMk/>
            <pc:sldMk cId="2279997600" sldId="264"/>
            <ac:inkMk id="15" creationId="{DE608F10-1CED-9AD3-D5E4-8EEA31224BF4}"/>
          </ac:inkMkLst>
        </pc:inkChg>
        <pc:inkChg chg="add del">
          <ac:chgData name="Esraa Mohamed" userId="32a53f8955a3383c" providerId="LiveId" clId="{F10043CA-7E0C-4C5B-B8AD-80B51C33A480}" dt="2026-08-31T07:44:44.487" v="824"/>
          <ac:inkMkLst>
            <pc:docMk/>
            <pc:sldMk cId="2279997600" sldId="264"/>
            <ac:inkMk id="17" creationId="{1171A3DF-CE2E-E5F9-A62A-A605AB2546A9}"/>
          </ac:inkMkLst>
        </pc:inkChg>
        <pc:inkChg chg="add">
          <ac:chgData name="Esraa Mohamed" userId="32a53f8955a3383c" providerId="LiveId" clId="{F10043CA-7E0C-4C5B-B8AD-80B51C33A480}" dt="2026-08-31T07:44:44.487" v="824"/>
          <ac:inkMkLst>
            <pc:docMk/>
            <pc:sldMk cId="2279997600" sldId="264"/>
            <ac:inkMk id="18" creationId="{C358DDF3-5E42-7053-02FA-991017A10916}"/>
          </ac:inkMkLst>
        </pc:inkChg>
        <pc:inkChg chg="add">
          <ac:chgData name="Esraa Mohamed" userId="32a53f8955a3383c" providerId="LiveId" clId="{F10043CA-7E0C-4C5B-B8AD-80B51C33A480}" dt="2026-08-31T07:44:50.991" v="825" actId="9405"/>
          <ac:inkMkLst>
            <pc:docMk/>
            <pc:sldMk cId="2279997600" sldId="264"/>
            <ac:inkMk id="19" creationId="{92BEE18A-6A3B-7C0B-DD7A-12474694A4DC}"/>
          </ac:inkMkLst>
        </pc:inkChg>
        <pc:inkChg chg="add">
          <ac:chgData name="Esraa Mohamed" userId="32a53f8955a3383c" providerId="LiveId" clId="{F10043CA-7E0C-4C5B-B8AD-80B51C33A480}" dt="2026-08-31T07:44:58.358" v="826" actId="9405"/>
          <ac:inkMkLst>
            <pc:docMk/>
            <pc:sldMk cId="2279997600" sldId="264"/>
            <ac:inkMk id="20" creationId="{2EFEF9F8-D06E-0969-CCAE-1C80C8F74768}"/>
          </ac:inkMkLst>
        </pc:inkChg>
        <pc:inkChg chg="add">
          <ac:chgData name="Esraa Mohamed" userId="32a53f8955a3383c" providerId="LiveId" clId="{F10043CA-7E0C-4C5B-B8AD-80B51C33A480}" dt="2026-08-31T07:45:01.440" v="827" actId="9405"/>
          <ac:inkMkLst>
            <pc:docMk/>
            <pc:sldMk cId="2279997600" sldId="264"/>
            <ac:inkMk id="21" creationId="{203B80D9-AADB-61F9-2FDE-20969B42FBB5}"/>
          </ac:inkMkLst>
        </pc:inkChg>
        <pc:inkChg chg="add mod">
          <ac:chgData name="Esraa Mohamed" userId="32a53f8955a3383c" providerId="LiveId" clId="{F10043CA-7E0C-4C5B-B8AD-80B51C33A480}" dt="2026-08-31T07:45:07.834" v="830"/>
          <ac:inkMkLst>
            <pc:docMk/>
            <pc:sldMk cId="2279997600" sldId="264"/>
            <ac:inkMk id="22" creationId="{11D299A0-748E-445C-C887-F1B3A986D8DC}"/>
          </ac:inkMkLst>
        </pc:inkChg>
        <pc:inkChg chg="add mod">
          <ac:chgData name="Esraa Mohamed" userId="32a53f8955a3383c" providerId="LiveId" clId="{F10043CA-7E0C-4C5B-B8AD-80B51C33A480}" dt="2026-08-31T07:45:07.834" v="830"/>
          <ac:inkMkLst>
            <pc:docMk/>
            <pc:sldMk cId="2279997600" sldId="264"/>
            <ac:inkMk id="23" creationId="{8277E77D-7205-1C43-DBAB-2CCDA287D3DD}"/>
          </ac:inkMkLst>
        </pc:inkChg>
        <pc:inkChg chg="add">
          <ac:chgData name="Esraa Mohamed" userId="32a53f8955a3383c" providerId="LiveId" clId="{F10043CA-7E0C-4C5B-B8AD-80B51C33A480}" dt="2026-08-31T07:45:11.367" v="831" actId="9405"/>
          <ac:inkMkLst>
            <pc:docMk/>
            <pc:sldMk cId="2279997600" sldId="264"/>
            <ac:inkMk id="25" creationId="{A004FCD4-C94A-5C70-A73D-AC0FCB96EF90}"/>
          </ac:inkMkLst>
        </pc:inkChg>
        <pc:inkChg chg="add">
          <ac:chgData name="Esraa Mohamed" userId="32a53f8955a3383c" providerId="LiveId" clId="{F10043CA-7E0C-4C5B-B8AD-80B51C33A480}" dt="2026-08-31T07:45:14.554" v="832" actId="9405"/>
          <ac:inkMkLst>
            <pc:docMk/>
            <pc:sldMk cId="2279997600" sldId="264"/>
            <ac:inkMk id="26" creationId="{FFFCA257-ED9D-E0C4-CD62-C6712BEC58DA}"/>
          </ac:inkMkLst>
        </pc:inkChg>
        <pc:inkChg chg="add">
          <ac:chgData name="Esraa Mohamed" userId="32a53f8955a3383c" providerId="LiveId" clId="{F10043CA-7E0C-4C5B-B8AD-80B51C33A480}" dt="2026-08-31T07:45:21.648" v="833" actId="9405"/>
          <ac:inkMkLst>
            <pc:docMk/>
            <pc:sldMk cId="2279997600" sldId="264"/>
            <ac:inkMk id="27" creationId="{8A71EBB4-3B4A-6B87-4F6C-7185996796ED}"/>
          </ac:inkMkLst>
        </pc:inkChg>
        <pc:inkChg chg="add">
          <ac:chgData name="Esraa Mohamed" userId="32a53f8955a3383c" providerId="LiveId" clId="{F10043CA-7E0C-4C5B-B8AD-80B51C33A480}" dt="2026-08-31T07:45:24.800" v="834" actId="9405"/>
          <ac:inkMkLst>
            <pc:docMk/>
            <pc:sldMk cId="2279997600" sldId="264"/>
            <ac:inkMk id="28" creationId="{D404ACD3-F18A-1C08-7DF7-6EFD979D75D2}"/>
          </ac:inkMkLst>
        </pc:inkChg>
      </pc:sldChg>
      <pc:sldChg chg="addSp delSp modSp mod setBg">
        <pc:chgData name="Esraa Mohamed" userId="32a53f8955a3383c" providerId="LiveId" clId="{F10043CA-7E0C-4C5B-B8AD-80B51C33A480}" dt="2026-08-31T08:17:30.260" v="874"/>
        <pc:sldMkLst>
          <pc:docMk/>
          <pc:sldMk cId="2960406705" sldId="265"/>
        </pc:sldMkLst>
        <pc:spChg chg="mod">
          <ac:chgData name="Esraa Mohamed" userId="32a53f8955a3383c" providerId="LiveId" clId="{F10043CA-7E0C-4C5B-B8AD-80B51C33A480}" dt="2026-08-30T18:26:36.248" v="29" actId="404"/>
          <ac:spMkLst>
            <pc:docMk/>
            <pc:sldMk cId="2960406705" sldId="265"/>
            <ac:spMk id="2" creationId="{AFA0E2F4-FE2D-2CA6-C6E2-B227680DF4FB}"/>
          </ac:spMkLst>
        </pc:spChg>
        <pc:spChg chg="mod">
          <ac:chgData name="Esraa Mohamed" userId="32a53f8955a3383c" providerId="LiveId" clId="{F10043CA-7E0C-4C5B-B8AD-80B51C33A480}" dt="2026-08-30T18:27:07.446" v="42" actId="2710"/>
          <ac:spMkLst>
            <pc:docMk/>
            <pc:sldMk cId="2960406705" sldId="265"/>
            <ac:spMk id="3" creationId="{134B6520-BBA3-6C25-E65E-A8538400EF69}"/>
          </ac:spMkLst>
        </pc:spChg>
        <pc:spChg chg="add del">
          <ac:chgData name="Esraa Mohamed" userId="32a53f8955a3383c" providerId="LiveId" clId="{F10043CA-7E0C-4C5B-B8AD-80B51C33A480}" dt="2026-08-30T18:26:30.827" v="25" actId="26606"/>
          <ac:spMkLst>
            <pc:docMk/>
            <pc:sldMk cId="2960406705" sldId="265"/>
            <ac:spMk id="8" creationId="{DBF61EA3-B236-439E-9C0B-340980D56BEE}"/>
          </ac:spMkLst>
        </pc:spChg>
        <pc:spChg chg="add del">
          <ac:chgData name="Esraa Mohamed" userId="32a53f8955a3383c" providerId="LiveId" clId="{F10043CA-7E0C-4C5B-B8AD-80B51C33A480}" dt="2026-08-30T18:26:30.827" v="25" actId="26606"/>
          <ac:spMkLst>
            <pc:docMk/>
            <pc:sldMk cId="2960406705" sldId="265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0T18:26:30.844" v="26" actId="26606"/>
          <ac:spMkLst>
            <pc:docMk/>
            <pc:sldMk cId="2960406705" sldId="265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8-30T18:26:30.844" v="26" actId="26606"/>
          <ac:spMkLst>
            <pc:docMk/>
            <pc:sldMk cId="2960406705" sldId="265"/>
            <ac:spMk id="16" creationId="{B6CDA21F-E7AF-4C75-8395-33F58D5B0E45}"/>
          </ac:spMkLst>
        </pc:spChg>
        <pc:grpChg chg="add del">
          <ac:chgData name="Esraa Mohamed" userId="32a53f8955a3383c" providerId="LiveId" clId="{F10043CA-7E0C-4C5B-B8AD-80B51C33A480}" dt="2026-08-30T18:26:30.827" v="25" actId="26606"/>
          <ac:grpSpMkLst>
            <pc:docMk/>
            <pc:sldMk cId="2960406705" sldId="265"/>
            <ac:grpSpMk id="10" creationId="{28FAF094-D087-493F-8DF9-A486C2D6BBAA}"/>
          </ac:grpSpMkLst>
        </pc:grpChg>
        <pc:grpChg chg="mod">
          <ac:chgData name="Esraa Mohamed" userId="32a53f8955a3383c" providerId="LiveId" clId="{F10043CA-7E0C-4C5B-B8AD-80B51C33A480}" dt="2026-08-31T08:16:08.412" v="854"/>
          <ac:grpSpMkLst>
            <pc:docMk/>
            <pc:sldMk cId="2960406705" sldId="265"/>
            <ac:grpSpMk id="12" creationId="{2F82FDE4-08D7-AC88-D513-3F850A93B590}"/>
          </ac:grpSpMkLst>
        </pc:grpChg>
        <pc:grpChg chg="add">
          <ac:chgData name="Esraa Mohamed" userId="32a53f8955a3383c" providerId="LiveId" clId="{F10043CA-7E0C-4C5B-B8AD-80B51C33A480}" dt="2026-08-30T18:26:30.844" v="26" actId="26606"/>
          <ac:grpSpMkLst>
            <pc:docMk/>
            <pc:sldMk cId="2960406705" sldId="265"/>
            <ac:grpSpMk id="18" creationId="{AE1C45F0-260A-458C-96ED-C1F6D2151219}"/>
          </ac:grpSpMkLst>
        </pc:grpChg>
        <pc:grpChg chg="mod">
          <ac:chgData name="Esraa Mohamed" userId="32a53f8955a3383c" providerId="LiveId" clId="{F10043CA-7E0C-4C5B-B8AD-80B51C33A480}" dt="2026-08-31T08:16:49.081" v="864"/>
          <ac:grpSpMkLst>
            <pc:docMk/>
            <pc:sldMk cId="2960406705" sldId="265"/>
            <ac:grpSpMk id="28" creationId="{DD9702B1-EB18-7631-7979-5CDEB3953491}"/>
          </ac:grpSpMkLst>
        </pc:grpChg>
        <pc:grpChg chg="mod">
          <ac:chgData name="Esraa Mohamed" userId="32a53f8955a3383c" providerId="LiveId" clId="{F10043CA-7E0C-4C5B-B8AD-80B51C33A480}" dt="2026-08-31T08:17:27.187" v="870"/>
          <ac:grpSpMkLst>
            <pc:docMk/>
            <pc:sldMk cId="2960406705" sldId="265"/>
            <ac:grpSpMk id="34" creationId="{4108B957-7F20-CE41-5A4A-93BC89631894}"/>
          </ac:grpSpMkLst>
        </pc:grpChg>
        <pc:picChg chg="add mod">
          <ac:chgData name="Esraa Mohamed" userId="32a53f8955a3383c" providerId="LiveId" clId="{F10043CA-7E0C-4C5B-B8AD-80B51C33A480}" dt="2026-08-30T18:30:07.111" v="45" actId="1076"/>
          <ac:picMkLst>
            <pc:docMk/>
            <pc:sldMk cId="2960406705" sldId="265"/>
            <ac:picMk id="5" creationId="{DCCDF04B-08CF-4CC4-A10F-A08883E58F8B}"/>
          </ac:picMkLst>
        </pc:picChg>
        <pc:inkChg chg="add mod">
          <ac:chgData name="Esraa Mohamed" userId="32a53f8955a3383c" providerId="LiveId" clId="{F10043CA-7E0C-4C5B-B8AD-80B51C33A480}" dt="2026-08-31T08:16:08.412" v="854"/>
          <ac:inkMkLst>
            <pc:docMk/>
            <pc:sldMk cId="2960406705" sldId="265"/>
            <ac:inkMk id="4" creationId="{7E419396-8A0A-DA0E-C5B7-E19203011333}"/>
          </ac:inkMkLst>
        </pc:inkChg>
        <pc:inkChg chg="add mod">
          <ac:chgData name="Esraa Mohamed" userId="32a53f8955a3383c" providerId="LiveId" clId="{F10043CA-7E0C-4C5B-B8AD-80B51C33A480}" dt="2026-08-31T08:16:08.412" v="854"/>
          <ac:inkMkLst>
            <pc:docMk/>
            <pc:sldMk cId="2960406705" sldId="265"/>
            <ac:inkMk id="6" creationId="{F96DEE5C-6841-3774-E93D-CA3847F878C2}"/>
          </ac:inkMkLst>
        </pc:inkChg>
        <pc:inkChg chg="add mod">
          <ac:chgData name="Esraa Mohamed" userId="32a53f8955a3383c" providerId="LiveId" clId="{F10043CA-7E0C-4C5B-B8AD-80B51C33A480}" dt="2026-08-31T08:16:08.412" v="854"/>
          <ac:inkMkLst>
            <pc:docMk/>
            <pc:sldMk cId="2960406705" sldId="265"/>
            <ac:inkMk id="7" creationId="{5B9B2FE4-E589-2BC4-30C6-5FEB08DD9C9B}"/>
          </ac:inkMkLst>
        </pc:inkChg>
        <pc:inkChg chg="add">
          <ac:chgData name="Esraa Mohamed" userId="32a53f8955a3383c" providerId="LiveId" clId="{F10043CA-7E0C-4C5B-B8AD-80B51C33A480}" dt="2026-08-31T08:15:45.521" v="850" actId="9405"/>
          <ac:inkMkLst>
            <pc:docMk/>
            <pc:sldMk cId="2960406705" sldId="265"/>
            <ac:inkMk id="8" creationId="{F52A188E-2DA7-0935-98AD-D2EF127D7FEF}"/>
          </ac:inkMkLst>
        </pc:inkChg>
        <pc:inkChg chg="add">
          <ac:chgData name="Esraa Mohamed" userId="32a53f8955a3383c" providerId="LiveId" clId="{F10043CA-7E0C-4C5B-B8AD-80B51C33A480}" dt="2026-08-31T08:15:47.791" v="851" actId="9405"/>
          <ac:inkMkLst>
            <pc:docMk/>
            <pc:sldMk cId="2960406705" sldId="265"/>
            <ac:inkMk id="9" creationId="{8E8ADF51-A58B-BE0F-A0A8-1843C2FB72EE}"/>
          </ac:inkMkLst>
        </pc:inkChg>
        <pc:inkChg chg="add">
          <ac:chgData name="Esraa Mohamed" userId="32a53f8955a3383c" providerId="LiveId" clId="{F10043CA-7E0C-4C5B-B8AD-80B51C33A480}" dt="2026-08-31T08:15:52.484" v="852" actId="9405"/>
          <ac:inkMkLst>
            <pc:docMk/>
            <pc:sldMk cId="2960406705" sldId="265"/>
            <ac:inkMk id="10" creationId="{171B1BA8-3A07-E0E7-C168-535C283D746E}"/>
          </ac:inkMkLst>
        </pc:inkChg>
        <pc:inkChg chg="add mod">
          <ac:chgData name="Esraa Mohamed" userId="32a53f8955a3383c" providerId="LiveId" clId="{F10043CA-7E0C-4C5B-B8AD-80B51C33A480}" dt="2026-08-31T08:16:08.412" v="854"/>
          <ac:inkMkLst>
            <pc:docMk/>
            <pc:sldMk cId="2960406705" sldId="265"/>
            <ac:inkMk id="11" creationId="{7B0DF9B4-6E3C-112A-C1E8-608FAF27B51F}"/>
          </ac:inkMkLst>
        </pc:inkChg>
        <pc:inkChg chg="add">
          <ac:chgData name="Esraa Mohamed" userId="32a53f8955a3383c" providerId="LiveId" clId="{F10043CA-7E0C-4C5B-B8AD-80B51C33A480}" dt="2026-08-31T08:16:13.370" v="855" actId="9405"/>
          <ac:inkMkLst>
            <pc:docMk/>
            <pc:sldMk cId="2960406705" sldId="265"/>
            <ac:inkMk id="14" creationId="{F4474012-8426-ED30-CAAE-2637EA6B252D}"/>
          </ac:inkMkLst>
        </pc:inkChg>
        <pc:inkChg chg="add del">
          <ac:chgData name="Esraa Mohamed" userId="32a53f8955a3383c" providerId="LiveId" clId="{F10043CA-7E0C-4C5B-B8AD-80B51C33A480}" dt="2026-08-31T08:16:19.963" v="857"/>
          <ac:inkMkLst>
            <pc:docMk/>
            <pc:sldMk cId="2960406705" sldId="265"/>
            <ac:inkMk id="21" creationId="{2DDF91D6-9572-ECE9-BA34-50A5D95E2FC5}"/>
          </ac:inkMkLst>
        </pc:inkChg>
        <pc:inkChg chg="add mod">
          <ac:chgData name="Esraa Mohamed" userId="32a53f8955a3383c" providerId="LiveId" clId="{F10043CA-7E0C-4C5B-B8AD-80B51C33A480}" dt="2026-08-31T08:16:21.624" v="858"/>
          <ac:inkMkLst>
            <pc:docMk/>
            <pc:sldMk cId="2960406705" sldId="265"/>
            <ac:inkMk id="22" creationId="{3A6D7ACE-EC31-3B85-146B-F3BA364C4C79}"/>
          </ac:inkMkLst>
        </pc:inkChg>
        <pc:inkChg chg="add mod">
          <ac:chgData name="Esraa Mohamed" userId="32a53f8955a3383c" providerId="LiveId" clId="{F10043CA-7E0C-4C5B-B8AD-80B51C33A480}" dt="2026-08-31T08:16:49.081" v="864"/>
          <ac:inkMkLst>
            <pc:docMk/>
            <pc:sldMk cId="2960406705" sldId="265"/>
            <ac:inkMk id="23" creationId="{B6FC906D-9674-A4E4-C53F-51C70B1BAC3E}"/>
          </ac:inkMkLst>
        </pc:inkChg>
        <pc:inkChg chg="add mod">
          <ac:chgData name="Esraa Mohamed" userId="32a53f8955a3383c" providerId="LiveId" clId="{F10043CA-7E0C-4C5B-B8AD-80B51C33A480}" dt="2026-08-31T08:16:49.081" v="864"/>
          <ac:inkMkLst>
            <pc:docMk/>
            <pc:sldMk cId="2960406705" sldId="265"/>
            <ac:inkMk id="24" creationId="{EA65603B-9C96-D7B7-C058-C2A4BA6DEC74}"/>
          </ac:inkMkLst>
        </pc:inkChg>
        <pc:inkChg chg="add del">
          <ac:chgData name="Esraa Mohamed" userId="32a53f8955a3383c" providerId="LiveId" clId="{F10043CA-7E0C-4C5B-B8AD-80B51C33A480}" dt="2026-08-31T08:16:32.348" v="862"/>
          <ac:inkMkLst>
            <pc:docMk/>
            <pc:sldMk cId="2960406705" sldId="265"/>
            <ac:inkMk id="25" creationId="{1F6D9B08-74C9-1788-4937-F1F32BC4C983}"/>
          </ac:inkMkLst>
        </pc:inkChg>
        <pc:inkChg chg="add">
          <ac:chgData name="Esraa Mohamed" userId="32a53f8955a3383c" providerId="LiveId" clId="{F10043CA-7E0C-4C5B-B8AD-80B51C33A480}" dt="2026-08-31T08:16:32.348" v="862"/>
          <ac:inkMkLst>
            <pc:docMk/>
            <pc:sldMk cId="2960406705" sldId="265"/>
            <ac:inkMk id="26" creationId="{E4DF39D1-069D-B2C4-7172-CC76216E799F}"/>
          </ac:inkMkLst>
        </pc:inkChg>
        <pc:inkChg chg="add">
          <ac:chgData name="Esraa Mohamed" userId="32a53f8955a3383c" providerId="LiveId" clId="{F10043CA-7E0C-4C5B-B8AD-80B51C33A480}" dt="2026-08-31T08:16:48.132" v="863" actId="9405"/>
          <ac:inkMkLst>
            <pc:docMk/>
            <pc:sldMk cId="2960406705" sldId="265"/>
            <ac:inkMk id="27" creationId="{D1C571EE-83C1-F8B9-7076-D5D509AE9FAF}"/>
          </ac:inkMkLst>
        </pc:inkChg>
        <pc:inkChg chg="add del">
          <ac:chgData name="Esraa Mohamed" userId="32a53f8955a3383c" providerId="LiveId" clId="{F10043CA-7E0C-4C5B-B8AD-80B51C33A480}" dt="2026-08-31T08:16:51.361" v="866"/>
          <ac:inkMkLst>
            <pc:docMk/>
            <pc:sldMk cId="2960406705" sldId="265"/>
            <ac:inkMk id="29" creationId="{A8E1B8E7-E239-9108-5056-083DFDC1BFB3}"/>
          </ac:inkMkLst>
        </pc:inkChg>
        <pc:inkChg chg="add">
          <ac:chgData name="Esraa Mohamed" userId="32a53f8955a3383c" providerId="LiveId" clId="{F10043CA-7E0C-4C5B-B8AD-80B51C33A480}" dt="2026-08-31T08:16:51.361" v="866"/>
          <ac:inkMkLst>
            <pc:docMk/>
            <pc:sldMk cId="2960406705" sldId="265"/>
            <ac:inkMk id="30" creationId="{DCF9075B-134F-E06B-9588-78083FFD0E95}"/>
          </ac:inkMkLst>
        </pc:inkChg>
        <pc:inkChg chg="add">
          <ac:chgData name="Esraa Mohamed" userId="32a53f8955a3383c" providerId="LiveId" clId="{F10043CA-7E0C-4C5B-B8AD-80B51C33A480}" dt="2026-08-31T08:17:22.546" v="867" actId="9405"/>
          <ac:inkMkLst>
            <pc:docMk/>
            <pc:sldMk cId="2960406705" sldId="265"/>
            <ac:inkMk id="31" creationId="{D571070F-B656-22A7-CD68-E36ECF2A0A45}"/>
          </ac:inkMkLst>
        </pc:inkChg>
        <pc:inkChg chg="add mod">
          <ac:chgData name="Esraa Mohamed" userId="32a53f8955a3383c" providerId="LiveId" clId="{F10043CA-7E0C-4C5B-B8AD-80B51C33A480}" dt="2026-08-31T08:17:27.187" v="870"/>
          <ac:inkMkLst>
            <pc:docMk/>
            <pc:sldMk cId="2960406705" sldId="265"/>
            <ac:inkMk id="32" creationId="{6C00D7B7-7A83-3E3B-6366-CAD1CD95761B}"/>
          </ac:inkMkLst>
        </pc:inkChg>
        <pc:inkChg chg="add mod">
          <ac:chgData name="Esraa Mohamed" userId="32a53f8955a3383c" providerId="LiveId" clId="{F10043CA-7E0C-4C5B-B8AD-80B51C33A480}" dt="2026-08-31T08:17:27.187" v="870"/>
          <ac:inkMkLst>
            <pc:docMk/>
            <pc:sldMk cId="2960406705" sldId="265"/>
            <ac:inkMk id="33" creationId="{04CA9D47-34AD-F2E1-99EB-3272F14EF4AE}"/>
          </ac:inkMkLst>
        </pc:inkChg>
        <pc:inkChg chg="add">
          <ac:chgData name="Esraa Mohamed" userId="32a53f8955a3383c" providerId="LiveId" clId="{F10043CA-7E0C-4C5B-B8AD-80B51C33A480}" dt="2026-08-31T08:17:27.804" v="871" actId="9405"/>
          <ac:inkMkLst>
            <pc:docMk/>
            <pc:sldMk cId="2960406705" sldId="265"/>
            <ac:inkMk id="35" creationId="{6CF284A5-02CB-7230-E639-DA6602567254}"/>
          </ac:inkMkLst>
        </pc:inkChg>
        <pc:inkChg chg="add">
          <ac:chgData name="Esraa Mohamed" userId="32a53f8955a3383c" providerId="LiveId" clId="{F10043CA-7E0C-4C5B-B8AD-80B51C33A480}" dt="2026-08-31T08:17:29.247" v="872" actId="9405"/>
          <ac:inkMkLst>
            <pc:docMk/>
            <pc:sldMk cId="2960406705" sldId="265"/>
            <ac:inkMk id="36" creationId="{F88DC9C8-A821-D465-7964-798F4DD3B2E6}"/>
          </ac:inkMkLst>
        </pc:inkChg>
        <pc:inkChg chg="add del">
          <ac:chgData name="Esraa Mohamed" userId="32a53f8955a3383c" providerId="LiveId" clId="{F10043CA-7E0C-4C5B-B8AD-80B51C33A480}" dt="2026-08-31T08:17:30.260" v="874"/>
          <ac:inkMkLst>
            <pc:docMk/>
            <pc:sldMk cId="2960406705" sldId="265"/>
            <ac:inkMk id="37" creationId="{C8E4E8FF-4CEE-AC08-502C-1BD11C1800C0}"/>
          </ac:inkMkLst>
        </pc:inkChg>
        <pc:inkChg chg="add">
          <ac:chgData name="Esraa Mohamed" userId="32a53f8955a3383c" providerId="LiveId" clId="{F10043CA-7E0C-4C5B-B8AD-80B51C33A480}" dt="2026-08-31T08:17:30.260" v="874"/>
          <ac:inkMkLst>
            <pc:docMk/>
            <pc:sldMk cId="2960406705" sldId="265"/>
            <ac:inkMk id="38" creationId="{F1F80EDB-61CB-BE91-C372-5FD3CB0A6169}"/>
          </ac:inkMkLst>
        </pc:inkChg>
        <pc:cxnChg chg="add">
          <ac:chgData name="Esraa Mohamed" userId="32a53f8955a3383c" providerId="LiveId" clId="{F10043CA-7E0C-4C5B-B8AD-80B51C33A480}" dt="2026-08-30T18:26:30.844" v="26" actId="26606"/>
          <ac:cxnSpMkLst>
            <pc:docMk/>
            <pc:sldMk cId="2960406705" sldId="265"/>
            <ac:cxnSpMk id="17" creationId="{6CF1BAF6-AD41-4082-B212-8A1F9A2E8779}"/>
          </ac:cxnSpMkLst>
        </pc:cxnChg>
      </pc:sldChg>
      <pc:sldChg chg="del">
        <pc:chgData name="Esraa Mohamed" userId="32a53f8955a3383c" providerId="LiveId" clId="{F10043CA-7E0C-4C5B-B8AD-80B51C33A480}" dt="2026-08-31T06:09:13.391" v="621" actId="47"/>
        <pc:sldMkLst>
          <pc:docMk/>
          <pc:sldMk cId="3581416867" sldId="266"/>
        </pc:sldMkLst>
      </pc:sldChg>
      <pc:sldChg chg="addSp delSp modSp mod">
        <pc:chgData name="Esraa Mohamed" userId="32a53f8955a3383c" providerId="LiveId" clId="{F10043CA-7E0C-4C5B-B8AD-80B51C33A480}" dt="2026-08-31T07:37:23.991" v="733" actId="9405"/>
        <pc:sldMkLst>
          <pc:docMk/>
          <pc:sldMk cId="4198378271" sldId="268"/>
        </pc:sldMkLst>
        <pc:picChg chg="add mod">
          <ac:chgData name="Esraa Mohamed" userId="32a53f8955a3383c" providerId="LiveId" clId="{F10043CA-7E0C-4C5B-B8AD-80B51C33A480}" dt="2026-08-31T06:28:32.525" v="627" actId="14100"/>
          <ac:picMkLst>
            <pc:docMk/>
            <pc:sldMk cId="4198378271" sldId="268"/>
            <ac:picMk id="5" creationId="{C2D50A12-EA43-73C6-EF32-4EA975A97C43}"/>
          </ac:picMkLst>
        </pc:picChg>
        <pc:inkChg chg="add del">
          <ac:chgData name="Esraa Mohamed" userId="32a53f8955a3383c" providerId="LiveId" clId="{F10043CA-7E0C-4C5B-B8AD-80B51C33A480}" dt="2026-08-31T07:36:56.459" v="726"/>
          <ac:inkMkLst>
            <pc:docMk/>
            <pc:sldMk cId="4198378271" sldId="268"/>
            <ac:inkMk id="4" creationId="{20DE4A7D-71A4-45F1-C52F-CE20DC850CF6}"/>
          </ac:inkMkLst>
        </pc:inkChg>
        <pc:inkChg chg="add mod">
          <ac:chgData name="Esraa Mohamed" userId="32a53f8955a3383c" providerId="LiveId" clId="{F10043CA-7E0C-4C5B-B8AD-80B51C33A480}" dt="2026-08-31T07:36:58.308" v="727"/>
          <ac:inkMkLst>
            <pc:docMk/>
            <pc:sldMk cId="4198378271" sldId="268"/>
            <ac:inkMk id="6" creationId="{0A96C19F-812F-BBEF-72D5-CA6B2F32067E}"/>
          </ac:inkMkLst>
        </pc:inkChg>
        <pc:inkChg chg="add">
          <ac:chgData name="Esraa Mohamed" userId="32a53f8955a3383c" providerId="LiveId" clId="{F10043CA-7E0C-4C5B-B8AD-80B51C33A480}" dt="2026-08-31T07:36:59.984" v="728" actId="9405"/>
          <ac:inkMkLst>
            <pc:docMk/>
            <pc:sldMk cId="4198378271" sldId="268"/>
            <ac:inkMk id="7" creationId="{AD5455B0-0F33-9BA4-B93C-4A96061482A5}"/>
          </ac:inkMkLst>
        </pc:inkChg>
        <pc:inkChg chg="add">
          <ac:chgData name="Esraa Mohamed" userId="32a53f8955a3383c" providerId="LiveId" clId="{F10043CA-7E0C-4C5B-B8AD-80B51C33A480}" dt="2026-08-31T07:37:04.223" v="729" actId="9405"/>
          <ac:inkMkLst>
            <pc:docMk/>
            <pc:sldMk cId="4198378271" sldId="268"/>
            <ac:inkMk id="9" creationId="{17411937-244C-6F1D-C54E-0CE44ED7BC1C}"/>
          </ac:inkMkLst>
        </pc:inkChg>
        <pc:inkChg chg="add">
          <ac:chgData name="Esraa Mohamed" userId="32a53f8955a3383c" providerId="LiveId" clId="{F10043CA-7E0C-4C5B-B8AD-80B51C33A480}" dt="2026-08-31T07:37:09.206" v="730" actId="9405"/>
          <ac:inkMkLst>
            <pc:docMk/>
            <pc:sldMk cId="4198378271" sldId="268"/>
            <ac:inkMk id="14" creationId="{6C9EB499-C722-0FB5-B8A0-B4FAFB294A42}"/>
          </ac:inkMkLst>
        </pc:inkChg>
        <pc:inkChg chg="add">
          <ac:chgData name="Esraa Mohamed" userId="32a53f8955a3383c" providerId="LiveId" clId="{F10043CA-7E0C-4C5B-B8AD-80B51C33A480}" dt="2026-08-31T07:37:17.061" v="731" actId="9405"/>
          <ac:inkMkLst>
            <pc:docMk/>
            <pc:sldMk cId="4198378271" sldId="268"/>
            <ac:inkMk id="16" creationId="{75685B67-C65D-8F15-39F1-EE7CE318DFB7}"/>
          </ac:inkMkLst>
        </pc:inkChg>
        <pc:inkChg chg="add">
          <ac:chgData name="Esraa Mohamed" userId="32a53f8955a3383c" providerId="LiveId" clId="{F10043CA-7E0C-4C5B-B8AD-80B51C33A480}" dt="2026-08-31T07:37:20.923" v="732" actId="9405"/>
          <ac:inkMkLst>
            <pc:docMk/>
            <pc:sldMk cId="4198378271" sldId="268"/>
            <ac:inkMk id="18" creationId="{0884BBB0-9398-272C-BAB2-73977EA68A69}"/>
          </ac:inkMkLst>
        </pc:inkChg>
        <pc:inkChg chg="add">
          <ac:chgData name="Esraa Mohamed" userId="32a53f8955a3383c" providerId="LiveId" clId="{F10043CA-7E0C-4C5B-B8AD-80B51C33A480}" dt="2026-08-31T07:37:23.991" v="733" actId="9405"/>
          <ac:inkMkLst>
            <pc:docMk/>
            <pc:sldMk cId="4198378271" sldId="268"/>
            <ac:inkMk id="19" creationId="{4287589B-30B2-655A-EF14-F27D1778048E}"/>
          </ac:inkMkLst>
        </pc:inkChg>
      </pc:sldChg>
      <pc:sldChg chg="del ord">
        <pc:chgData name="Esraa Mohamed" userId="32a53f8955a3383c" providerId="LiveId" clId="{F10043CA-7E0C-4C5B-B8AD-80B51C33A480}" dt="2026-08-31T06:34:11.044" v="649" actId="47"/>
        <pc:sldMkLst>
          <pc:docMk/>
          <pc:sldMk cId="2324641168" sldId="270"/>
        </pc:sldMkLst>
      </pc:sldChg>
      <pc:sldChg chg="addSp delSp modSp mod">
        <pc:chgData name="Esraa Mohamed" userId="32a53f8955a3383c" providerId="LiveId" clId="{F10043CA-7E0C-4C5B-B8AD-80B51C33A480}" dt="2026-08-31T07:43:57.793" v="814" actId="9405"/>
        <pc:sldMkLst>
          <pc:docMk/>
          <pc:sldMk cId="308372948" sldId="271"/>
        </pc:sldMkLst>
        <pc:grpChg chg="del mod">
          <ac:chgData name="Esraa Mohamed" userId="32a53f8955a3383c" providerId="LiveId" clId="{F10043CA-7E0C-4C5B-B8AD-80B51C33A480}" dt="2026-08-31T07:43:39.197" v="808"/>
          <ac:grpSpMkLst>
            <pc:docMk/>
            <pc:sldMk cId="308372948" sldId="271"/>
            <ac:grpSpMk id="11" creationId="{68ED7312-F443-3511-2746-195DD25842CE}"/>
          </ac:grpSpMkLst>
        </pc:grpChg>
        <pc:grpChg chg="mod">
          <ac:chgData name="Esraa Mohamed" userId="32a53f8955a3383c" providerId="LiveId" clId="{F10043CA-7E0C-4C5B-B8AD-80B51C33A480}" dt="2026-08-31T07:43:39.197" v="808"/>
          <ac:grpSpMkLst>
            <pc:docMk/>
            <pc:sldMk cId="308372948" sldId="271"/>
            <ac:grpSpMk id="14" creationId="{13F653CD-BB8D-BD07-9A3F-63CF7082478D}"/>
          </ac:grpSpMkLst>
        </pc:grpChg>
        <pc:inkChg chg="add">
          <ac:chgData name="Esraa Mohamed" userId="32a53f8955a3383c" providerId="LiveId" clId="{F10043CA-7E0C-4C5B-B8AD-80B51C33A480}" dt="2026-08-31T07:43:09.931" v="797" actId="9405"/>
          <ac:inkMkLst>
            <pc:docMk/>
            <pc:sldMk cId="308372948" sldId="271"/>
            <ac:inkMk id="2" creationId="{75C420A1-09F6-9B33-8C1C-439A42E7334E}"/>
          </ac:inkMkLst>
        </pc:inkChg>
        <pc:inkChg chg="add">
          <ac:chgData name="Esraa Mohamed" userId="32a53f8955a3383c" providerId="LiveId" clId="{F10043CA-7E0C-4C5B-B8AD-80B51C33A480}" dt="2026-08-31T07:43:12.657" v="798" actId="9405"/>
          <ac:inkMkLst>
            <pc:docMk/>
            <pc:sldMk cId="308372948" sldId="271"/>
            <ac:inkMk id="4" creationId="{26488C7A-070B-6BA4-5B14-CBE52C1DC6E3}"/>
          </ac:inkMkLst>
        </pc:inkChg>
        <pc:inkChg chg="add">
          <ac:chgData name="Esraa Mohamed" userId="32a53f8955a3383c" providerId="LiveId" clId="{F10043CA-7E0C-4C5B-B8AD-80B51C33A480}" dt="2026-08-31T07:43:16.693" v="799" actId="9405"/>
          <ac:inkMkLst>
            <pc:docMk/>
            <pc:sldMk cId="308372948" sldId="271"/>
            <ac:inkMk id="5" creationId="{83E8F53C-8C35-236A-8BA4-48D430AB4830}"/>
          </ac:inkMkLst>
        </pc:inkChg>
        <pc:inkChg chg="add">
          <ac:chgData name="Esraa Mohamed" userId="32a53f8955a3383c" providerId="LiveId" clId="{F10043CA-7E0C-4C5B-B8AD-80B51C33A480}" dt="2026-08-31T07:43:24.781" v="800" actId="9405"/>
          <ac:inkMkLst>
            <pc:docMk/>
            <pc:sldMk cId="308372948" sldId="271"/>
            <ac:inkMk id="6" creationId="{FC61D9BB-A866-D708-D44A-A8C50F217581}"/>
          </ac:inkMkLst>
        </pc:inkChg>
        <pc:inkChg chg="add">
          <ac:chgData name="Esraa Mohamed" userId="32a53f8955a3383c" providerId="LiveId" clId="{F10043CA-7E0C-4C5B-B8AD-80B51C33A480}" dt="2026-08-31T07:43:26.404" v="801" actId="9405"/>
          <ac:inkMkLst>
            <pc:docMk/>
            <pc:sldMk cId="308372948" sldId="271"/>
            <ac:inkMk id="7" creationId="{A6026E32-489B-4276-F913-C81A4D543017}"/>
          </ac:inkMkLst>
        </pc:inkChg>
        <pc:inkChg chg="add">
          <ac:chgData name="Esraa Mohamed" userId="32a53f8955a3383c" providerId="LiveId" clId="{F10043CA-7E0C-4C5B-B8AD-80B51C33A480}" dt="2026-08-31T07:43:28.378" v="802" actId="9405"/>
          <ac:inkMkLst>
            <pc:docMk/>
            <pc:sldMk cId="308372948" sldId="271"/>
            <ac:inkMk id="8" creationId="{824C48F8-F5ED-F71D-A128-FE79B8B978FF}"/>
          </ac:inkMkLst>
        </pc:inkChg>
        <pc:inkChg chg="add mod">
          <ac:chgData name="Esraa Mohamed" userId="32a53f8955a3383c" providerId="LiveId" clId="{F10043CA-7E0C-4C5B-B8AD-80B51C33A480}" dt="2026-08-31T07:43:39.197" v="808"/>
          <ac:inkMkLst>
            <pc:docMk/>
            <pc:sldMk cId="308372948" sldId="271"/>
            <ac:inkMk id="9" creationId="{B671B358-8FD9-EE74-4AC2-2B5881B8D5F4}"/>
          </ac:inkMkLst>
        </pc:inkChg>
        <pc:inkChg chg="add mod">
          <ac:chgData name="Esraa Mohamed" userId="32a53f8955a3383c" providerId="LiveId" clId="{F10043CA-7E0C-4C5B-B8AD-80B51C33A480}" dt="2026-08-31T07:43:39.197" v="808"/>
          <ac:inkMkLst>
            <pc:docMk/>
            <pc:sldMk cId="308372948" sldId="271"/>
            <ac:inkMk id="10" creationId="{68EDF81D-1FF7-C082-6D58-B05F6341747D}"/>
          </ac:inkMkLst>
        </pc:inkChg>
        <pc:inkChg chg="add mod">
          <ac:chgData name="Esraa Mohamed" userId="32a53f8955a3383c" providerId="LiveId" clId="{F10043CA-7E0C-4C5B-B8AD-80B51C33A480}" dt="2026-08-31T07:43:39.197" v="808"/>
          <ac:inkMkLst>
            <pc:docMk/>
            <pc:sldMk cId="308372948" sldId="271"/>
            <ac:inkMk id="12" creationId="{89DBEDE3-37F4-39DD-80C4-DA4ACFA3E8A6}"/>
          </ac:inkMkLst>
        </pc:inkChg>
        <pc:inkChg chg="add mod">
          <ac:chgData name="Esraa Mohamed" userId="32a53f8955a3383c" providerId="LiveId" clId="{F10043CA-7E0C-4C5B-B8AD-80B51C33A480}" dt="2026-08-31T07:43:39.197" v="808"/>
          <ac:inkMkLst>
            <pc:docMk/>
            <pc:sldMk cId="308372948" sldId="271"/>
            <ac:inkMk id="13" creationId="{28EFC48E-5245-4A5F-7B0D-9B2FF3483B94}"/>
          </ac:inkMkLst>
        </pc:inkChg>
        <pc:inkChg chg="add">
          <ac:chgData name="Esraa Mohamed" userId="32a53f8955a3383c" providerId="LiveId" clId="{F10043CA-7E0C-4C5B-B8AD-80B51C33A480}" dt="2026-08-31T07:43:41.371" v="809" actId="9405"/>
          <ac:inkMkLst>
            <pc:docMk/>
            <pc:sldMk cId="308372948" sldId="271"/>
            <ac:inkMk id="15" creationId="{CFA3D135-6877-A010-941A-DD1777BE8DC1}"/>
          </ac:inkMkLst>
        </pc:inkChg>
        <pc:inkChg chg="add">
          <ac:chgData name="Esraa Mohamed" userId="32a53f8955a3383c" providerId="LiveId" clId="{F10043CA-7E0C-4C5B-B8AD-80B51C33A480}" dt="2026-08-31T07:43:49.442" v="810" actId="9405"/>
          <ac:inkMkLst>
            <pc:docMk/>
            <pc:sldMk cId="308372948" sldId="271"/>
            <ac:inkMk id="16" creationId="{405A5297-A8B6-B800-6091-8489E9C712FD}"/>
          </ac:inkMkLst>
        </pc:inkChg>
        <pc:inkChg chg="add del">
          <ac:chgData name="Esraa Mohamed" userId="32a53f8955a3383c" providerId="LiveId" clId="{F10043CA-7E0C-4C5B-B8AD-80B51C33A480}" dt="2026-08-31T07:43:51.786" v="812"/>
          <ac:inkMkLst>
            <pc:docMk/>
            <pc:sldMk cId="308372948" sldId="271"/>
            <ac:inkMk id="17" creationId="{8706D839-492B-BFA1-4866-EFC945805E7A}"/>
          </ac:inkMkLst>
        </pc:inkChg>
        <pc:inkChg chg="add">
          <ac:chgData name="Esraa Mohamed" userId="32a53f8955a3383c" providerId="LiveId" clId="{F10043CA-7E0C-4C5B-B8AD-80B51C33A480}" dt="2026-08-31T07:43:51.786" v="812"/>
          <ac:inkMkLst>
            <pc:docMk/>
            <pc:sldMk cId="308372948" sldId="271"/>
            <ac:inkMk id="18" creationId="{EB7BA1B4-2B19-467B-B859-74672669597B}"/>
          </ac:inkMkLst>
        </pc:inkChg>
        <pc:inkChg chg="add">
          <ac:chgData name="Esraa Mohamed" userId="32a53f8955a3383c" providerId="LiveId" clId="{F10043CA-7E0C-4C5B-B8AD-80B51C33A480}" dt="2026-08-31T07:43:53.615" v="813" actId="9405"/>
          <ac:inkMkLst>
            <pc:docMk/>
            <pc:sldMk cId="308372948" sldId="271"/>
            <ac:inkMk id="19" creationId="{C5842B1F-09D9-D5A0-7E70-4D610A40136F}"/>
          </ac:inkMkLst>
        </pc:inkChg>
        <pc:inkChg chg="add">
          <ac:chgData name="Esraa Mohamed" userId="32a53f8955a3383c" providerId="LiveId" clId="{F10043CA-7E0C-4C5B-B8AD-80B51C33A480}" dt="2026-08-31T07:43:57.793" v="814" actId="9405"/>
          <ac:inkMkLst>
            <pc:docMk/>
            <pc:sldMk cId="308372948" sldId="271"/>
            <ac:inkMk id="20" creationId="{944DED53-BD33-6F31-57FF-E4C6B260604D}"/>
          </ac:inkMkLst>
        </pc:inkChg>
      </pc:sldChg>
      <pc:sldChg chg="addSp delSp modSp new mod">
        <pc:chgData name="Esraa Mohamed" userId="32a53f8955a3383c" providerId="LiveId" clId="{F10043CA-7E0C-4C5B-B8AD-80B51C33A480}" dt="2026-08-31T08:17:57.325" v="882" actId="9405"/>
        <pc:sldMkLst>
          <pc:docMk/>
          <pc:sldMk cId="528774657" sldId="272"/>
        </pc:sldMkLst>
        <pc:spChg chg="mod">
          <ac:chgData name="Esraa Mohamed" userId="32a53f8955a3383c" providerId="LiveId" clId="{F10043CA-7E0C-4C5B-B8AD-80B51C33A480}" dt="2026-08-30T18:30:51.477" v="48"/>
          <ac:spMkLst>
            <pc:docMk/>
            <pc:sldMk cId="528774657" sldId="272"/>
            <ac:spMk id="2" creationId="{71960986-5A9B-EA3D-2A6A-1615626EDD6D}"/>
          </ac:spMkLst>
        </pc:spChg>
        <pc:spChg chg="del">
          <ac:chgData name="Esraa Mohamed" userId="32a53f8955a3383c" providerId="LiveId" clId="{F10043CA-7E0C-4C5B-B8AD-80B51C33A480}" dt="2026-08-30T18:32:17.723" v="49" actId="1032"/>
          <ac:spMkLst>
            <pc:docMk/>
            <pc:sldMk cId="528774657" sldId="272"/>
            <ac:spMk id="3" creationId="{20A0CC3B-1FB7-DF3A-03E8-AC859A33010C}"/>
          </ac:spMkLst>
        </pc:spChg>
        <pc:spChg chg="add del mod">
          <ac:chgData name="Esraa Mohamed" userId="32a53f8955a3383c" providerId="LiveId" clId="{F10043CA-7E0C-4C5B-B8AD-80B51C33A480}" dt="2026-08-30T18:34:10.661" v="72" actId="478"/>
          <ac:spMkLst>
            <pc:docMk/>
            <pc:sldMk cId="528774657" sldId="272"/>
            <ac:spMk id="5" creationId="{F33919ED-013B-7E4D-4BF5-F0593186AA1A}"/>
          </ac:spMkLst>
        </pc:spChg>
        <pc:graphicFrameChg chg="add mod modGraphic">
          <ac:chgData name="Esraa Mohamed" userId="32a53f8955a3383c" providerId="LiveId" clId="{F10043CA-7E0C-4C5B-B8AD-80B51C33A480}" dt="2026-08-30T18:34:33.864" v="76" actId="1076"/>
          <ac:graphicFrameMkLst>
            <pc:docMk/>
            <pc:sldMk cId="528774657" sldId="272"/>
            <ac:graphicFrameMk id="4" creationId="{4143E3C4-BD1B-93CE-4A57-7D91F69F0686}"/>
          </ac:graphicFrameMkLst>
        </pc:graphicFrameChg>
        <pc:graphicFrameChg chg="add mod modGraphic">
          <ac:chgData name="Esraa Mohamed" userId="32a53f8955a3383c" providerId="LiveId" clId="{F10043CA-7E0C-4C5B-B8AD-80B51C33A480}" dt="2026-08-30T18:36:03.263" v="106" actId="1076"/>
          <ac:graphicFrameMkLst>
            <pc:docMk/>
            <pc:sldMk cId="528774657" sldId="272"/>
            <ac:graphicFrameMk id="6" creationId="{AA5D23C0-560F-7642-1706-3567A3BF6CBC}"/>
          </ac:graphicFrameMkLst>
        </pc:graphicFrameChg>
        <pc:inkChg chg="add">
          <ac:chgData name="Esraa Mohamed" userId="32a53f8955a3383c" providerId="LiveId" clId="{F10043CA-7E0C-4C5B-B8AD-80B51C33A480}" dt="2026-08-31T08:17:36.082" v="875" actId="9405"/>
          <ac:inkMkLst>
            <pc:docMk/>
            <pc:sldMk cId="528774657" sldId="272"/>
            <ac:inkMk id="3" creationId="{EC4A47FD-A1CF-3DCD-9413-542781CD7EF5}"/>
          </ac:inkMkLst>
        </pc:inkChg>
        <pc:inkChg chg="add">
          <ac:chgData name="Esraa Mohamed" userId="32a53f8955a3383c" providerId="LiveId" clId="{F10043CA-7E0C-4C5B-B8AD-80B51C33A480}" dt="2026-08-31T08:17:38.703" v="876" actId="9405"/>
          <ac:inkMkLst>
            <pc:docMk/>
            <pc:sldMk cId="528774657" sldId="272"/>
            <ac:inkMk id="5" creationId="{8AD6A196-F985-DCDC-DDEE-41BEB69041C3}"/>
          </ac:inkMkLst>
        </pc:inkChg>
        <pc:inkChg chg="add">
          <ac:chgData name="Esraa Mohamed" userId="32a53f8955a3383c" providerId="LiveId" clId="{F10043CA-7E0C-4C5B-B8AD-80B51C33A480}" dt="2026-08-31T08:17:40.822" v="877" actId="9405"/>
          <ac:inkMkLst>
            <pc:docMk/>
            <pc:sldMk cId="528774657" sldId="272"/>
            <ac:inkMk id="7" creationId="{9E8D9997-9C8F-BA11-6B7B-EB7A98469B93}"/>
          </ac:inkMkLst>
        </pc:inkChg>
        <pc:inkChg chg="add">
          <ac:chgData name="Esraa Mohamed" userId="32a53f8955a3383c" providerId="LiveId" clId="{F10043CA-7E0C-4C5B-B8AD-80B51C33A480}" dt="2026-08-31T08:17:47.371" v="878" actId="9405"/>
          <ac:inkMkLst>
            <pc:docMk/>
            <pc:sldMk cId="528774657" sldId="272"/>
            <ac:inkMk id="8" creationId="{C53A1600-9323-D295-CBBF-3368EB24EA78}"/>
          </ac:inkMkLst>
        </pc:inkChg>
        <pc:inkChg chg="add">
          <ac:chgData name="Esraa Mohamed" userId="32a53f8955a3383c" providerId="LiveId" clId="{F10043CA-7E0C-4C5B-B8AD-80B51C33A480}" dt="2026-08-31T08:17:48.758" v="879" actId="9405"/>
          <ac:inkMkLst>
            <pc:docMk/>
            <pc:sldMk cId="528774657" sldId="272"/>
            <ac:inkMk id="9" creationId="{59ED8BE2-0F5A-BD0D-A212-2BCF2D504C66}"/>
          </ac:inkMkLst>
        </pc:inkChg>
        <pc:inkChg chg="add">
          <ac:chgData name="Esraa Mohamed" userId="32a53f8955a3383c" providerId="LiveId" clId="{F10043CA-7E0C-4C5B-B8AD-80B51C33A480}" dt="2026-08-31T08:17:53.167" v="880" actId="9405"/>
          <ac:inkMkLst>
            <pc:docMk/>
            <pc:sldMk cId="528774657" sldId="272"/>
            <ac:inkMk id="10" creationId="{666E3FDF-0121-9070-923C-B0996D8CBBE8}"/>
          </ac:inkMkLst>
        </pc:inkChg>
        <pc:inkChg chg="add">
          <ac:chgData name="Esraa Mohamed" userId="32a53f8955a3383c" providerId="LiveId" clId="{F10043CA-7E0C-4C5B-B8AD-80B51C33A480}" dt="2026-08-31T08:17:55.044" v="881" actId="9405"/>
          <ac:inkMkLst>
            <pc:docMk/>
            <pc:sldMk cId="528774657" sldId="272"/>
            <ac:inkMk id="11" creationId="{8C436263-D18A-48C8-E225-192A7E58095E}"/>
          </ac:inkMkLst>
        </pc:inkChg>
        <pc:inkChg chg="add">
          <ac:chgData name="Esraa Mohamed" userId="32a53f8955a3383c" providerId="LiveId" clId="{F10043CA-7E0C-4C5B-B8AD-80B51C33A480}" dt="2026-08-31T08:17:57.325" v="882" actId="9405"/>
          <ac:inkMkLst>
            <pc:docMk/>
            <pc:sldMk cId="528774657" sldId="272"/>
            <ac:inkMk id="12" creationId="{D2755654-1002-67CF-4033-0226A7139344}"/>
          </ac:inkMkLst>
        </pc:inkChg>
      </pc:sldChg>
      <pc:sldChg chg="addSp delSp modSp new mod setBg">
        <pc:chgData name="Esraa Mohamed" userId="32a53f8955a3383c" providerId="LiveId" clId="{F10043CA-7E0C-4C5B-B8AD-80B51C33A480}" dt="2026-08-31T08:19:50.027" v="888" actId="9405"/>
        <pc:sldMkLst>
          <pc:docMk/>
          <pc:sldMk cId="2560613646" sldId="273"/>
        </pc:sldMkLst>
        <pc:spChg chg="mod">
          <ac:chgData name="Esraa Mohamed" userId="32a53f8955a3383c" providerId="LiveId" clId="{F10043CA-7E0C-4C5B-B8AD-80B51C33A480}" dt="2026-08-30T18:39:40.052" v="162" actId="26606"/>
          <ac:spMkLst>
            <pc:docMk/>
            <pc:sldMk cId="2560613646" sldId="273"/>
            <ac:spMk id="2" creationId="{1135FADE-513A-A503-C334-430B415DB2A9}"/>
          </ac:spMkLst>
        </pc:spChg>
        <pc:spChg chg="mod">
          <ac:chgData name="Esraa Mohamed" userId="32a53f8955a3383c" providerId="LiveId" clId="{F10043CA-7E0C-4C5B-B8AD-80B51C33A480}" dt="2026-08-30T18:39:44.274" v="164" actId="20577"/>
          <ac:spMkLst>
            <pc:docMk/>
            <pc:sldMk cId="2560613646" sldId="273"/>
            <ac:spMk id="3" creationId="{8D572130-3690-C9E4-DE0B-64E3FADDE493}"/>
          </ac:spMkLst>
        </pc:spChg>
        <pc:spChg chg="add del">
          <ac:chgData name="Esraa Mohamed" userId="32a53f8955a3383c" providerId="LiveId" clId="{F10043CA-7E0C-4C5B-B8AD-80B51C33A480}" dt="2026-08-30T18:39:40.035" v="161" actId="26606"/>
          <ac:spMkLst>
            <pc:docMk/>
            <pc:sldMk cId="2560613646" sldId="273"/>
            <ac:spMk id="8" creationId="{DBF61EA3-B236-439E-9C0B-340980D56BEE}"/>
          </ac:spMkLst>
        </pc:spChg>
        <pc:spChg chg="add del">
          <ac:chgData name="Esraa Mohamed" userId="32a53f8955a3383c" providerId="LiveId" clId="{F10043CA-7E0C-4C5B-B8AD-80B51C33A480}" dt="2026-08-30T18:39:40.035" v="161" actId="26606"/>
          <ac:spMkLst>
            <pc:docMk/>
            <pc:sldMk cId="2560613646" sldId="273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0T18:39:40.052" v="162" actId="26606"/>
          <ac:spMkLst>
            <pc:docMk/>
            <pc:sldMk cId="2560613646" sldId="273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8-30T18:39:40.052" v="162" actId="26606"/>
          <ac:spMkLst>
            <pc:docMk/>
            <pc:sldMk cId="2560613646" sldId="273"/>
            <ac:spMk id="16" creationId="{B6CDA21F-E7AF-4C75-8395-33F58D5B0E45}"/>
          </ac:spMkLst>
        </pc:spChg>
        <pc:grpChg chg="add del">
          <ac:chgData name="Esraa Mohamed" userId="32a53f8955a3383c" providerId="LiveId" clId="{F10043CA-7E0C-4C5B-B8AD-80B51C33A480}" dt="2026-08-30T18:39:40.035" v="161" actId="26606"/>
          <ac:grpSpMkLst>
            <pc:docMk/>
            <pc:sldMk cId="2560613646" sldId="273"/>
            <ac:grpSpMk id="10" creationId="{28FAF094-D087-493F-8DF9-A486C2D6BBAA}"/>
          </ac:grpSpMkLst>
        </pc:grpChg>
        <pc:grpChg chg="add">
          <ac:chgData name="Esraa Mohamed" userId="32a53f8955a3383c" providerId="LiveId" clId="{F10043CA-7E0C-4C5B-B8AD-80B51C33A480}" dt="2026-08-30T18:39:40.052" v="162" actId="26606"/>
          <ac:grpSpMkLst>
            <pc:docMk/>
            <pc:sldMk cId="2560613646" sldId="273"/>
            <ac:grpSpMk id="18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08:18:03.266" v="883" actId="9405"/>
          <ac:inkMkLst>
            <pc:docMk/>
            <pc:sldMk cId="2560613646" sldId="273"/>
            <ac:inkMk id="4" creationId="{4C325804-5C44-7D94-3551-26335B367CA2}"/>
          </ac:inkMkLst>
        </pc:inkChg>
        <pc:inkChg chg="add">
          <ac:chgData name="Esraa Mohamed" userId="32a53f8955a3383c" providerId="LiveId" clId="{F10043CA-7E0C-4C5B-B8AD-80B51C33A480}" dt="2026-08-31T08:18:29.697" v="884" actId="9405"/>
          <ac:inkMkLst>
            <pc:docMk/>
            <pc:sldMk cId="2560613646" sldId="273"/>
            <ac:inkMk id="5" creationId="{3590CAFA-4D40-792E-A10D-C1B7158A8AAA}"/>
          </ac:inkMkLst>
        </pc:inkChg>
        <pc:inkChg chg="add">
          <ac:chgData name="Esraa Mohamed" userId="32a53f8955a3383c" providerId="LiveId" clId="{F10043CA-7E0C-4C5B-B8AD-80B51C33A480}" dt="2026-08-31T08:18:44.449" v="885" actId="9405"/>
          <ac:inkMkLst>
            <pc:docMk/>
            <pc:sldMk cId="2560613646" sldId="273"/>
            <ac:inkMk id="6" creationId="{7934C5C5-A792-208B-C93C-180B65502C8B}"/>
          </ac:inkMkLst>
        </pc:inkChg>
        <pc:inkChg chg="add">
          <ac:chgData name="Esraa Mohamed" userId="32a53f8955a3383c" providerId="LiveId" clId="{F10043CA-7E0C-4C5B-B8AD-80B51C33A480}" dt="2026-08-31T08:18:55.327" v="886" actId="9405"/>
          <ac:inkMkLst>
            <pc:docMk/>
            <pc:sldMk cId="2560613646" sldId="273"/>
            <ac:inkMk id="7" creationId="{6CB86043-3A2F-32ED-A9BD-679C42F3CF08}"/>
          </ac:inkMkLst>
        </pc:inkChg>
        <pc:inkChg chg="add">
          <ac:chgData name="Esraa Mohamed" userId="32a53f8955a3383c" providerId="LiveId" clId="{F10043CA-7E0C-4C5B-B8AD-80B51C33A480}" dt="2026-08-31T08:19:05.329" v="887" actId="9405"/>
          <ac:inkMkLst>
            <pc:docMk/>
            <pc:sldMk cId="2560613646" sldId="273"/>
            <ac:inkMk id="8" creationId="{B4E368B0-634E-3A73-E0D3-25C296A6747A}"/>
          </ac:inkMkLst>
        </pc:inkChg>
        <pc:inkChg chg="add">
          <ac:chgData name="Esraa Mohamed" userId="32a53f8955a3383c" providerId="LiveId" clId="{F10043CA-7E0C-4C5B-B8AD-80B51C33A480}" dt="2026-08-31T08:19:50.027" v="888" actId="9405"/>
          <ac:inkMkLst>
            <pc:docMk/>
            <pc:sldMk cId="2560613646" sldId="273"/>
            <ac:inkMk id="9" creationId="{1E561B6E-066F-7820-3536-65D4462B8CEC}"/>
          </ac:inkMkLst>
        </pc:inkChg>
        <pc:cxnChg chg="add">
          <ac:chgData name="Esraa Mohamed" userId="32a53f8955a3383c" providerId="LiveId" clId="{F10043CA-7E0C-4C5B-B8AD-80B51C33A480}" dt="2026-08-30T18:39:40.052" v="162" actId="26606"/>
          <ac:cxnSpMkLst>
            <pc:docMk/>
            <pc:sldMk cId="2560613646" sldId="273"/>
            <ac:cxnSpMk id="17" creationId="{6CF1BAF6-AD41-4082-B212-8A1F9A2E8779}"/>
          </ac:cxnSpMkLst>
        </pc:cxnChg>
      </pc:sldChg>
      <pc:sldChg chg="addSp modSp new mod setBg">
        <pc:chgData name="Esraa Mohamed" userId="32a53f8955a3383c" providerId="LiveId" clId="{F10043CA-7E0C-4C5B-B8AD-80B51C33A480}" dt="2026-08-31T08:29:39.291" v="892"/>
        <pc:sldMkLst>
          <pc:docMk/>
          <pc:sldMk cId="602329611" sldId="274"/>
        </pc:sldMkLst>
        <pc:spChg chg="mod">
          <ac:chgData name="Esraa Mohamed" userId="32a53f8955a3383c" providerId="LiveId" clId="{F10043CA-7E0C-4C5B-B8AD-80B51C33A480}" dt="2026-08-30T18:44:33.932" v="171" actId="26606"/>
          <ac:spMkLst>
            <pc:docMk/>
            <pc:sldMk cId="602329611" sldId="274"/>
            <ac:spMk id="2" creationId="{88312E72-4DC8-097B-8B72-F38A99FBDF0B}"/>
          </ac:spMkLst>
        </pc:spChg>
        <pc:spChg chg="mod">
          <ac:chgData name="Esraa Mohamed" userId="32a53f8955a3383c" providerId="LiveId" clId="{F10043CA-7E0C-4C5B-B8AD-80B51C33A480}" dt="2026-08-30T18:44:33.932" v="171" actId="26606"/>
          <ac:spMkLst>
            <pc:docMk/>
            <pc:sldMk cId="602329611" sldId="274"/>
            <ac:spMk id="3" creationId="{5AD59BEC-291C-E7AD-44C5-6276173670E0}"/>
          </ac:spMkLst>
        </pc:spChg>
        <pc:spChg chg="add">
          <ac:chgData name="Esraa Mohamed" userId="32a53f8955a3383c" providerId="LiveId" clId="{F10043CA-7E0C-4C5B-B8AD-80B51C33A480}" dt="2026-08-30T18:44:33.932" v="171" actId="26606"/>
          <ac:spMkLst>
            <pc:docMk/>
            <pc:sldMk cId="602329611" sldId="27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18:44:33.932" v="171" actId="26606"/>
          <ac:spMkLst>
            <pc:docMk/>
            <pc:sldMk cId="602329611" sldId="274"/>
            <ac:spMk id="15" creationId="{D5B0017B-2ECA-49AF-B397-DC140825DF8D}"/>
          </ac:spMkLst>
        </pc:spChg>
        <pc:grpChg chg="mod">
          <ac:chgData name="Esraa Mohamed" userId="32a53f8955a3383c" providerId="LiveId" clId="{F10043CA-7E0C-4C5B-B8AD-80B51C33A480}" dt="2026-08-31T08:29:39.291" v="892"/>
          <ac:grpSpMkLst>
            <pc:docMk/>
            <pc:sldMk cId="602329611" sldId="274"/>
            <ac:grpSpMk id="7" creationId="{F46CCBEB-9C7B-4EB7-ABDB-2E01713091EA}"/>
          </ac:grpSpMkLst>
        </pc:grpChg>
        <pc:grpChg chg="add">
          <ac:chgData name="Esraa Mohamed" userId="32a53f8955a3383c" providerId="LiveId" clId="{F10043CA-7E0C-4C5B-B8AD-80B51C33A480}" dt="2026-08-30T18:44:33.932" v="171" actId="26606"/>
          <ac:grpSpMkLst>
            <pc:docMk/>
            <pc:sldMk cId="602329611" sldId="274"/>
            <ac:grpSpMk id="10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08:29:03.401" v="889" actId="9405"/>
          <ac:inkMkLst>
            <pc:docMk/>
            <pc:sldMk cId="602329611" sldId="274"/>
            <ac:inkMk id="4" creationId="{438B2D18-9A83-2B82-862C-9E04CC822C67}"/>
          </ac:inkMkLst>
        </pc:inkChg>
        <pc:inkChg chg="add mod">
          <ac:chgData name="Esraa Mohamed" userId="32a53f8955a3383c" providerId="LiveId" clId="{F10043CA-7E0C-4C5B-B8AD-80B51C33A480}" dt="2026-08-31T08:29:39.291" v="892"/>
          <ac:inkMkLst>
            <pc:docMk/>
            <pc:sldMk cId="602329611" sldId="274"/>
            <ac:inkMk id="5" creationId="{2518B4A7-1F2B-5E1D-1FCB-A109CBEF3BD9}"/>
          </ac:inkMkLst>
        </pc:inkChg>
        <pc:inkChg chg="add mod">
          <ac:chgData name="Esraa Mohamed" userId="32a53f8955a3383c" providerId="LiveId" clId="{F10043CA-7E0C-4C5B-B8AD-80B51C33A480}" dt="2026-08-31T08:29:39.291" v="892"/>
          <ac:inkMkLst>
            <pc:docMk/>
            <pc:sldMk cId="602329611" sldId="274"/>
            <ac:inkMk id="6" creationId="{512506F5-916B-CB6E-CCF1-27874FA40E3C}"/>
          </ac:inkMkLst>
        </pc:inkChg>
        <pc:cxnChg chg="add">
          <ac:chgData name="Esraa Mohamed" userId="32a53f8955a3383c" providerId="LiveId" clId="{F10043CA-7E0C-4C5B-B8AD-80B51C33A480}" dt="2026-08-30T18:44:33.932" v="171" actId="26606"/>
          <ac:cxnSpMkLst>
            <pc:docMk/>
            <pc:sldMk cId="602329611" sldId="274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8:36:42.900" v="913" actId="9405"/>
        <pc:sldMkLst>
          <pc:docMk/>
          <pc:sldMk cId="86947516" sldId="275"/>
        </pc:sldMkLst>
        <pc:spChg chg="mod">
          <ac:chgData name="Esraa Mohamed" userId="32a53f8955a3383c" providerId="LiveId" clId="{F10043CA-7E0C-4C5B-B8AD-80B51C33A480}" dt="2026-08-30T18:48:54.564" v="176" actId="26606"/>
          <ac:spMkLst>
            <pc:docMk/>
            <pc:sldMk cId="86947516" sldId="275"/>
            <ac:spMk id="2" creationId="{D2BFCB91-1C0F-A865-4266-4F01ADA53CA5}"/>
          </ac:spMkLst>
        </pc:spChg>
        <pc:spChg chg="mod">
          <ac:chgData name="Esraa Mohamed" userId="32a53f8955a3383c" providerId="LiveId" clId="{F10043CA-7E0C-4C5B-B8AD-80B51C33A480}" dt="2026-08-30T18:48:54.564" v="176" actId="26606"/>
          <ac:spMkLst>
            <pc:docMk/>
            <pc:sldMk cId="86947516" sldId="275"/>
            <ac:spMk id="3" creationId="{9FE13569-4B6E-EE37-16E3-8C73308EC76A}"/>
          </ac:spMkLst>
        </pc:spChg>
        <pc:spChg chg="add">
          <ac:chgData name="Esraa Mohamed" userId="32a53f8955a3383c" providerId="LiveId" clId="{F10043CA-7E0C-4C5B-B8AD-80B51C33A480}" dt="2026-08-30T18:48:54.564" v="176" actId="26606"/>
          <ac:spMkLst>
            <pc:docMk/>
            <pc:sldMk cId="86947516" sldId="275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18:48:54.564" v="176" actId="26606"/>
          <ac:spMkLst>
            <pc:docMk/>
            <pc:sldMk cId="86947516" sldId="275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31T08:36:09.489" v="897"/>
          <ac:grpSpMkLst>
            <pc:docMk/>
            <pc:sldMk cId="86947516" sldId="275"/>
            <ac:grpSpMk id="9" creationId="{854D4666-11BB-5AB7-258C-B083EA18397D}"/>
          </ac:grpSpMkLst>
        </pc:grpChg>
        <pc:grpChg chg="add">
          <ac:chgData name="Esraa Mohamed" userId="32a53f8955a3383c" providerId="LiveId" clId="{F10043CA-7E0C-4C5B-B8AD-80B51C33A480}" dt="2026-08-30T18:48:54.564" v="176" actId="26606"/>
          <ac:grpSpMkLst>
            <pc:docMk/>
            <pc:sldMk cId="86947516" sldId="275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8-31T08:36:11.595" v="899"/>
          <ac:grpSpMkLst>
            <pc:docMk/>
            <pc:sldMk cId="86947516" sldId="275"/>
            <ac:grpSpMk id="16" creationId="{F0CC7B57-7CB0-1C15-0973-2297D12C817C}"/>
          </ac:grpSpMkLst>
        </pc:grpChg>
        <pc:grpChg chg="del mod">
          <ac:chgData name="Esraa Mohamed" userId="32a53f8955a3383c" providerId="LiveId" clId="{F10043CA-7E0C-4C5B-B8AD-80B51C33A480}" dt="2026-08-31T08:36:36.402" v="909"/>
          <ac:grpSpMkLst>
            <pc:docMk/>
            <pc:sldMk cId="86947516" sldId="275"/>
            <ac:grpSpMk id="19" creationId="{87CE42AB-AF3A-256E-0838-9D4E3FAE6700}"/>
          </ac:grpSpMkLst>
        </pc:grpChg>
        <pc:grpChg chg="mod">
          <ac:chgData name="Esraa Mohamed" userId="32a53f8955a3383c" providerId="LiveId" clId="{F10043CA-7E0C-4C5B-B8AD-80B51C33A480}" dt="2026-08-31T08:36:36.402" v="909"/>
          <ac:grpSpMkLst>
            <pc:docMk/>
            <pc:sldMk cId="86947516" sldId="275"/>
            <ac:grpSpMk id="28" creationId="{1EF14EED-F6DF-1BD8-BA22-3B52BB74EB23}"/>
          </ac:grpSpMkLst>
        </pc:grpChg>
        <pc:grpChg chg="mod">
          <ac:chgData name="Esraa Mohamed" userId="32a53f8955a3383c" providerId="LiveId" clId="{F10043CA-7E0C-4C5B-B8AD-80B51C33A480}" dt="2026-08-31T08:36:40.063" v="912"/>
          <ac:grpSpMkLst>
            <pc:docMk/>
            <pc:sldMk cId="86947516" sldId="275"/>
            <ac:grpSpMk id="31" creationId="{3CDD6ED1-48AB-CA2A-10E0-2F43D8FDEEBD}"/>
          </ac:grpSpMkLst>
        </pc:grpChg>
        <pc:picChg chg="add mod">
          <ac:chgData name="Esraa Mohamed" userId="32a53f8955a3383c" providerId="LiveId" clId="{F10043CA-7E0C-4C5B-B8AD-80B51C33A480}" dt="2026-08-30T19:16:46.864" v="181" actId="1076"/>
          <ac:picMkLst>
            <pc:docMk/>
            <pc:sldMk cId="86947516" sldId="275"/>
            <ac:picMk id="5" creationId="{76413313-7E26-9AD7-9596-C47FD73188A4}"/>
          </ac:picMkLst>
        </pc:picChg>
        <pc:picChg chg="add mod">
          <ac:chgData name="Esraa Mohamed" userId="32a53f8955a3383c" providerId="LiveId" clId="{F10043CA-7E0C-4C5B-B8AD-80B51C33A480}" dt="2026-08-30T19:16:51.156" v="182" actId="1076"/>
          <ac:picMkLst>
            <pc:docMk/>
            <pc:sldMk cId="86947516" sldId="275"/>
            <ac:picMk id="7" creationId="{DE4127A7-D8A2-842B-50ED-18170EA8370F}"/>
          </ac:picMkLst>
        </pc:pic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4" creationId="{D2882BD2-7F4A-47C7-52AD-15D192FCD12E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6" creationId="{FEBFE3D7-98A3-B7FC-6032-6BA3B1FA2A84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14" creationId="{0EE10C70-8927-DB3B-C234-BEF21783C35B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18" creationId="{43C75C7C-1482-665C-E35D-23634DC7E914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20" creationId="{0B6CAC1C-6299-A304-1FB8-706B590C88B5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21" creationId="{ABAC21AC-C686-838B-0CCD-C1F106732338}"/>
          </ac:inkMkLst>
        </pc:inkChg>
        <pc:inkChg chg="add mod">
          <ac:chgData name="Esraa Mohamed" userId="32a53f8955a3383c" providerId="LiveId" clId="{F10043CA-7E0C-4C5B-B8AD-80B51C33A480}" dt="2026-08-31T08:36:36.402" v="909"/>
          <ac:inkMkLst>
            <pc:docMk/>
            <pc:sldMk cId="86947516" sldId="275"/>
            <ac:inkMk id="22" creationId="{861BFF06-3AE3-A5C9-7F16-23A7B6DE34BF}"/>
          </ac:inkMkLst>
        </pc:inkChg>
        <pc:inkChg chg="add del">
          <ac:chgData name="Esraa Mohamed" userId="32a53f8955a3383c" providerId="LiveId" clId="{F10043CA-7E0C-4C5B-B8AD-80B51C33A480}" dt="2026-08-31T08:36:20.891" v="904"/>
          <ac:inkMkLst>
            <pc:docMk/>
            <pc:sldMk cId="86947516" sldId="275"/>
            <ac:inkMk id="23" creationId="{80634465-0EDF-53B7-50E8-AD1634FEB8F1}"/>
          </ac:inkMkLst>
        </pc:inkChg>
        <pc:inkChg chg="add">
          <ac:chgData name="Esraa Mohamed" userId="32a53f8955a3383c" providerId="LiveId" clId="{F10043CA-7E0C-4C5B-B8AD-80B51C33A480}" dt="2026-08-31T08:36:20.891" v="904"/>
          <ac:inkMkLst>
            <pc:docMk/>
            <pc:sldMk cId="86947516" sldId="275"/>
            <ac:inkMk id="24" creationId="{E9FAAFEC-CE5E-0640-88C0-E8E9755F1E45}"/>
          </ac:inkMkLst>
        </pc:inkChg>
        <pc:inkChg chg="add del">
          <ac:chgData name="Esraa Mohamed" userId="32a53f8955a3383c" providerId="LiveId" clId="{F10043CA-7E0C-4C5B-B8AD-80B51C33A480}" dt="2026-08-31T08:36:28.464" v="906"/>
          <ac:inkMkLst>
            <pc:docMk/>
            <pc:sldMk cId="86947516" sldId="275"/>
            <ac:inkMk id="25" creationId="{338CC6FE-F1F4-9947-95E8-4F679E583367}"/>
          </ac:inkMkLst>
        </pc:inkChg>
        <pc:inkChg chg="add mod">
          <ac:chgData name="Esraa Mohamed" userId="32a53f8955a3383c" providerId="LiveId" clId="{F10043CA-7E0C-4C5B-B8AD-80B51C33A480}" dt="2026-08-31T08:36:29.806" v="907"/>
          <ac:inkMkLst>
            <pc:docMk/>
            <pc:sldMk cId="86947516" sldId="275"/>
            <ac:inkMk id="26" creationId="{339FCD71-AB71-ED34-F39C-C395123661FD}"/>
          </ac:inkMkLst>
        </pc:inkChg>
        <pc:inkChg chg="add mod">
          <ac:chgData name="Esraa Mohamed" userId="32a53f8955a3383c" providerId="LiveId" clId="{F10043CA-7E0C-4C5B-B8AD-80B51C33A480}" dt="2026-08-31T08:36:40.063" v="912"/>
          <ac:inkMkLst>
            <pc:docMk/>
            <pc:sldMk cId="86947516" sldId="275"/>
            <ac:inkMk id="27" creationId="{886688F5-CE8F-1BEC-812A-39361B63E2D9}"/>
          </ac:inkMkLst>
        </pc:inkChg>
        <pc:inkChg chg="add mod">
          <ac:chgData name="Esraa Mohamed" userId="32a53f8955a3383c" providerId="LiveId" clId="{F10043CA-7E0C-4C5B-B8AD-80B51C33A480}" dt="2026-08-31T08:36:40.063" v="912"/>
          <ac:inkMkLst>
            <pc:docMk/>
            <pc:sldMk cId="86947516" sldId="275"/>
            <ac:inkMk id="29" creationId="{A83D90A9-96E1-1E2F-8DF8-CD7F9C1463A3}"/>
          </ac:inkMkLst>
        </pc:inkChg>
        <pc:inkChg chg="add mod">
          <ac:chgData name="Esraa Mohamed" userId="32a53f8955a3383c" providerId="LiveId" clId="{F10043CA-7E0C-4C5B-B8AD-80B51C33A480}" dt="2026-08-31T08:36:40.063" v="912"/>
          <ac:inkMkLst>
            <pc:docMk/>
            <pc:sldMk cId="86947516" sldId="275"/>
            <ac:inkMk id="30" creationId="{99763ECE-E1FC-07E6-6830-6DDE9C332BC1}"/>
          </ac:inkMkLst>
        </pc:inkChg>
        <pc:inkChg chg="add">
          <ac:chgData name="Esraa Mohamed" userId="32a53f8955a3383c" providerId="LiveId" clId="{F10043CA-7E0C-4C5B-B8AD-80B51C33A480}" dt="2026-08-31T08:36:42.900" v="913" actId="9405"/>
          <ac:inkMkLst>
            <pc:docMk/>
            <pc:sldMk cId="86947516" sldId="275"/>
            <ac:inkMk id="32" creationId="{38AF7ED9-7B62-9135-D477-C29EF3CE6AC3}"/>
          </ac:inkMkLst>
        </pc:inkChg>
        <pc:cxnChg chg="add">
          <ac:chgData name="Esraa Mohamed" userId="32a53f8955a3383c" providerId="LiveId" clId="{F10043CA-7E0C-4C5B-B8AD-80B51C33A480}" dt="2026-08-30T18:48:54.564" v="176" actId="26606"/>
          <ac:cxnSpMkLst>
            <pc:docMk/>
            <pc:sldMk cId="86947516" sldId="275"/>
            <ac:cxnSpMk id="17" creationId="{6CF1BAF6-AD41-4082-B212-8A1F9A2E8779}"/>
          </ac:cxnSpMkLst>
        </pc:cxnChg>
      </pc:sldChg>
      <pc:sldChg chg="addSp delSp modSp new add del mod setBg">
        <pc:chgData name="Esraa Mohamed" userId="32a53f8955a3383c" providerId="LiveId" clId="{F10043CA-7E0C-4C5B-B8AD-80B51C33A480}" dt="2026-08-31T07:13:50.711" v="703" actId="47"/>
        <pc:sldMkLst>
          <pc:docMk/>
          <pc:sldMk cId="3917101415" sldId="276"/>
        </pc:sldMkLst>
        <pc:spChg chg="mod">
          <ac:chgData name="Esraa Mohamed" userId="32a53f8955a3383c" providerId="LiveId" clId="{F10043CA-7E0C-4C5B-B8AD-80B51C33A480}" dt="2026-08-30T19:18:31.694" v="190" actId="26606"/>
          <ac:spMkLst>
            <pc:docMk/>
            <pc:sldMk cId="3917101415" sldId="276"/>
            <ac:spMk id="2" creationId="{170086E6-A798-E710-277F-86D8227E203D}"/>
          </ac:spMkLst>
        </pc:spChg>
        <pc:spChg chg="del">
          <ac:chgData name="Esraa Mohamed" userId="32a53f8955a3383c" providerId="LiveId" clId="{F10043CA-7E0C-4C5B-B8AD-80B51C33A480}" dt="2026-08-30T19:17:36.787" v="186"/>
          <ac:spMkLst>
            <pc:docMk/>
            <pc:sldMk cId="3917101415" sldId="276"/>
            <ac:spMk id="3" creationId="{E999DA4E-DEF7-E08F-F7A2-1183E07CB1A1}"/>
          </ac:spMkLst>
        </pc:spChg>
        <pc:spChg chg="add del">
          <ac:chgData name="Esraa Mohamed" userId="32a53f8955a3383c" providerId="LiveId" clId="{F10043CA-7E0C-4C5B-B8AD-80B51C33A480}" dt="2026-08-30T19:18:31.668" v="189" actId="26606"/>
          <ac:spMkLst>
            <pc:docMk/>
            <pc:sldMk cId="3917101415" sldId="276"/>
            <ac:spMk id="9" creationId="{BACC6370-2D7E-4714-9D71-7542949D7D5D}"/>
          </ac:spMkLst>
        </pc:spChg>
        <pc:spChg chg="add del">
          <ac:chgData name="Esraa Mohamed" userId="32a53f8955a3383c" providerId="LiveId" clId="{F10043CA-7E0C-4C5B-B8AD-80B51C33A480}" dt="2026-08-30T19:18:31.668" v="189" actId="26606"/>
          <ac:spMkLst>
            <pc:docMk/>
            <pc:sldMk cId="3917101415" sldId="276"/>
            <ac:spMk id="11" creationId="{F68B3F68-107C-434F-AA38-110D5EA91B85}"/>
          </ac:spMkLst>
        </pc:spChg>
        <pc:spChg chg="add del">
          <ac:chgData name="Esraa Mohamed" userId="32a53f8955a3383c" providerId="LiveId" clId="{F10043CA-7E0C-4C5B-B8AD-80B51C33A480}" dt="2026-08-30T19:18:31.668" v="189" actId="26606"/>
          <ac:spMkLst>
            <pc:docMk/>
            <pc:sldMk cId="3917101415" sldId="276"/>
            <ac:spMk id="13" creationId="{AAD0DBB9-1A4B-4391-81D4-CB19F9AB918A}"/>
          </ac:spMkLst>
        </pc:spChg>
        <pc:spChg chg="add del">
          <ac:chgData name="Esraa Mohamed" userId="32a53f8955a3383c" providerId="LiveId" clId="{F10043CA-7E0C-4C5B-B8AD-80B51C33A480}" dt="2026-08-30T19:18:31.668" v="189" actId="26606"/>
          <ac:spMkLst>
            <pc:docMk/>
            <pc:sldMk cId="3917101415" sldId="276"/>
            <ac:spMk id="15" creationId="{063BBA22-50EA-4C4D-BE05-F1CE4E63AA56}"/>
          </ac:spMkLst>
        </pc:spChg>
        <pc:spChg chg="add">
          <ac:chgData name="Esraa Mohamed" userId="32a53f8955a3383c" providerId="LiveId" clId="{F10043CA-7E0C-4C5B-B8AD-80B51C33A480}" dt="2026-08-30T19:18:31.694" v="190" actId="26606"/>
          <ac:spMkLst>
            <pc:docMk/>
            <pc:sldMk cId="3917101415" sldId="276"/>
            <ac:spMk id="16" creationId="{D5B0017B-2ECA-49AF-B397-DC140825DF8D}"/>
          </ac:spMkLst>
        </pc:spChg>
        <pc:spChg chg="add">
          <ac:chgData name="Esraa Mohamed" userId="32a53f8955a3383c" providerId="LiveId" clId="{F10043CA-7E0C-4C5B-B8AD-80B51C33A480}" dt="2026-08-30T19:18:31.694" v="190" actId="26606"/>
          <ac:spMkLst>
            <pc:docMk/>
            <pc:sldMk cId="3917101415" sldId="276"/>
            <ac:spMk id="17" creationId="{56E9B3E6-E277-4D68-BA48-9CB43FFBD6E2}"/>
          </ac:spMkLst>
        </pc:spChg>
        <pc:grpChg chg="add">
          <ac:chgData name="Esraa Mohamed" userId="32a53f8955a3383c" providerId="LiveId" clId="{F10043CA-7E0C-4C5B-B8AD-80B51C33A480}" dt="2026-08-30T19:18:31.694" v="190" actId="26606"/>
          <ac:grpSpMkLst>
            <pc:docMk/>
            <pc:sldMk cId="3917101415" sldId="276"/>
            <ac:grpSpMk id="19" creationId="{AE1C45F0-260A-458C-96ED-C1F6D2151219}"/>
          </ac:grpSpMkLst>
        </pc:grpChg>
        <pc:graphicFrameChg chg="add mod modGraphic">
          <ac:chgData name="Esraa Mohamed" userId="32a53f8955a3383c" providerId="LiveId" clId="{F10043CA-7E0C-4C5B-B8AD-80B51C33A480}" dt="2026-08-30T19:18:31.694" v="190" actId="26606"/>
          <ac:graphicFrameMkLst>
            <pc:docMk/>
            <pc:sldMk cId="3917101415" sldId="276"/>
            <ac:graphicFrameMk id="4" creationId="{8A210BE6-F1BC-24C5-1E76-FEE951725A86}"/>
          </ac:graphicFrameMkLst>
        </pc:graphicFrameChg>
        <pc:cxnChg chg="add">
          <ac:chgData name="Esraa Mohamed" userId="32a53f8955a3383c" providerId="LiveId" clId="{F10043CA-7E0C-4C5B-B8AD-80B51C33A480}" dt="2026-08-30T19:18:31.694" v="190" actId="26606"/>
          <ac:cxnSpMkLst>
            <pc:docMk/>
            <pc:sldMk cId="3917101415" sldId="276"/>
            <ac:cxnSpMk id="18" creationId="{6CF1BAF6-AD41-4082-B212-8A1F9A2E8779}"/>
          </ac:cxnSpMkLst>
        </pc:cxnChg>
      </pc:sldChg>
      <pc:sldChg chg="addSp delSp modSp new add del mod setBg">
        <pc:chgData name="Esraa Mohamed" userId="32a53f8955a3383c" providerId="LiveId" clId="{F10043CA-7E0C-4C5B-B8AD-80B51C33A480}" dt="2026-08-30T20:37:44.238" v="249" actId="47"/>
        <pc:sldMkLst>
          <pc:docMk/>
          <pc:sldMk cId="3063267214" sldId="277"/>
        </pc:sldMkLst>
        <pc:spChg chg="mod">
          <ac:chgData name="Esraa Mohamed" userId="32a53f8955a3383c" providerId="LiveId" clId="{F10043CA-7E0C-4C5B-B8AD-80B51C33A480}" dt="2026-08-30T19:20:02.221" v="195" actId="26606"/>
          <ac:spMkLst>
            <pc:docMk/>
            <pc:sldMk cId="3063267214" sldId="277"/>
            <ac:spMk id="2" creationId="{BE5E3A33-1DFB-8348-5CE3-299B462ADD2E}"/>
          </ac:spMkLst>
        </pc:spChg>
        <pc:spChg chg="del">
          <ac:chgData name="Esraa Mohamed" userId="32a53f8955a3383c" providerId="LiveId" clId="{F10043CA-7E0C-4C5B-B8AD-80B51C33A480}" dt="2026-08-30T19:19:59.410" v="194"/>
          <ac:spMkLst>
            <pc:docMk/>
            <pc:sldMk cId="3063267214" sldId="277"/>
            <ac:spMk id="3" creationId="{6BC3F6AB-F845-C56E-7886-2DC0BCAE175E}"/>
          </ac:spMkLst>
        </pc:spChg>
        <pc:spChg chg="add">
          <ac:chgData name="Esraa Mohamed" userId="32a53f8955a3383c" providerId="LiveId" clId="{F10043CA-7E0C-4C5B-B8AD-80B51C33A480}" dt="2026-08-30T19:20:02.221" v="195" actId="26606"/>
          <ac:spMkLst>
            <pc:docMk/>
            <pc:sldMk cId="3063267214" sldId="277"/>
            <ac:spMk id="9" creationId="{56E9B3E6-E277-4D68-BA48-9CB43FFBD6E2}"/>
          </ac:spMkLst>
        </pc:spChg>
        <pc:spChg chg="add">
          <ac:chgData name="Esraa Mohamed" userId="32a53f8955a3383c" providerId="LiveId" clId="{F10043CA-7E0C-4C5B-B8AD-80B51C33A480}" dt="2026-08-30T19:20:02.221" v="195" actId="26606"/>
          <ac:spMkLst>
            <pc:docMk/>
            <pc:sldMk cId="3063267214" sldId="277"/>
            <ac:spMk id="16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19:20:02.221" v="195" actId="26606"/>
          <ac:grpSpMkLst>
            <pc:docMk/>
            <pc:sldMk cId="3063267214" sldId="277"/>
            <ac:grpSpMk id="11" creationId="{AE1C45F0-260A-458C-96ED-C1F6D2151219}"/>
          </ac:grpSpMkLst>
        </pc:grpChg>
        <pc:graphicFrameChg chg="add mod modGraphic">
          <ac:chgData name="Esraa Mohamed" userId="32a53f8955a3383c" providerId="LiveId" clId="{F10043CA-7E0C-4C5B-B8AD-80B51C33A480}" dt="2026-08-30T19:20:02.221" v="195" actId="26606"/>
          <ac:graphicFrameMkLst>
            <pc:docMk/>
            <pc:sldMk cId="3063267214" sldId="277"/>
            <ac:graphicFrameMk id="4" creationId="{0C492474-B8C0-4114-02F0-1A48D00176F4}"/>
          </ac:graphicFrameMkLst>
        </pc:graphicFrameChg>
        <pc:cxnChg chg="add">
          <ac:chgData name="Esraa Mohamed" userId="32a53f8955a3383c" providerId="LiveId" clId="{F10043CA-7E0C-4C5B-B8AD-80B51C33A480}" dt="2026-08-30T19:20:02.221" v="195" actId="26606"/>
          <ac:cxnSpMkLst>
            <pc:docMk/>
            <pc:sldMk cId="3063267214" sldId="277"/>
            <ac:cxnSpMk id="18" creationId="{6CF1BAF6-AD41-4082-B212-8A1F9A2E8779}"/>
          </ac:cxnSpMkLst>
        </pc:cxnChg>
      </pc:sldChg>
      <pc:sldChg chg="addSp modSp new mod setBg">
        <pc:chgData name="Esraa Mohamed" userId="32a53f8955a3383c" providerId="LiveId" clId="{F10043CA-7E0C-4C5B-B8AD-80B51C33A480}" dt="2026-08-30T19:30:18.741" v="216" actId="26606"/>
        <pc:sldMkLst>
          <pc:docMk/>
          <pc:sldMk cId="4009914156" sldId="278"/>
        </pc:sldMkLst>
        <pc:spChg chg="mod">
          <ac:chgData name="Esraa Mohamed" userId="32a53f8955a3383c" providerId="LiveId" clId="{F10043CA-7E0C-4C5B-B8AD-80B51C33A480}" dt="2026-08-30T19:30:18.741" v="216" actId="26606"/>
          <ac:spMkLst>
            <pc:docMk/>
            <pc:sldMk cId="4009914156" sldId="278"/>
            <ac:spMk id="2" creationId="{C02CD544-1910-4EF8-BF12-3F32BC862E10}"/>
          </ac:spMkLst>
        </pc:spChg>
        <pc:spChg chg="mod">
          <ac:chgData name="Esraa Mohamed" userId="32a53f8955a3383c" providerId="LiveId" clId="{F10043CA-7E0C-4C5B-B8AD-80B51C33A480}" dt="2026-08-30T19:30:18.741" v="216" actId="26606"/>
          <ac:spMkLst>
            <pc:docMk/>
            <pc:sldMk cId="4009914156" sldId="278"/>
            <ac:spMk id="3" creationId="{F4439D83-CC8D-B2D4-2C46-E9A04C0506DD}"/>
          </ac:spMkLst>
        </pc:spChg>
        <pc:spChg chg="add">
          <ac:chgData name="Esraa Mohamed" userId="32a53f8955a3383c" providerId="LiveId" clId="{F10043CA-7E0C-4C5B-B8AD-80B51C33A480}" dt="2026-08-30T19:30:18.741" v="216" actId="26606"/>
          <ac:spMkLst>
            <pc:docMk/>
            <pc:sldMk cId="4009914156" sldId="278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19:30:18.741" v="216" actId="26606"/>
          <ac:spMkLst>
            <pc:docMk/>
            <pc:sldMk cId="4009914156" sldId="278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19:30:18.741" v="216" actId="26606"/>
          <ac:grpSpMkLst>
            <pc:docMk/>
            <pc:sldMk cId="4009914156" sldId="278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0T19:30:18.741" v="216" actId="26606"/>
          <ac:cxnSpMkLst>
            <pc:docMk/>
            <pc:sldMk cId="4009914156" sldId="278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9:11:06.107" v="948" actId="9405"/>
        <pc:sldMkLst>
          <pc:docMk/>
          <pc:sldMk cId="1146702833" sldId="279"/>
        </pc:sldMkLst>
        <pc:spChg chg="mod">
          <ac:chgData name="Esraa Mohamed" userId="32a53f8955a3383c" providerId="LiveId" clId="{F10043CA-7E0C-4C5B-B8AD-80B51C33A480}" dt="2026-08-30T19:32:12.415" v="221" actId="26606"/>
          <ac:spMkLst>
            <pc:docMk/>
            <pc:sldMk cId="1146702833" sldId="279"/>
            <ac:spMk id="2" creationId="{499D498B-4661-F012-5E79-353BEAD50977}"/>
          </ac:spMkLst>
        </pc:spChg>
        <pc:spChg chg="mod">
          <ac:chgData name="Esraa Mohamed" userId="32a53f8955a3383c" providerId="LiveId" clId="{F10043CA-7E0C-4C5B-B8AD-80B51C33A480}" dt="2026-08-30T19:32:12.415" v="221" actId="26606"/>
          <ac:spMkLst>
            <pc:docMk/>
            <pc:sldMk cId="1146702833" sldId="279"/>
            <ac:spMk id="3" creationId="{BA37455F-D912-F2D8-6DDA-9C4E12A6A175}"/>
          </ac:spMkLst>
        </pc:spChg>
        <pc:spChg chg="add">
          <ac:chgData name="Esraa Mohamed" userId="32a53f8955a3383c" providerId="LiveId" clId="{F10043CA-7E0C-4C5B-B8AD-80B51C33A480}" dt="2026-08-30T19:32:12.415" v="221" actId="26606"/>
          <ac:spMkLst>
            <pc:docMk/>
            <pc:sldMk cId="1146702833" sldId="279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19:32:12.415" v="221" actId="26606"/>
          <ac:spMkLst>
            <pc:docMk/>
            <pc:sldMk cId="1146702833" sldId="279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19:32:12.415" v="221" actId="26606"/>
          <ac:grpSpMkLst>
            <pc:docMk/>
            <pc:sldMk cId="1146702833" sldId="279"/>
            <ac:grpSpMk id="10" creationId="{AE1C45F0-260A-458C-96ED-C1F6D2151219}"/>
          </ac:grpSpMkLst>
        </pc:grpChg>
        <pc:grpChg chg="mod">
          <ac:chgData name="Esraa Mohamed" userId="32a53f8955a3383c" providerId="LiveId" clId="{F10043CA-7E0C-4C5B-B8AD-80B51C33A480}" dt="2026-08-31T09:10:37.966" v="944"/>
          <ac:grpSpMkLst>
            <pc:docMk/>
            <pc:sldMk cId="1146702833" sldId="279"/>
            <ac:grpSpMk id="18" creationId="{DE160858-3E5E-960F-EFA3-51F3024958A2}"/>
          </ac:grpSpMkLst>
        </pc:grpChg>
        <pc:inkChg chg="add">
          <ac:chgData name="Esraa Mohamed" userId="32a53f8955a3383c" providerId="LiveId" clId="{F10043CA-7E0C-4C5B-B8AD-80B51C33A480}" dt="2026-08-31T09:10:05.612" v="936" actId="9405"/>
          <ac:inkMkLst>
            <pc:docMk/>
            <pc:sldMk cId="1146702833" sldId="279"/>
            <ac:inkMk id="4" creationId="{956FE15D-A919-1373-177C-A333C9F38B85}"/>
          </ac:inkMkLst>
        </pc:inkChg>
        <pc:inkChg chg="add del">
          <ac:chgData name="Esraa Mohamed" userId="32a53f8955a3383c" providerId="LiveId" clId="{F10043CA-7E0C-4C5B-B8AD-80B51C33A480}" dt="2026-08-31T09:10:12.094" v="938"/>
          <ac:inkMkLst>
            <pc:docMk/>
            <pc:sldMk cId="1146702833" sldId="279"/>
            <ac:inkMk id="5" creationId="{CFE0576F-43BA-B793-CF36-7DC68E4A3D62}"/>
          </ac:inkMkLst>
        </pc:inkChg>
        <pc:inkChg chg="add mod">
          <ac:chgData name="Esraa Mohamed" userId="32a53f8955a3383c" providerId="LiveId" clId="{F10043CA-7E0C-4C5B-B8AD-80B51C33A480}" dt="2026-08-31T09:10:13.677" v="939"/>
          <ac:inkMkLst>
            <pc:docMk/>
            <pc:sldMk cId="1146702833" sldId="279"/>
            <ac:inkMk id="6" creationId="{5AB6CB31-6D16-9D7E-6AB9-C3478FABCB45}"/>
          </ac:inkMkLst>
        </pc:inkChg>
        <pc:inkChg chg="add del">
          <ac:chgData name="Esraa Mohamed" userId="32a53f8955a3383c" providerId="LiveId" clId="{F10043CA-7E0C-4C5B-B8AD-80B51C33A480}" dt="2026-08-31T09:10:32.506" v="941"/>
          <ac:inkMkLst>
            <pc:docMk/>
            <pc:sldMk cId="1146702833" sldId="279"/>
            <ac:inkMk id="7" creationId="{D37EC116-1CF9-1542-C6E0-E8087F3FAE84}"/>
          </ac:inkMkLst>
        </pc:inkChg>
        <pc:inkChg chg="add">
          <ac:chgData name="Esraa Mohamed" userId="32a53f8955a3383c" providerId="LiveId" clId="{F10043CA-7E0C-4C5B-B8AD-80B51C33A480}" dt="2026-08-31T09:10:32.506" v="941"/>
          <ac:inkMkLst>
            <pc:docMk/>
            <pc:sldMk cId="1146702833" sldId="279"/>
            <ac:inkMk id="9" creationId="{04267E45-28AC-738D-D9A2-D33A625B1FDF}"/>
          </ac:inkMkLst>
        </pc:inkChg>
        <pc:inkChg chg="add mod">
          <ac:chgData name="Esraa Mohamed" userId="32a53f8955a3383c" providerId="LiveId" clId="{F10043CA-7E0C-4C5B-B8AD-80B51C33A480}" dt="2026-08-31T09:10:37.966" v="944"/>
          <ac:inkMkLst>
            <pc:docMk/>
            <pc:sldMk cId="1146702833" sldId="279"/>
            <ac:inkMk id="14" creationId="{8F82E0A7-FBBE-3DFD-6044-F569C1FF0D04}"/>
          </ac:inkMkLst>
        </pc:inkChg>
        <pc:inkChg chg="add mod">
          <ac:chgData name="Esraa Mohamed" userId="32a53f8955a3383c" providerId="LiveId" clId="{F10043CA-7E0C-4C5B-B8AD-80B51C33A480}" dt="2026-08-31T09:10:37.966" v="944"/>
          <ac:inkMkLst>
            <pc:docMk/>
            <pc:sldMk cId="1146702833" sldId="279"/>
            <ac:inkMk id="16" creationId="{4FF22822-A41E-A974-ED56-8B5D516E51E2}"/>
          </ac:inkMkLst>
        </pc:inkChg>
        <pc:inkChg chg="add">
          <ac:chgData name="Esraa Mohamed" userId="32a53f8955a3383c" providerId="LiveId" clId="{F10043CA-7E0C-4C5B-B8AD-80B51C33A480}" dt="2026-08-31T09:10:58.330" v="945" actId="9405"/>
          <ac:inkMkLst>
            <pc:docMk/>
            <pc:sldMk cId="1146702833" sldId="279"/>
            <ac:inkMk id="19" creationId="{76006068-A2F4-5E0B-EFB6-5DE91B842666}"/>
          </ac:inkMkLst>
        </pc:inkChg>
        <pc:inkChg chg="add del">
          <ac:chgData name="Esraa Mohamed" userId="32a53f8955a3383c" providerId="LiveId" clId="{F10043CA-7E0C-4C5B-B8AD-80B51C33A480}" dt="2026-08-31T09:11:03.825" v="947"/>
          <ac:inkMkLst>
            <pc:docMk/>
            <pc:sldMk cId="1146702833" sldId="279"/>
            <ac:inkMk id="20" creationId="{33E93B30-4E48-EE12-D669-F0762C6788B1}"/>
          </ac:inkMkLst>
        </pc:inkChg>
        <pc:inkChg chg="add">
          <ac:chgData name="Esraa Mohamed" userId="32a53f8955a3383c" providerId="LiveId" clId="{F10043CA-7E0C-4C5B-B8AD-80B51C33A480}" dt="2026-08-31T09:11:03.825" v="947"/>
          <ac:inkMkLst>
            <pc:docMk/>
            <pc:sldMk cId="1146702833" sldId="279"/>
            <ac:inkMk id="21" creationId="{417FD59D-6C35-49E7-00A6-B4146C178D4E}"/>
          </ac:inkMkLst>
        </pc:inkChg>
        <pc:inkChg chg="add">
          <ac:chgData name="Esraa Mohamed" userId="32a53f8955a3383c" providerId="LiveId" clId="{F10043CA-7E0C-4C5B-B8AD-80B51C33A480}" dt="2026-08-31T09:11:06.107" v="948" actId="9405"/>
          <ac:inkMkLst>
            <pc:docMk/>
            <pc:sldMk cId="1146702833" sldId="279"/>
            <ac:inkMk id="22" creationId="{03664323-2370-9475-9635-E9A3A945F07A}"/>
          </ac:inkMkLst>
        </pc:inkChg>
        <pc:cxnChg chg="add">
          <ac:chgData name="Esraa Mohamed" userId="32a53f8955a3383c" providerId="LiveId" clId="{F10043CA-7E0C-4C5B-B8AD-80B51C33A480}" dt="2026-08-30T19:32:12.415" v="221" actId="26606"/>
          <ac:cxnSpMkLst>
            <pc:docMk/>
            <pc:sldMk cId="1146702833" sldId="279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9:18:43.166" v="978" actId="9405"/>
        <pc:sldMkLst>
          <pc:docMk/>
          <pc:sldMk cId="4080662495" sldId="280"/>
        </pc:sldMkLst>
        <pc:spChg chg="mod">
          <ac:chgData name="Esraa Mohamed" userId="32a53f8955a3383c" providerId="LiveId" clId="{F10043CA-7E0C-4C5B-B8AD-80B51C33A480}" dt="2026-08-30T19:43:06.420" v="233" actId="26606"/>
          <ac:spMkLst>
            <pc:docMk/>
            <pc:sldMk cId="4080662495" sldId="280"/>
            <ac:spMk id="2" creationId="{A16FF5CF-F0C0-C79E-F9A0-6466A24D0459}"/>
          </ac:spMkLst>
        </pc:spChg>
        <pc:spChg chg="mod">
          <ac:chgData name="Esraa Mohamed" userId="32a53f8955a3383c" providerId="LiveId" clId="{F10043CA-7E0C-4C5B-B8AD-80B51C33A480}" dt="2026-08-30T19:43:06.420" v="233" actId="26606"/>
          <ac:spMkLst>
            <pc:docMk/>
            <pc:sldMk cId="4080662495" sldId="280"/>
            <ac:spMk id="3" creationId="{3A02952D-7E6B-B36C-1AEB-9F361BB93FEF}"/>
          </ac:spMkLst>
        </pc:spChg>
        <pc:spChg chg="add">
          <ac:chgData name="Esraa Mohamed" userId="32a53f8955a3383c" providerId="LiveId" clId="{F10043CA-7E0C-4C5B-B8AD-80B51C33A480}" dt="2026-08-30T19:43:06.420" v="233" actId="26606"/>
          <ac:spMkLst>
            <pc:docMk/>
            <pc:sldMk cId="4080662495" sldId="280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19:43:06.420" v="233" actId="26606"/>
          <ac:spMkLst>
            <pc:docMk/>
            <pc:sldMk cId="4080662495" sldId="280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19:43:06.420" v="233" actId="26606"/>
          <ac:grpSpMkLst>
            <pc:docMk/>
            <pc:sldMk cId="4080662495" sldId="280"/>
            <ac:grpSpMk id="10" creationId="{AE1C45F0-260A-458C-96ED-C1F6D2151219}"/>
          </ac:grpSpMkLst>
        </pc:grpChg>
        <pc:grpChg chg="mod">
          <ac:chgData name="Esraa Mohamed" userId="32a53f8955a3383c" providerId="LiveId" clId="{F10043CA-7E0C-4C5B-B8AD-80B51C33A480}" dt="2026-08-31T09:17:43.546" v="957"/>
          <ac:grpSpMkLst>
            <pc:docMk/>
            <pc:sldMk cId="4080662495" sldId="280"/>
            <ac:grpSpMk id="19" creationId="{C255D28D-430A-D26B-6E45-BC4E33625062}"/>
          </ac:grpSpMkLst>
        </pc:grpChg>
        <pc:grpChg chg="mod">
          <ac:chgData name="Esraa Mohamed" userId="32a53f8955a3383c" providerId="LiveId" clId="{F10043CA-7E0C-4C5B-B8AD-80B51C33A480}" dt="2026-08-31T09:17:57.866" v="960"/>
          <ac:grpSpMkLst>
            <pc:docMk/>
            <pc:sldMk cId="4080662495" sldId="280"/>
            <ac:grpSpMk id="22" creationId="{2963FF86-8E49-A73E-3DBF-631611DAD5F1}"/>
          </ac:grpSpMkLst>
        </pc:grpChg>
        <pc:grpChg chg="mod">
          <ac:chgData name="Esraa Mohamed" userId="32a53f8955a3383c" providerId="LiveId" clId="{F10043CA-7E0C-4C5B-B8AD-80B51C33A480}" dt="2026-08-31T09:18:06.796" v="965"/>
          <ac:grpSpMkLst>
            <pc:docMk/>
            <pc:sldMk cId="4080662495" sldId="280"/>
            <ac:grpSpMk id="27" creationId="{9B825861-C776-456C-C12E-1A8FC8F4DE98}"/>
          </ac:grpSpMkLst>
        </pc:grpChg>
        <pc:grpChg chg="del mod">
          <ac:chgData name="Esraa Mohamed" userId="32a53f8955a3383c" providerId="LiveId" clId="{F10043CA-7E0C-4C5B-B8AD-80B51C33A480}" dt="2026-08-31T09:18:10.625" v="970"/>
          <ac:grpSpMkLst>
            <pc:docMk/>
            <pc:sldMk cId="4080662495" sldId="280"/>
            <ac:grpSpMk id="30" creationId="{81E14D17-8327-A370-FC06-B7874C56F006}"/>
          </ac:grpSpMkLst>
        </pc:grpChg>
        <pc:grpChg chg="del mod">
          <ac:chgData name="Esraa Mohamed" userId="32a53f8955a3383c" providerId="LiveId" clId="{F10043CA-7E0C-4C5B-B8AD-80B51C33A480}" dt="2026-08-31T09:18:12.922" v="972"/>
          <ac:grpSpMkLst>
            <pc:docMk/>
            <pc:sldMk cId="4080662495" sldId="280"/>
            <ac:grpSpMk id="32" creationId="{FD8764D1-A3F8-48A3-6756-0DC1F31489E1}"/>
          </ac:grpSpMkLst>
        </pc:grpChg>
        <pc:grpChg chg="mod">
          <ac:chgData name="Esraa Mohamed" userId="32a53f8955a3383c" providerId="LiveId" clId="{F10043CA-7E0C-4C5B-B8AD-80B51C33A480}" dt="2026-08-31T09:18:12.922" v="972"/>
          <ac:grpSpMkLst>
            <pc:docMk/>
            <pc:sldMk cId="4080662495" sldId="280"/>
            <ac:grpSpMk id="34" creationId="{9947779C-6976-E2CC-683B-05F12D2DAFBB}"/>
          </ac:grpSpMkLst>
        </pc:grpChg>
        <pc:grpChg chg="mod">
          <ac:chgData name="Esraa Mohamed" userId="32a53f8955a3383c" providerId="LiveId" clId="{F10043CA-7E0C-4C5B-B8AD-80B51C33A480}" dt="2026-08-31T09:18:39.025" v="977"/>
          <ac:grpSpMkLst>
            <pc:docMk/>
            <pc:sldMk cId="4080662495" sldId="280"/>
            <ac:grpSpMk id="39" creationId="{21B713CE-1F97-1CA5-467A-D12B4DD09D65}"/>
          </ac:grpSpMkLst>
        </pc:grpChg>
        <pc:inkChg chg="add del">
          <ac:chgData name="Esraa Mohamed" userId="32a53f8955a3383c" providerId="LiveId" clId="{F10043CA-7E0C-4C5B-B8AD-80B51C33A480}" dt="2026-08-31T09:17:12.815" v="950"/>
          <ac:inkMkLst>
            <pc:docMk/>
            <pc:sldMk cId="4080662495" sldId="280"/>
            <ac:inkMk id="4" creationId="{F4E98A9E-F82E-6966-3127-C1F6A68220C3}"/>
          </ac:inkMkLst>
        </pc:inkChg>
        <pc:inkChg chg="add">
          <ac:chgData name="Esraa Mohamed" userId="32a53f8955a3383c" providerId="LiveId" clId="{F10043CA-7E0C-4C5B-B8AD-80B51C33A480}" dt="2026-08-31T09:17:12.815" v="950"/>
          <ac:inkMkLst>
            <pc:docMk/>
            <pc:sldMk cId="4080662495" sldId="280"/>
            <ac:inkMk id="5" creationId="{6FEC9E13-CB2F-BC87-D786-F0B0C1777F0B}"/>
          </ac:inkMkLst>
        </pc:inkChg>
        <pc:inkChg chg="add del">
          <ac:chgData name="Esraa Mohamed" userId="32a53f8955a3383c" providerId="LiveId" clId="{F10043CA-7E0C-4C5B-B8AD-80B51C33A480}" dt="2026-08-31T09:17:23.793" v="952"/>
          <ac:inkMkLst>
            <pc:docMk/>
            <pc:sldMk cId="4080662495" sldId="280"/>
            <ac:inkMk id="6" creationId="{10213675-D635-213C-6713-DC27F187AF20}"/>
          </ac:inkMkLst>
        </pc:inkChg>
        <pc:inkChg chg="add">
          <ac:chgData name="Esraa Mohamed" userId="32a53f8955a3383c" providerId="LiveId" clId="{F10043CA-7E0C-4C5B-B8AD-80B51C33A480}" dt="2026-08-31T09:17:23.793" v="952"/>
          <ac:inkMkLst>
            <pc:docMk/>
            <pc:sldMk cId="4080662495" sldId="280"/>
            <ac:inkMk id="7" creationId="{5F48F8BF-7D40-BF36-617B-034506CED9C2}"/>
          </ac:inkMkLst>
        </pc:inkChg>
        <pc:inkChg chg="add del">
          <ac:chgData name="Esraa Mohamed" userId="32a53f8955a3383c" providerId="LiveId" clId="{F10043CA-7E0C-4C5B-B8AD-80B51C33A480}" dt="2026-08-31T09:17:33.471" v="954"/>
          <ac:inkMkLst>
            <pc:docMk/>
            <pc:sldMk cId="4080662495" sldId="280"/>
            <ac:inkMk id="9" creationId="{BD60DCF1-243A-3210-7560-81C9385BF2A9}"/>
          </ac:inkMkLst>
        </pc:inkChg>
        <pc:inkChg chg="add">
          <ac:chgData name="Esraa Mohamed" userId="32a53f8955a3383c" providerId="LiveId" clId="{F10043CA-7E0C-4C5B-B8AD-80B51C33A480}" dt="2026-08-31T09:17:33.471" v="954"/>
          <ac:inkMkLst>
            <pc:docMk/>
            <pc:sldMk cId="4080662495" sldId="280"/>
            <ac:inkMk id="14" creationId="{133CFD93-129F-0704-0346-45D82B8E0C0E}"/>
          </ac:inkMkLst>
        </pc:inkChg>
        <pc:inkChg chg="add mod">
          <ac:chgData name="Esraa Mohamed" userId="32a53f8955a3383c" providerId="LiveId" clId="{F10043CA-7E0C-4C5B-B8AD-80B51C33A480}" dt="2026-08-31T09:17:43.546" v="957"/>
          <ac:inkMkLst>
            <pc:docMk/>
            <pc:sldMk cId="4080662495" sldId="280"/>
            <ac:inkMk id="16" creationId="{0ED307A9-970E-5F6E-089E-29D1992BAF36}"/>
          </ac:inkMkLst>
        </pc:inkChg>
        <pc:inkChg chg="add mod">
          <ac:chgData name="Esraa Mohamed" userId="32a53f8955a3383c" providerId="LiveId" clId="{F10043CA-7E0C-4C5B-B8AD-80B51C33A480}" dt="2026-08-31T09:17:43.546" v="957"/>
          <ac:inkMkLst>
            <pc:docMk/>
            <pc:sldMk cId="4080662495" sldId="280"/>
            <ac:inkMk id="18" creationId="{F19F85CE-BEA8-4635-B29A-6978019E3BA0}"/>
          </ac:inkMkLst>
        </pc:inkChg>
        <pc:inkChg chg="add mod">
          <ac:chgData name="Esraa Mohamed" userId="32a53f8955a3383c" providerId="LiveId" clId="{F10043CA-7E0C-4C5B-B8AD-80B51C33A480}" dt="2026-08-31T09:17:57.866" v="960"/>
          <ac:inkMkLst>
            <pc:docMk/>
            <pc:sldMk cId="4080662495" sldId="280"/>
            <ac:inkMk id="20" creationId="{EAF95691-8610-BC46-9EBD-D686F314CC63}"/>
          </ac:inkMkLst>
        </pc:inkChg>
        <pc:inkChg chg="add mod">
          <ac:chgData name="Esraa Mohamed" userId="32a53f8955a3383c" providerId="LiveId" clId="{F10043CA-7E0C-4C5B-B8AD-80B51C33A480}" dt="2026-08-31T09:17:57.866" v="960"/>
          <ac:inkMkLst>
            <pc:docMk/>
            <pc:sldMk cId="4080662495" sldId="280"/>
            <ac:inkMk id="21" creationId="{98AB25ED-F96D-1E72-BD65-8CC2DFC71521}"/>
          </ac:inkMkLst>
        </pc:inkChg>
        <pc:inkChg chg="add mod">
          <ac:chgData name="Esraa Mohamed" userId="32a53f8955a3383c" providerId="LiveId" clId="{F10043CA-7E0C-4C5B-B8AD-80B51C33A480}" dt="2026-08-31T09:18:06.796" v="965"/>
          <ac:inkMkLst>
            <pc:docMk/>
            <pc:sldMk cId="4080662495" sldId="280"/>
            <ac:inkMk id="23" creationId="{52BB7986-DD42-BD54-98BA-099194687CAF}"/>
          </ac:inkMkLst>
        </pc:inkChg>
        <pc:inkChg chg="add mod">
          <ac:chgData name="Esraa Mohamed" userId="32a53f8955a3383c" providerId="LiveId" clId="{F10043CA-7E0C-4C5B-B8AD-80B51C33A480}" dt="2026-08-31T09:18:06.796" v="965"/>
          <ac:inkMkLst>
            <pc:docMk/>
            <pc:sldMk cId="4080662495" sldId="280"/>
            <ac:inkMk id="24" creationId="{DF78EAFD-4331-BB25-C59D-26C93DF651A7}"/>
          </ac:inkMkLst>
        </pc:inkChg>
        <pc:inkChg chg="add mod">
          <ac:chgData name="Esraa Mohamed" userId="32a53f8955a3383c" providerId="LiveId" clId="{F10043CA-7E0C-4C5B-B8AD-80B51C33A480}" dt="2026-08-31T09:18:06.796" v="965"/>
          <ac:inkMkLst>
            <pc:docMk/>
            <pc:sldMk cId="4080662495" sldId="280"/>
            <ac:inkMk id="25" creationId="{A2EC7FCE-95BB-43DB-E8CA-C4A8D8A3BCD7}"/>
          </ac:inkMkLst>
        </pc:inkChg>
        <pc:inkChg chg="add mod">
          <ac:chgData name="Esraa Mohamed" userId="32a53f8955a3383c" providerId="LiveId" clId="{F10043CA-7E0C-4C5B-B8AD-80B51C33A480}" dt="2026-08-31T09:18:06.796" v="965"/>
          <ac:inkMkLst>
            <pc:docMk/>
            <pc:sldMk cId="4080662495" sldId="280"/>
            <ac:inkMk id="26" creationId="{1A656C52-C944-21D9-6B70-D052A79B4E2C}"/>
          </ac:inkMkLst>
        </pc:inkChg>
        <pc:inkChg chg="add mod">
          <ac:chgData name="Esraa Mohamed" userId="32a53f8955a3383c" providerId="LiveId" clId="{F10043CA-7E0C-4C5B-B8AD-80B51C33A480}" dt="2026-08-31T09:18:12.922" v="972"/>
          <ac:inkMkLst>
            <pc:docMk/>
            <pc:sldMk cId="4080662495" sldId="280"/>
            <ac:inkMk id="28" creationId="{69DBDF48-9AC1-A876-B6EF-A3B29729368C}"/>
          </ac:inkMkLst>
        </pc:inkChg>
        <pc:inkChg chg="add mod">
          <ac:chgData name="Esraa Mohamed" userId="32a53f8955a3383c" providerId="LiveId" clId="{F10043CA-7E0C-4C5B-B8AD-80B51C33A480}" dt="2026-08-31T09:18:12.922" v="972"/>
          <ac:inkMkLst>
            <pc:docMk/>
            <pc:sldMk cId="4080662495" sldId="280"/>
            <ac:inkMk id="29" creationId="{184C131D-44AA-EFFF-A007-6C176759E5AB}"/>
          </ac:inkMkLst>
        </pc:inkChg>
        <pc:inkChg chg="add mod">
          <ac:chgData name="Esraa Mohamed" userId="32a53f8955a3383c" providerId="LiveId" clId="{F10043CA-7E0C-4C5B-B8AD-80B51C33A480}" dt="2026-08-31T09:18:12.922" v="972"/>
          <ac:inkMkLst>
            <pc:docMk/>
            <pc:sldMk cId="4080662495" sldId="280"/>
            <ac:inkMk id="31" creationId="{25172D91-4966-E7EB-38E8-51E9F786F8B7}"/>
          </ac:inkMkLst>
        </pc:inkChg>
        <pc:inkChg chg="add mod">
          <ac:chgData name="Esraa Mohamed" userId="32a53f8955a3383c" providerId="LiveId" clId="{F10043CA-7E0C-4C5B-B8AD-80B51C33A480}" dt="2026-08-31T09:18:12.922" v="972"/>
          <ac:inkMkLst>
            <pc:docMk/>
            <pc:sldMk cId="4080662495" sldId="280"/>
            <ac:inkMk id="33" creationId="{1C2F0696-FF89-6E76-A33F-D397BAF1BF61}"/>
          </ac:inkMkLst>
        </pc:inkChg>
        <pc:inkChg chg="add del">
          <ac:chgData name="Esraa Mohamed" userId="32a53f8955a3383c" providerId="LiveId" clId="{F10043CA-7E0C-4C5B-B8AD-80B51C33A480}" dt="2026-08-31T09:18:16.028" v="974"/>
          <ac:inkMkLst>
            <pc:docMk/>
            <pc:sldMk cId="4080662495" sldId="280"/>
            <ac:inkMk id="35" creationId="{FDFF0AF5-9871-7213-104A-8B8C1AE9758F}"/>
          </ac:inkMkLst>
        </pc:inkChg>
        <pc:inkChg chg="add">
          <ac:chgData name="Esraa Mohamed" userId="32a53f8955a3383c" providerId="LiveId" clId="{F10043CA-7E0C-4C5B-B8AD-80B51C33A480}" dt="2026-08-31T09:18:16.028" v="974"/>
          <ac:inkMkLst>
            <pc:docMk/>
            <pc:sldMk cId="4080662495" sldId="280"/>
            <ac:inkMk id="36" creationId="{37EBD663-B4C3-1E1F-A404-64F30A8AB0C2}"/>
          </ac:inkMkLst>
        </pc:inkChg>
        <pc:inkChg chg="add mod">
          <ac:chgData name="Esraa Mohamed" userId="32a53f8955a3383c" providerId="LiveId" clId="{F10043CA-7E0C-4C5B-B8AD-80B51C33A480}" dt="2026-08-31T09:18:39.025" v="977"/>
          <ac:inkMkLst>
            <pc:docMk/>
            <pc:sldMk cId="4080662495" sldId="280"/>
            <ac:inkMk id="37" creationId="{A46BF6D5-715F-2096-33DD-849FC5032F26}"/>
          </ac:inkMkLst>
        </pc:inkChg>
        <pc:inkChg chg="add mod">
          <ac:chgData name="Esraa Mohamed" userId="32a53f8955a3383c" providerId="LiveId" clId="{F10043CA-7E0C-4C5B-B8AD-80B51C33A480}" dt="2026-08-31T09:18:39.025" v="977"/>
          <ac:inkMkLst>
            <pc:docMk/>
            <pc:sldMk cId="4080662495" sldId="280"/>
            <ac:inkMk id="38" creationId="{2AEA4F7C-A78E-0C9A-D697-8B288D21FC52}"/>
          </ac:inkMkLst>
        </pc:inkChg>
        <pc:inkChg chg="add">
          <ac:chgData name="Esraa Mohamed" userId="32a53f8955a3383c" providerId="LiveId" clId="{F10043CA-7E0C-4C5B-B8AD-80B51C33A480}" dt="2026-08-31T09:18:43.166" v="978" actId="9405"/>
          <ac:inkMkLst>
            <pc:docMk/>
            <pc:sldMk cId="4080662495" sldId="280"/>
            <ac:inkMk id="40" creationId="{D3B7E0C7-A34B-F45D-9A4D-FAC649481C27}"/>
          </ac:inkMkLst>
        </pc:inkChg>
        <pc:cxnChg chg="add">
          <ac:chgData name="Esraa Mohamed" userId="32a53f8955a3383c" providerId="LiveId" clId="{F10043CA-7E0C-4C5B-B8AD-80B51C33A480}" dt="2026-08-30T19:43:06.420" v="233" actId="26606"/>
          <ac:cxnSpMkLst>
            <pc:docMk/>
            <pc:sldMk cId="4080662495" sldId="280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9:23:10.438" v="990"/>
        <pc:sldMkLst>
          <pc:docMk/>
          <pc:sldMk cId="249629055" sldId="281"/>
        </pc:sldMkLst>
        <pc:spChg chg="mod">
          <ac:chgData name="Esraa Mohamed" userId="32a53f8955a3383c" providerId="LiveId" clId="{F10043CA-7E0C-4C5B-B8AD-80B51C33A480}" dt="2026-08-30T20:10:07.523" v="240" actId="26606"/>
          <ac:spMkLst>
            <pc:docMk/>
            <pc:sldMk cId="249629055" sldId="281"/>
            <ac:spMk id="2" creationId="{07A9D6D4-5167-4D9E-DBD5-35103CB109E8}"/>
          </ac:spMkLst>
        </pc:spChg>
        <pc:spChg chg="mod">
          <ac:chgData name="Esraa Mohamed" userId="32a53f8955a3383c" providerId="LiveId" clId="{F10043CA-7E0C-4C5B-B8AD-80B51C33A480}" dt="2026-08-30T20:10:13.014" v="241" actId="2710"/>
          <ac:spMkLst>
            <pc:docMk/>
            <pc:sldMk cId="249629055" sldId="281"/>
            <ac:spMk id="3" creationId="{416E086E-92C0-B74D-6B8D-04D783D9F920}"/>
          </ac:spMkLst>
        </pc:spChg>
        <pc:spChg chg="add">
          <ac:chgData name="Esraa Mohamed" userId="32a53f8955a3383c" providerId="LiveId" clId="{F10043CA-7E0C-4C5B-B8AD-80B51C33A480}" dt="2026-08-30T20:10:07.523" v="240" actId="26606"/>
          <ac:spMkLst>
            <pc:docMk/>
            <pc:sldMk cId="249629055" sldId="281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0:10:07.523" v="240" actId="26606"/>
          <ac:spMkLst>
            <pc:docMk/>
            <pc:sldMk cId="249629055" sldId="281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31T09:23:02.804" v="986"/>
          <ac:grpSpMkLst>
            <pc:docMk/>
            <pc:sldMk cId="249629055" sldId="281"/>
            <ac:grpSpMk id="9" creationId="{3D8EADC5-78E8-31E6-97E1-BA41368C9A59}"/>
          </ac:grpSpMkLst>
        </pc:grpChg>
        <pc:grpChg chg="add">
          <ac:chgData name="Esraa Mohamed" userId="32a53f8955a3383c" providerId="LiveId" clId="{F10043CA-7E0C-4C5B-B8AD-80B51C33A480}" dt="2026-08-30T20:10:07.523" v="240" actId="26606"/>
          <ac:grpSpMkLst>
            <pc:docMk/>
            <pc:sldMk cId="249629055" sldId="281"/>
            <ac:grpSpMk id="10" creationId="{AE1C45F0-260A-458C-96ED-C1F6D2151219}"/>
          </ac:grpSpMkLst>
        </pc:grpChg>
        <pc:inkChg chg="add del">
          <ac:chgData name="Esraa Mohamed" userId="32a53f8955a3383c" providerId="LiveId" clId="{F10043CA-7E0C-4C5B-B8AD-80B51C33A480}" dt="2026-08-31T09:22:42.789" v="980"/>
          <ac:inkMkLst>
            <pc:docMk/>
            <pc:sldMk cId="249629055" sldId="281"/>
            <ac:inkMk id="4" creationId="{301757E0-6420-B7A4-9974-3F5228D25EAB}"/>
          </ac:inkMkLst>
        </pc:inkChg>
        <pc:inkChg chg="add">
          <ac:chgData name="Esraa Mohamed" userId="32a53f8955a3383c" providerId="LiveId" clId="{F10043CA-7E0C-4C5B-B8AD-80B51C33A480}" dt="2026-08-31T09:22:42.789" v="980"/>
          <ac:inkMkLst>
            <pc:docMk/>
            <pc:sldMk cId="249629055" sldId="281"/>
            <ac:inkMk id="5" creationId="{B86752DE-1F53-04B2-00E3-BC81AED69F1F}"/>
          </ac:inkMkLst>
        </pc:inkChg>
        <pc:inkChg chg="add del mod">
          <ac:chgData name="Esraa Mohamed" userId="32a53f8955a3383c" providerId="LiveId" clId="{F10043CA-7E0C-4C5B-B8AD-80B51C33A480}" dt="2026-08-31T09:23:02.804" v="986"/>
          <ac:inkMkLst>
            <pc:docMk/>
            <pc:sldMk cId="249629055" sldId="281"/>
            <ac:inkMk id="6" creationId="{89949DC3-E025-9201-D88D-5200C3E9B55D}"/>
          </ac:inkMkLst>
        </pc:inkChg>
        <pc:inkChg chg="add mod">
          <ac:chgData name="Esraa Mohamed" userId="32a53f8955a3383c" providerId="LiveId" clId="{F10043CA-7E0C-4C5B-B8AD-80B51C33A480}" dt="2026-08-31T09:23:02.804" v="986"/>
          <ac:inkMkLst>
            <pc:docMk/>
            <pc:sldMk cId="249629055" sldId="281"/>
            <ac:inkMk id="7" creationId="{B21151A0-1213-25BF-8FB8-80EEBA8E428B}"/>
          </ac:inkMkLst>
        </pc:inkChg>
        <pc:inkChg chg="add del">
          <ac:chgData name="Esraa Mohamed" userId="32a53f8955a3383c" providerId="LiveId" clId="{F10043CA-7E0C-4C5B-B8AD-80B51C33A480}" dt="2026-08-31T09:22:56.573" v="985"/>
          <ac:inkMkLst>
            <pc:docMk/>
            <pc:sldMk cId="249629055" sldId="281"/>
            <ac:inkMk id="14" creationId="{66DDF97E-1479-33D2-1D8C-E88858A08876}"/>
          </ac:inkMkLst>
        </pc:inkChg>
        <pc:inkChg chg="add">
          <ac:chgData name="Esraa Mohamed" userId="32a53f8955a3383c" providerId="LiveId" clId="{F10043CA-7E0C-4C5B-B8AD-80B51C33A480}" dt="2026-08-31T09:22:56.573" v="985"/>
          <ac:inkMkLst>
            <pc:docMk/>
            <pc:sldMk cId="249629055" sldId="281"/>
            <ac:inkMk id="16" creationId="{A7C86F25-4942-AA55-FC59-667EB97875A1}"/>
          </ac:inkMkLst>
        </pc:inkChg>
        <pc:inkChg chg="add">
          <ac:chgData name="Esraa Mohamed" userId="32a53f8955a3383c" providerId="LiveId" clId="{F10043CA-7E0C-4C5B-B8AD-80B51C33A480}" dt="2026-08-31T09:23:07.696" v="987" actId="9405"/>
          <ac:inkMkLst>
            <pc:docMk/>
            <pc:sldMk cId="249629055" sldId="281"/>
            <ac:inkMk id="18" creationId="{B6DF990B-890A-6EB8-7A9B-7EC689CD0B33}"/>
          </ac:inkMkLst>
        </pc:inkChg>
        <pc:inkChg chg="add del">
          <ac:chgData name="Esraa Mohamed" userId="32a53f8955a3383c" providerId="LiveId" clId="{F10043CA-7E0C-4C5B-B8AD-80B51C33A480}" dt="2026-08-31T09:23:09.649" v="989"/>
          <ac:inkMkLst>
            <pc:docMk/>
            <pc:sldMk cId="249629055" sldId="281"/>
            <ac:inkMk id="19" creationId="{F965E72F-3352-DCAC-76EE-347F30BBE571}"/>
          </ac:inkMkLst>
        </pc:inkChg>
        <pc:inkChg chg="add mod">
          <ac:chgData name="Esraa Mohamed" userId="32a53f8955a3383c" providerId="LiveId" clId="{F10043CA-7E0C-4C5B-B8AD-80B51C33A480}" dt="2026-08-31T09:23:10.438" v="990"/>
          <ac:inkMkLst>
            <pc:docMk/>
            <pc:sldMk cId="249629055" sldId="281"/>
            <ac:inkMk id="20" creationId="{BFBF045D-56A2-04CC-4D96-A32040B20718}"/>
          </ac:inkMkLst>
        </pc:inkChg>
        <pc:cxnChg chg="add">
          <ac:chgData name="Esraa Mohamed" userId="32a53f8955a3383c" providerId="LiveId" clId="{F10043CA-7E0C-4C5B-B8AD-80B51C33A480}" dt="2026-08-30T20:10:07.523" v="240" actId="26606"/>
          <ac:cxnSpMkLst>
            <pc:docMk/>
            <pc:sldMk cId="249629055" sldId="281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9:31:30.451" v="995"/>
        <pc:sldMkLst>
          <pc:docMk/>
          <pc:sldMk cId="1446643381" sldId="282"/>
        </pc:sldMkLst>
        <pc:spChg chg="mod">
          <ac:chgData name="Esraa Mohamed" userId="32a53f8955a3383c" providerId="LiveId" clId="{F10043CA-7E0C-4C5B-B8AD-80B51C33A480}" dt="2026-08-30T20:13:24.777" v="246" actId="26606"/>
          <ac:spMkLst>
            <pc:docMk/>
            <pc:sldMk cId="1446643381" sldId="282"/>
            <ac:spMk id="2" creationId="{6AD947C7-6383-B857-9E19-F27D8FAEA061}"/>
          </ac:spMkLst>
        </pc:spChg>
        <pc:spChg chg="mod">
          <ac:chgData name="Esraa Mohamed" userId="32a53f8955a3383c" providerId="LiveId" clId="{F10043CA-7E0C-4C5B-B8AD-80B51C33A480}" dt="2026-08-30T20:13:24.777" v="246" actId="26606"/>
          <ac:spMkLst>
            <pc:docMk/>
            <pc:sldMk cId="1446643381" sldId="282"/>
            <ac:spMk id="3" creationId="{287292FB-51A3-2B7C-BAD5-EC0C4F8DB08A}"/>
          </ac:spMkLst>
        </pc:spChg>
        <pc:spChg chg="add">
          <ac:chgData name="Esraa Mohamed" userId="32a53f8955a3383c" providerId="LiveId" clId="{F10043CA-7E0C-4C5B-B8AD-80B51C33A480}" dt="2026-08-30T20:13:24.777" v="246" actId="26606"/>
          <ac:spMkLst>
            <pc:docMk/>
            <pc:sldMk cId="1446643381" sldId="282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0:13:24.777" v="246" actId="26606"/>
          <ac:spMkLst>
            <pc:docMk/>
            <pc:sldMk cId="1446643381" sldId="282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20:13:24.777" v="246" actId="26606"/>
          <ac:grpSpMkLst>
            <pc:docMk/>
            <pc:sldMk cId="1446643381" sldId="282"/>
            <ac:grpSpMk id="10" creationId="{AE1C45F0-260A-458C-96ED-C1F6D2151219}"/>
          </ac:grpSpMkLst>
        </pc:grpChg>
        <pc:inkChg chg="add del">
          <ac:chgData name="Esraa Mohamed" userId="32a53f8955a3383c" providerId="LiveId" clId="{F10043CA-7E0C-4C5B-B8AD-80B51C33A480}" dt="2026-08-31T09:31:14.379" v="992"/>
          <ac:inkMkLst>
            <pc:docMk/>
            <pc:sldMk cId="1446643381" sldId="282"/>
            <ac:inkMk id="4" creationId="{A8FEEEA7-460D-0E38-1BDC-FDF6054FBC47}"/>
          </ac:inkMkLst>
        </pc:inkChg>
        <pc:inkChg chg="add del">
          <ac:chgData name="Esraa Mohamed" userId="32a53f8955a3383c" providerId="LiveId" clId="{F10043CA-7E0C-4C5B-B8AD-80B51C33A480}" dt="2026-08-31T09:31:17.397" v="993"/>
          <ac:inkMkLst>
            <pc:docMk/>
            <pc:sldMk cId="1446643381" sldId="282"/>
            <ac:inkMk id="5" creationId="{9C50E046-CAE1-6954-4F10-BAFEC8090CA8}"/>
          </ac:inkMkLst>
        </pc:inkChg>
        <pc:inkChg chg="add del">
          <ac:chgData name="Esraa Mohamed" userId="32a53f8955a3383c" providerId="LiveId" clId="{F10043CA-7E0C-4C5B-B8AD-80B51C33A480}" dt="2026-08-31T09:31:30.451" v="995"/>
          <ac:inkMkLst>
            <pc:docMk/>
            <pc:sldMk cId="1446643381" sldId="282"/>
            <ac:inkMk id="6" creationId="{9380954F-45C9-25DF-6EBD-7F68E4715658}"/>
          </ac:inkMkLst>
        </pc:inkChg>
        <pc:inkChg chg="add">
          <ac:chgData name="Esraa Mohamed" userId="32a53f8955a3383c" providerId="LiveId" clId="{F10043CA-7E0C-4C5B-B8AD-80B51C33A480}" dt="2026-08-31T09:31:30.451" v="995"/>
          <ac:inkMkLst>
            <pc:docMk/>
            <pc:sldMk cId="1446643381" sldId="282"/>
            <ac:inkMk id="7" creationId="{A4D34251-4F63-0A1C-CE50-3E83535FD8B3}"/>
          </ac:inkMkLst>
        </pc:inkChg>
        <pc:cxnChg chg="add">
          <ac:chgData name="Esraa Mohamed" userId="32a53f8955a3383c" providerId="LiveId" clId="{F10043CA-7E0C-4C5B-B8AD-80B51C33A480}" dt="2026-08-30T20:13:24.777" v="246" actId="26606"/>
          <ac:cxnSpMkLst>
            <pc:docMk/>
            <pc:sldMk cId="1446643381" sldId="282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8-31T08:54:20.342" v="935" actId="47"/>
        <pc:sldMkLst>
          <pc:docMk/>
          <pc:sldMk cId="2783497063" sldId="283"/>
        </pc:sldMkLst>
      </pc:sldChg>
      <pc:sldChg chg="addSp delSp modSp new mod setBg">
        <pc:chgData name="Esraa Mohamed" userId="32a53f8955a3383c" providerId="LiveId" clId="{F10043CA-7E0C-4C5B-B8AD-80B51C33A480}" dt="2026-08-31T09:32:40.226" v="1001" actId="9405"/>
        <pc:sldMkLst>
          <pc:docMk/>
          <pc:sldMk cId="1776314600" sldId="284"/>
        </pc:sldMkLst>
        <pc:spChg chg="mod">
          <ac:chgData name="Esraa Mohamed" userId="32a53f8955a3383c" providerId="LiveId" clId="{F10043CA-7E0C-4C5B-B8AD-80B51C33A480}" dt="2026-08-30T20:59:04.673" v="264" actId="26606"/>
          <ac:spMkLst>
            <pc:docMk/>
            <pc:sldMk cId="1776314600" sldId="284"/>
            <ac:spMk id="2" creationId="{96F66C5B-1E9F-2831-F5A8-400218A1E304}"/>
          </ac:spMkLst>
        </pc:spChg>
        <pc:spChg chg="mod">
          <ac:chgData name="Esraa Mohamed" userId="32a53f8955a3383c" providerId="LiveId" clId="{F10043CA-7E0C-4C5B-B8AD-80B51C33A480}" dt="2026-08-30T20:59:08.776" v="266" actId="20577"/>
          <ac:spMkLst>
            <pc:docMk/>
            <pc:sldMk cId="1776314600" sldId="284"/>
            <ac:spMk id="3" creationId="{CED46EA7-D9D9-08EA-1CA1-68A2C8046FA8}"/>
          </ac:spMkLst>
        </pc:spChg>
        <pc:spChg chg="add">
          <ac:chgData name="Esraa Mohamed" userId="32a53f8955a3383c" providerId="LiveId" clId="{F10043CA-7E0C-4C5B-B8AD-80B51C33A480}" dt="2026-08-30T20:59:04.673" v="264" actId="26606"/>
          <ac:spMkLst>
            <pc:docMk/>
            <pc:sldMk cId="1776314600" sldId="28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0:59:04.673" v="264" actId="26606"/>
          <ac:spMkLst>
            <pc:docMk/>
            <pc:sldMk cId="1776314600" sldId="284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31T09:32:35.754" v="1000"/>
          <ac:grpSpMkLst>
            <pc:docMk/>
            <pc:sldMk cId="1776314600" sldId="284"/>
            <ac:grpSpMk id="6" creationId="{AF643804-3295-FFCC-886A-0B39393A4C0E}"/>
          </ac:grpSpMkLst>
        </pc:grpChg>
        <pc:grpChg chg="mod">
          <ac:chgData name="Esraa Mohamed" userId="32a53f8955a3383c" providerId="LiveId" clId="{F10043CA-7E0C-4C5B-B8AD-80B51C33A480}" dt="2026-08-31T09:32:35.754" v="1000"/>
          <ac:grpSpMkLst>
            <pc:docMk/>
            <pc:sldMk cId="1776314600" sldId="284"/>
            <ac:grpSpMk id="9" creationId="{04C9AE23-DE83-31A8-2099-4EE109E51408}"/>
          </ac:grpSpMkLst>
        </pc:grpChg>
        <pc:grpChg chg="add">
          <ac:chgData name="Esraa Mohamed" userId="32a53f8955a3383c" providerId="LiveId" clId="{F10043CA-7E0C-4C5B-B8AD-80B51C33A480}" dt="2026-08-30T20:59:04.673" v="264" actId="26606"/>
          <ac:grpSpMkLst>
            <pc:docMk/>
            <pc:sldMk cId="1776314600" sldId="284"/>
            <ac:grpSpMk id="10" creationId="{AE1C45F0-260A-458C-96ED-C1F6D2151219}"/>
          </ac:grpSpMkLst>
        </pc:grpChg>
        <pc:inkChg chg="add mod">
          <ac:chgData name="Esraa Mohamed" userId="32a53f8955a3383c" providerId="LiveId" clId="{F10043CA-7E0C-4C5B-B8AD-80B51C33A480}" dt="2026-08-31T09:32:35.754" v="1000"/>
          <ac:inkMkLst>
            <pc:docMk/>
            <pc:sldMk cId="1776314600" sldId="284"/>
            <ac:inkMk id="4" creationId="{9E4EAC86-29A7-E098-DAB8-4F45214B887A}"/>
          </ac:inkMkLst>
        </pc:inkChg>
        <pc:inkChg chg="add mod">
          <ac:chgData name="Esraa Mohamed" userId="32a53f8955a3383c" providerId="LiveId" clId="{F10043CA-7E0C-4C5B-B8AD-80B51C33A480}" dt="2026-08-31T09:32:35.754" v="1000"/>
          <ac:inkMkLst>
            <pc:docMk/>
            <pc:sldMk cId="1776314600" sldId="284"/>
            <ac:inkMk id="5" creationId="{280A3314-1F4E-317B-8058-307F6BCF304B}"/>
          </ac:inkMkLst>
        </pc:inkChg>
        <pc:inkChg chg="add mod">
          <ac:chgData name="Esraa Mohamed" userId="32a53f8955a3383c" providerId="LiveId" clId="{F10043CA-7E0C-4C5B-B8AD-80B51C33A480}" dt="2026-08-31T09:32:35.754" v="1000"/>
          <ac:inkMkLst>
            <pc:docMk/>
            <pc:sldMk cId="1776314600" sldId="284"/>
            <ac:inkMk id="7" creationId="{EA60727D-52F1-435E-7574-52492AD5BD51}"/>
          </ac:inkMkLst>
        </pc:inkChg>
        <pc:inkChg chg="add">
          <ac:chgData name="Esraa Mohamed" userId="32a53f8955a3383c" providerId="LiveId" clId="{F10043CA-7E0C-4C5B-B8AD-80B51C33A480}" dt="2026-08-31T09:32:40.226" v="1001" actId="9405"/>
          <ac:inkMkLst>
            <pc:docMk/>
            <pc:sldMk cId="1776314600" sldId="284"/>
            <ac:inkMk id="14" creationId="{1166C7EB-4D68-83F1-4418-83C86B68F7FA}"/>
          </ac:inkMkLst>
        </pc:inkChg>
        <pc:cxnChg chg="add">
          <ac:chgData name="Esraa Mohamed" userId="32a53f8955a3383c" providerId="LiveId" clId="{F10043CA-7E0C-4C5B-B8AD-80B51C33A480}" dt="2026-08-30T20:59:04.673" v="264" actId="26606"/>
          <ac:cxnSpMkLst>
            <pc:docMk/>
            <pc:sldMk cId="1776314600" sldId="284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8-30T19:26:38.845" v="205" actId="47"/>
        <pc:sldMkLst>
          <pc:docMk/>
          <pc:sldMk cId="290565575" sldId="285"/>
        </pc:sldMkLst>
      </pc:sldChg>
      <pc:sldChg chg="addSp delSp modSp add mod ord setBg delDesignElem">
        <pc:chgData name="Esraa Mohamed" userId="32a53f8955a3383c" providerId="LiveId" clId="{F10043CA-7E0C-4C5B-B8AD-80B51C33A480}" dt="2026-08-31T08:41:06.433" v="934" actId="9405"/>
        <pc:sldMkLst>
          <pc:docMk/>
          <pc:sldMk cId="1162271220" sldId="286"/>
        </pc:sldMkLst>
        <pc:spChg chg="del">
          <ac:chgData name="Esraa Mohamed" userId="32a53f8955a3383c" providerId="LiveId" clId="{F10043CA-7E0C-4C5B-B8AD-80B51C33A480}" dt="2026-08-30T19:26:30.646" v="202"/>
          <ac:spMkLst>
            <pc:docMk/>
            <pc:sldMk cId="1162271220" sldId="286"/>
            <ac:spMk id="8" creationId="{42A4FC2C-047E-45A5-965D-8E1E3BF09BC6}"/>
          </ac:spMkLst>
        </pc:spChg>
        <pc:grpChg chg="mod">
          <ac:chgData name="Esraa Mohamed" userId="32a53f8955a3383c" providerId="LiveId" clId="{F10043CA-7E0C-4C5B-B8AD-80B51C33A480}" dt="2026-08-31T08:39:55.550" v="916"/>
          <ac:grpSpMkLst>
            <pc:docMk/>
            <pc:sldMk cId="1162271220" sldId="286"/>
            <ac:grpSpMk id="5" creationId="{2DDC5AC6-6028-B461-1AAC-19A4F1B4AD2C}"/>
          </ac:grpSpMkLst>
        </pc:grpChg>
        <pc:grpChg chg="mod">
          <ac:chgData name="Esraa Mohamed" userId="32a53f8955a3383c" providerId="LiveId" clId="{F10043CA-7E0C-4C5B-B8AD-80B51C33A480}" dt="2026-08-31T08:40:22.215" v="926"/>
          <ac:grpSpMkLst>
            <pc:docMk/>
            <pc:sldMk cId="1162271220" sldId="286"/>
            <ac:grpSpMk id="15" creationId="{BF49267C-E09E-E0C0-F0D9-030D3E12AB45}"/>
          </ac:grpSpMkLst>
        </pc:grpChg>
        <pc:picChg chg="mod">
          <ac:chgData name="Esraa Mohamed" userId="32a53f8955a3383c" providerId="LiveId" clId="{F10043CA-7E0C-4C5B-B8AD-80B51C33A480}" dt="2026-08-30T19:26:42.957" v="207" actId="1076"/>
          <ac:picMkLst>
            <pc:docMk/>
            <pc:sldMk cId="1162271220" sldId="286"/>
            <ac:picMk id="3" creationId="{14337E62-138F-0539-6369-5B46505E9FA3}"/>
          </ac:picMkLst>
        </pc:picChg>
        <pc:inkChg chg="add mod">
          <ac:chgData name="Esraa Mohamed" userId="32a53f8955a3383c" providerId="LiveId" clId="{F10043CA-7E0C-4C5B-B8AD-80B51C33A480}" dt="2026-08-31T08:39:55.550" v="916"/>
          <ac:inkMkLst>
            <pc:docMk/>
            <pc:sldMk cId="1162271220" sldId="286"/>
            <ac:inkMk id="2" creationId="{58782B0D-DF8B-E6D6-3181-19A0EEED9363}"/>
          </ac:inkMkLst>
        </pc:inkChg>
        <pc:inkChg chg="add mod">
          <ac:chgData name="Esraa Mohamed" userId="32a53f8955a3383c" providerId="LiveId" clId="{F10043CA-7E0C-4C5B-B8AD-80B51C33A480}" dt="2026-08-31T08:39:55.550" v="916"/>
          <ac:inkMkLst>
            <pc:docMk/>
            <pc:sldMk cId="1162271220" sldId="286"/>
            <ac:inkMk id="4" creationId="{2E75C300-A718-1078-C0BD-49AB5FE600DC}"/>
          </ac:inkMkLst>
        </pc:inkChg>
        <pc:inkChg chg="add">
          <ac:chgData name="Esraa Mohamed" userId="32a53f8955a3383c" providerId="LiveId" clId="{F10043CA-7E0C-4C5B-B8AD-80B51C33A480}" dt="2026-08-31T08:39:59.422" v="917" actId="9405"/>
          <ac:inkMkLst>
            <pc:docMk/>
            <pc:sldMk cId="1162271220" sldId="286"/>
            <ac:inkMk id="6" creationId="{AB6E889C-FFD4-4618-A066-EB5D9EED1E60}"/>
          </ac:inkMkLst>
        </pc:inkChg>
        <pc:inkChg chg="add">
          <ac:chgData name="Esraa Mohamed" userId="32a53f8955a3383c" providerId="LiveId" clId="{F10043CA-7E0C-4C5B-B8AD-80B51C33A480}" dt="2026-08-31T08:40:01.645" v="918" actId="9405"/>
          <ac:inkMkLst>
            <pc:docMk/>
            <pc:sldMk cId="1162271220" sldId="286"/>
            <ac:inkMk id="7" creationId="{32029408-2731-F550-CB15-A4541182CE7B}"/>
          </ac:inkMkLst>
        </pc:inkChg>
        <pc:inkChg chg="add del">
          <ac:chgData name="Esraa Mohamed" userId="32a53f8955a3383c" providerId="LiveId" clId="{F10043CA-7E0C-4C5B-B8AD-80B51C33A480}" dt="2026-08-31T08:40:03.836" v="920"/>
          <ac:inkMkLst>
            <pc:docMk/>
            <pc:sldMk cId="1162271220" sldId="286"/>
            <ac:inkMk id="8" creationId="{0C55FEE2-C717-6ADC-ABF4-85F81C3B9156}"/>
          </ac:inkMkLst>
        </pc:inkChg>
        <pc:inkChg chg="add">
          <ac:chgData name="Esraa Mohamed" userId="32a53f8955a3383c" providerId="LiveId" clId="{F10043CA-7E0C-4C5B-B8AD-80B51C33A480}" dt="2026-08-31T08:40:03.836" v="920"/>
          <ac:inkMkLst>
            <pc:docMk/>
            <pc:sldMk cId="1162271220" sldId="286"/>
            <ac:inkMk id="9" creationId="{5D35BA77-36D2-5663-BE3F-95C333B16D4F}"/>
          </ac:inkMkLst>
        </pc:inkChg>
        <pc:inkChg chg="add">
          <ac:chgData name="Esraa Mohamed" userId="32a53f8955a3383c" providerId="LiveId" clId="{F10043CA-7E0C-4C5B-B8AD-80B51C33A480}" dt="2026-08-31T08:40:08.500" v="921" actId="9405"/>
          <ac:inkMkLst>
            <pc:docMk/>
            <pc:sldMk cId="1162271220" sldId="286"/>
            <ac:inkMk id="10" creationId="{B7A4867B-4A07-7247-0825-805BCC494D08}"/>
          </ac:inkMkLst>
        </pc:inkChg>
        <pc:inkChg chg="add del">
          <ac:chgData name="Esraa Mohamed" userId="32a53f8955a3383c" providerId="LiveId" clId="{F10043CA-7E0C-4C5B-B8AD-80B51C33A480}" dt="2026-08-31T08:40:15.752" v="923"/>
          <ac:inkMkLst>
            <pc:docMk/>
            <pc:sldMk cId="1162271220" sldId="286"/>
            <ac:inkMk id="11" creationId="{F00D775E-892C-EDBC-C8E5-A103DC21CC20}"/>
          </ac:inkMkLst>
        </pc:inkChg>
        <pc:inkChg chg="add">
          <ac:chgData name="Esraa Mohamed" userId="32a53f8955a3383c" providerId="LiveId" clId="{F10043CA-7E0C-4C5B-B8AD-80B51C33A480}" dt="2026-08-31T08:40:15.752" v="923"/>
          <ac:inkMkLst>
            <pc:docMk/>
            <pc:sldMk cId="1162271220" sldId="286"/>
            <ac:inkMk id="12" creationId="{3A990182-D78E-BDC1-D46A-5B7BFDB6E095}"/>
          </ac:inkMkLst>
        </pc:inkChg>
        <pc:inkChg chg="add mod">
          <ac:chgData name="Esraa Mohamed" userId="32a53f8955a3383c" providerId="LiveId" clId="{F10043CA-7E0C-4C5B-B8AD-80B51C33A480}" dt="2026-08-31T08:40:22.215" v="926"/>
          <ac:inkMkLst>
            <pc:docMk/>
            <pc:sldMk cId="1162271220" sldId="286"/>
            <ac:inkMk id="13" creationId="{4607CD30-8E9E-4847-E49A-2702A72BD88B}"/>
          </ac:inkMkLst>
        </pc:inkChg>
        <pc:inkChg chg="add mod">
          <ac:chgData name="Esraa Mohamed" userId="32a53f8955a3383c" providerId="LiveId" clId="{F10043CA-7E0C-4C5B-B8AD-80B51C33A480}" dt="2026-08-31T08:40:22.215" v="926"/>
          <ac:inkMkLst>
            <pc:docMk/>
            <pc:sldMk cId="1162271220" sldId="286"/>
            <ac:inkMk id="14" creationId="{C6F6336F-8652-BA65-6516-8BEE8C4C67F9}"/>
          </ac:inkMkLst>
        </pc:inkChg>
        <pc:inkChg chg="add">
          <ac:chgData name="Esraa Mohamed" userId="32a53f8955a3383c" providerId="LiveId" clId="{F10043CA-7E0C-4C5B-B8AD-80B51C33A480}" dt="2026-08-31T08:40:37.727" v="927" actId="9405"/>
          <ac:inkMkLst>
            <pc:docMk/>
            <pc:sldMk cId="1162271220" sldId="286"/>
            <ac:inkMk id="16" creationId="{B51C2426-90C8-D9BA-60C3-068F19EA5A0E}"/>
          </ac:inkMkLst>
        </pc:inkChg>
        <pc:inkChg chg="add">
          <ac:chgData name="Esraa Mohamed" userId="32a53f8955a3383c" providerId="LiveId" clId="{F10043CA-7E0C-4C5B-B8AD-80B51C33A480}" dt="2026-08-31T08:40:38.995" v="928" actId="9405"/>
          <ac:inkMkLst>
            <pc:docMk/>
            <pc:sldMk cId="1162271220" sldId="286"/>
            <ac:inkMk id="17" creationId="{A3FB3F7D-57BA-D16E-3D2C-488A55087DB0}"/>
          </ac:inkMkLst>
        </pc:inkChg>
        <pc:inkChg chg="add">
          <ac:chgData name="Esraa Mohamed" userId="32a53f8955a3383c" providerId="LiveId" clId="{F10043CA-7E0C-4C5B-B8AD-80B51C33A480}" dt="2026-08-31T08:40:42.789" v="929" actId="9405"/>
          <ac:inkMkLst>
            <pc:docMk/>
            <pc:sldMk cId="1162271220" sldId="286"/>
            <ac:inkMk id="18" creationId="{271956FD-E22D-556C-6948-82594AC04672}"/>
          </ac:inkMkLst>
        </pc:inkChg>
        <pc:inkChg chg="add del">
          <ac:chgData name="Esraa Mohamed" userId="32a53f8955a3383c" providerId="LiveId" clId="{F10043CA-7E0C-4C5B-B8AD-80B51C33A480}" dt="2026-08-31T08:40:48.162" v="931"/>
          <ac:inkMkLst>
            <pc:docMk/>
            <pc:sldMk cId="1162271220" sldId="286"/>
            <ac:inkMk id="19" creationId="{467AE011-67C3-5515-5613-9CAC890F6D0F}"/>
          </ac:inkMkLst>
        </pc:inkChg>
        <pc:inkChg chg="add">
          <ac:chgData name="Esraa Mohamed" userId="32a53f8955a3383c" providerId="LiveId" clId="{F10043CA-7E0C-4C5B-B8AD-80B51C33A480}" dt="2026-08-31T08:40:48.162" v="931"/>
          <ac:inkMkLst>
            <pc:docMk/>
            <pc:sldMk cId="1162271220" sldId="286"/>
            <ac:inkMk id="20" creationId="{16796559-4D7D-CA64-F200-692C1388AF97}"/>
          </ac:inkMkLst>
        </pc:inkChg>
        <pc:inkChg chg="add del">
          <ac:chgData name="Esraa Mohamed" userId="32a53f8955a3383c" providerId="LiveId" clId="{F10043CA-7E0C-4C5B-B8AD-80B51C33A480}" dt="2026-08-31T08:41:01.976" v="933"/>
          <ac:inkMkLst>
            <pc:docMk/>
            <pc:sldMk cId="1162271220" sldId="286"/>
            <ac:inkMk id="21" creationId="{C2723A03-DD55-4A69-53E0-E6B072C38338}"/>
          </ac:inkMkLst>
        </pc:inkChg>
        <pc:inkChg chg="add">
          <ac:chgData name="Esraa Mohamed" userId="32a53f8955a3383c" providerId="LiveId" clId="{F10043CA-7E0C-4C5B-B8AD-80B51C33A480}" dt="2026-08-31T08:41:01.976" v="933"/>
          <ac:inkMkLst>
            <pc:docMk/>
            <pc:sldMk cId="1162271220" sldId="286"/>
            <ac:inkMk id="22" creationId="{59666776-AB71-E0EF-B03C-B7EC611AB350}"/>
          </ac:inkMkLst>
        </pc:inkChg>
        <pc:inkChg chg="add">
          <ac:chgData name="Esraa Mohamed" userId="32a53f8955a3383c" providerId="LiveId" clId="{F10043CA-7E0C-4C5B-B8AD-80B51C33A480}" dt="2026-08-31T08:41:06.433" v="934" actId="9405"/>
          <ac:inkMkLst>
            <pc:docMk/>
            <pc:sldMk cId="1162271220" sldId="286"/>
            <ac:inkMk id="23" creationId="{9ECC566D-8717-60E7-A78B-777D9AA4B034}"/>
          </ac:inkMkLst>
        </pc:inkChg>
      </pc:sldChg>
      <pc:sldChg chg="addSp new mod ord">
        <pc:chgData name="Esraa Mohamed" userId="32a53f8955a3383c" providerId="LiveId" clId="{F10043CA-7E0C-4C5B-B8AD-80B51C33A480}" dt="2026-08-30T19:27:17.847" v="211"/>
        <pc:sldMkLst>
          <pc:docMk/>
          <pc:sldMk cId="1110597949" sldId="287"/>
        </pc:sldMkLst>
        <pc:picChg chg="add">
          <ac:chgData name="Esraa Mohamed" userId="32a53f8955a3383c" providerId="LiveId" clId="{F10043CA-7E0C-4C5B-B8AD-80B51C33A480}" dt="2026-08-30T19:27:12.106" v="209" actId="22"/>
          <ac:picMkLst>
            <pc:docMk/>
            <pc:sldMk cId="1110597949" sldId="287"/>
            <ac:picMk id="3" creationId="{E888C9AA-C0E3-B9B4-8C20-4AEA1DE7EB64}"/>
          </ac:picMkLst>
        </pc:picChg>
      </pc:sldChg>
      <pc:sldChg chg="addSp new mod">
        <pc:chgData name="Esraa Mohamed" userId="32a53f8955a3383c" providerId="LiveId" clId="{F10043CA-7E0C-4C5B-B8AD-80B51C33A480}" dt="2026-08-30T19:27:32.999" v="213" actId="22"/>
        <pc:sldMkLst>
          <pc:docMk/>
          <pc:sldMk cId="3498000133" sldId="288"/>
        </pc:sldMkLst>
        <pc:picChg chg="add">
          <ac:chgData name="Esraa Mohamed" userId="32a53f8955a3383c" providerId="LiveId" clId="{F10043CA-7E0C-4C5B-B8AD-80B51C33A480}" dt="2026-08-30T19:27:32.999" v="213" actId="22"/>
          <ac:picMkLst>
            <pc:docMk/>
            <pc:sldMk cId="3498000133" sldId="288"/>
            <ac:picMk id="3" creationId="{759E1C6F-737B-9D92-D2F8-EC9DBAE4FA8C}"/>
          </ac:picMkLst>
        </pc:picChg>
      </pc:sldChg>
      <pc:sldChg chg="addSp delSp modSp new mod setBg">
        <pc:chgData name="Esraa Mohamed" userId="32a53f8955a3383c" providerId="LiveId" clId="{F10043CA-7E0C-4C5B-B8AD-80B51C33A480}" dt="2026-08-31T09:33:25.055" v="1012"/>
        <pc:sldMkLst>
          <pc:docMk/>
          <pc:sldMk cId="1524769117" sldId="289"/>
        </pc:sldMkLst>
        <pc:spChg chg="mod">
          <ac:chgData name="Esraa Mohamed" userId="32a53f8955a3383c" providerId="LiveId" clId="{F10043CA-7E0C-4C5B-B8AD-80B51C33A480}" dt="2026-08-30T21:00:23.366" v="275" actId="26606"/>
          <ac:spMkLst>
            <pc:docMk/>
            <pc:sldMk cId="1524769117" sldId="289"/>
            <ac:spMk id="2" creationId="{528500E2-DBD1-0066-2D32-B78B60A353FC}"/>
          </ac:spMkLst>
        </pc:spChg>
        <pc:spChg chg="del">
          <ac:chgData name="Esraa Mohamed" userId="32a53f8955a3383c" providerId="LiveId" clId="{F10043CA-7E0C-4C5B-B8AD-80B51C33A480}" dt="2026-08-30T21:00:07.596" v="270"/>
          <ac:spMkLst>
            <pc:docMk/>
            <pc:sldMk cId="1524769117" sldId="289"/>
            <ac:spMk id="3" creationId="{099877D8-5E86-9EB1-2573-757563685617}"/>
          </ac:spMkLst>
        </pc:spChg>
        <pc:spChg chg="add del">
          <ac:chgData name="Esraa Mohamed" userId="32a53f8955a3383c" providerId="LiveId" clId="{F10043CA-7E0C-4C5B-B8AD-80B51C33A480}" dt="2026-08-30T21:00:16.558" v="272" actId="26606"/>
          <ac:spMkLst>
            <pc:docMk/>
            <pc:sldMk cId="1524769117" sldId="289"/>
            <ac:spMk id="9" creationId="{955A2079-FA98-4876-80F0-72364A7D2EA4}"/>
          </ac:spMkLst>
        </pc:spChg>
        <pc:spChg chg="add del">
          <ac:chgData name="Esraa Mohamed" userId="32a53f8955a3383c" providerId="LiveId" clId="{F10043CA-7E0C-4C5B-B8AD-80B51C33A480}" dt="2026-08-30T21:00:23.324" v="274" actId="26606"/>
          <ac:spMkLst>
            <pc:docMk/>
            <pc:sldMk cId="1524769117" sldId="289"/>
            <ac:spMk id="11" creationId="{4025579F-C5D8-43BE-AF84-3E66A482C567}"/>
          </ac:spMkLst>
        </pc:spChg>
        <pc:spChg chg="add del">
          <ac:chgData name="Esraa Mohamed" userId="32a53f8955a3383c" providerId="LiveId" clId="{F10043CA-7E0C-4C5B-B8AD-80B51C33A480}" dt="2026-08-30T21:00:23.324" v="274" actId="26606"/>
          <ac:spMkLst>
            <pc:docMk/>
            <pc:sldMk cId="1524769117" sldId="289"/>
            <ac:spMk id="12" creationId="{5105D448-4A6C-48A3-8C3C-71AF58F3E506}"/>
          </ac:spMkLst>
        </pc:spChg>
        <pc:spChg chg="add del">
          <ac:chgData name="Esraa Mohamed" userId="32a53f8955a3383c" providerId="LiveId" clId="{F10043CA-7E0C-4C5B-B8AD-80B51C33A480}" dt="2026-08-30T21:00:40.748" v="278" actId="26606"/>
          <ac:spMkLst>
            <pc:docMk/>
            <pc:sldMk cId="1524769117" sldId="289"/>
            <ac:spMk id="15" creationId="{56E9B3E6-E277-4D68-BA48-9CB43FFBD6E2}"/>
          </ac:spMkLst>
        </pc:spChg>
        <pc:spChg chg="add del">
          <ac:chgData name="Esraa Mohamed" userId="32a53f8955a3383c" providerId="LiveId" clId="{F10043CA-7E0C-4C5B-B8AD-80B51C33A480}" dt="2026-08-30T21:00:40.748" v="278" actId="26606"/>
          <ac:spMkLst>
            <pc:docMk/>
            <pc:sldMk cId="1524769117" sldId="289"/>
            <ac:spMk id="16" creationId="{D5B0017B-2ECA-49AF-B397-DC140825DF8D}"/>
          </ac:spMkLst>
        </pc:spChg>
        <pc:spChg chg="add">
          <ac:chgData name="Esraa Mohamed" userId="32a53f8955a3383c" providerId="LiveId" clId="{F10043CA-7E0C-4C5B-B8AD-80B51C33A480}" dt="2026-08-30T21:00:40.748" v="278" actId="26606"/>
          <ac:spMkLst>
            <pc:docMk/>
            <pc:sldMk cId="1524769117" sldId="289"/>
            <ac:spMk id="24" creationId="{56E9B3E6-E277-4D68-BA48-9CB43FFBD6E2}"/>
          </ac:spMkLst>
        </pc:spChg>
        <pc:spChg chg="add">
          <ac:chgData name="Esraa Mohamed" userId="32a53f8955a3383c" providerId="LiveId" clId="{F10043CA-7E0C-4C5B-B8AD-80B51C33A480}" dt="2026-08-30T21:00:40.748" v="278" actId="26606"/>
          <ac:spMkLst>
            <pc:docMk/>
            <pc:sldMk cId="1524769117" sldId="289"/>
            <ac:spMk id="31" creationId="{D5B0017B-2ECA-49AF-B397-DC140825DF8D}"/>
          </ac:spMkLst>
        </pc:spChg>
        <pc:grpChg chg="add del">
          <ac:chgData name="Esraa Mohamed" userId="32a53f8955a3383c" providerId="LiveId" clId="{F10043CA-7E0C-4C5B-B8AD-80B51C33A480}" dt="2026-08-30T21:00:40.748" v="278" actId="26606"/>
          <ac:grpSpMkLst>
            <pc:docMk/>
            <pc:sldMk cId="1524769117" sldId="289"/>
            <ac:grpSpMk id="17" creationId="{AE1C45F0-260A-458C-96ED-C1F6D2151219}"/>
          </ac:grpSpMkLst>
        </pc:grpChg>
        <pc:grpChg chg="add">
          <ac:chgData name="Esraa Mohamed" userId="32a53f8955a3383c" providerId="LiveId" clId="{F10043CA-7E0C-4C5B-B8AD-80B51C33A480}" dt="2026-08-30T21:00:40.748" v="278" actId="26606"/>
          <ac:grpSpMkLst>
            <pc:docMk/>
            <pc:sldMk cId="1524769117" sldId="289"/>
            <ac:grpSpMk id="26" creationId="{AE1C45F0-260A-458C-96ED-C1F6D2151219}"/>
          </ac:grpSpMkLst>
        </pc:grpChg>
        <pc:graphicFrameChg chg="add mod modGraphic">
          <ac:chgData name="Esraa Mohamed" userId="32a53f8955a3383c" providerId="LiveId" clId="{F10043CA-7E0C-4C5B-B8AD-80B51C33A480}" dt="2026-08-30T21:00:40.748" v="278" actId="26606"/>
          <ac:graphicFrameMkLst>
            <pc:docMk/>
            <pc:sldMk cId="1524769117" sldId="289"/>
            <ac:graphicFrameMk id="4" creationId="{89833A8B-31E0-2149-EF87-1A7154653DB7}"/>
          </ac:graphicFrameMkLst>
        </pc:graphicFrameChg>
        <pc:inkChg chg="add">
          <ac:chgData name="Esraa Mohamed" userId="32a53f8955a3383c" providerId="LiveId" clId="{F10043CA-7E0C-4C5B-B8AD-80B51C33A480}" dt="2026-08-31T09:33:03.119" v="1002" actId="9405"/>
          <ac:inkMkLst>
            <pc:docMk/>
            <pc:sldMk cId="1524769117" sldId="289"/>
            <ac:inkMk id="3" creationId="{EF2EE9B9-32FE-CC4B-255A-5B865E1EC2B4}"/>
          </ac:inkMkLst>
        </pc:inkChg>
        <pc:inkChg chg="add del">
          <ac:chgData name="Esraa Mohamed" userId="32a53f8955a3383c" providerId="LiveId" clId="{F10043CA-7E0C-4C5B-B8AD-80B51C33A480}" dt="2026-08-31T09:33:06.407" v="1004"/>
          <ac:inkMkLst>
            <pc:docMk/>
            <pc:sldMk cId="1524769117" sldId="289"/>
            <ac:inkMk id="5" creationId="{C3D90CB6-DEED-1F64-D231-C6B952ACD242}"/>
          </ac:inkMkLst>
        </pc:inkChg>
        <pc:inkChg chg="add">
          <ac:chgData name="Esraa Mohamed" userId="32a53f8955a3383c" providerId="LiveId" clId="{F10043CA-7E0C-4C5B-B8AD-80B51C33A480}" dt="2026-08-31T09:33:06.407" v="1004"/>
          <ac:inkMkLst>
            <pc:docMk/>
            <pc:sldMk cId="1524769117" sldId="289"/>
            <ac:inkMk id="6" creationId="{9EE65351-B8E5-AE20-106D-47D8A549953F}"/>
          </ac:inkMkLst>
        </pc:inkChg>
        <pc:inkChg chg="add del">
          <ac:chgData name="Esraa Mohamed" userId="32a53f8955a3383c" providerId="LiveId" clId="{F10043CA-7E0C-4C5B-B8AD-80B51C33A480}" dt="2026-08-31T09:33:10.482" v="1006"/>
          <ac:inkMkLst>
            <pc:docMk/>
            <pc:sldMk cId="1524769117" sldId="289"/>
            <ac:inkMk id="7" creationId="{AD624E9B-690C-35EC-1A11-71E0D87823C3}"/>
          </ac:inkMkLst>
        </pc:inkChg>
        <pc:inkChg chg="add">
          <ac:chgData name="Esraa Mohamed" userId="32a53f8955a3383c" providerId="LiveId" clId="{F10043CA-7E0C-4C5B-B8AD-80B51C33A480}" dt="2026-08-31T09:33:10.482" v="1006"/>
          <ac:inkMkLst>
            <pc:docMk/>
            <pc:sldMk cId="1524769117" sldId="289"/>
            <ac:inkMk id="8" creationId="{CCAF9646-1F1F-076F-0963-2744C9692A0B}"/>
          </ac:inkMkLst>
        </pc:inkChg>
        <pc:inkChg chg="add del">
          <ac:chgData name="Esraa Mohamed" userId="32a53f8955a3383c" providerId="LiveId" clId="{F10043CA-7E0C-4C5B-B8AD-80B51C33A480}" dt="2026-08-31T09:33:14.070" v="1008"/>
          <ac:inkMkLst>
            <pc:docMk/>
            <pc:sldMk cId="1524769117" sldId="289"/>
            <ac:inkMk id="9" creationId="{AC11C276-8E2E-D188-F8F1-9311377CE5FF}"/>
          </ac:inkMkLst>
        </pc:inkChg>
        <pc:inkChg chg="add mod">
          <ac:chgData name="Esraa Mohamed" userId="32a53f8955a3383c" providerId="LiveId" clId="{F10043CA-7E0C-4C5B-B8AD-80B51C33A480}" dt="2026-08-31T09:33:17.615" v="1009"/>
          <ac:inkMkLst>
            <pc:docMk/>
            <pc:sldMk cId="1524769117" sldId="289"/>
            <ac:inkMk id="10" creationId="{C23DCF89-3052-2875-CBCF-0F1363C8A352}"/>
          </ac:inkMkLst>
        </pc:inkChg>
        <pc:inkChg chg="add">
          <ac:chgData name="Esraa Mohamed" userId="32a53f8955a3383c" providerId="LiveId" clId="{F10043CA-7E0C-4C5B-B8AD-80B51C33A480}" dt="2026-08-31T09:33:20.821" v="1010" actId="9405"/>
          <ac:inkMkLst>
            <pc:docMk/>
            <pc:sldMk cId="1524769117" sldId="289"/>
            <ac:inkMk id="11" creationId="{7EFF8700-1ED7-7BFC-C9AB-50B11C9651F9}"/>
          </ac:inkMkLst>
        </pc:inkChg>
        <pc:inkChg chg="add del">
          <ac:chgData name="Esraa Mohamed" userId="32a53f8955a3383c" providerId="LiveId" clId="{F10043CA-7E0C-4C5B-B8AD-80B51C33A480}" dt="2026-08-31T09:33:25.055" v="1012"/>
          <ac:inkMkLst>
            <pc:docMk/>
            <pc:sldMk cId="1524769117" sldId="289"/>
            <ac:inkMk id="12" creationId="{01EA5BA6-7BA8-90AA-C7B1-16BBF768972F}"/>
          </ac:inkMkLst>
        </pc:inkChg>
        <pc:inkChg chg="add">
          <ac:chgData name="Esraa Mohamed" userId="32a53f8955a3383c" providerId="LiveId" clId="{F10043CA-7E0C-4C5B-B8AD-80B51C33A480}" dt="2026-08-31T09:33:25.055" v="1012"/>
          <ac:inkMkLst>
            <pc:docMk/>
            <pc:sldMk cId="1524769117" sldId="289"/>
            <ac:inkMk id="13" creationId="{4B109BB0-758B-65F8-6C96-2030C7D37ACA}"/>
          </ac:inkMkLst>
        </pc:inkChg>
        <pc:cxnChg chg="add del">
          <ac:chgData name="Esraa Mohamed" userId="32a53f8955a3383c" providerId="LiveId" clId="{F10043CA-7E0C-4C5B-B8AD-80B51C33A480}" dt="2026-08-30T21:00:40.748" v="278" actId="26606"/>
          <ac:cxnSpMkLst>
            <pc:docMk/>
            <pc:sldMk cId="1524769117" sldId="289"/>
            <ac:cxnSpMk id="18" creationId="{6CF1BAF6-AD41-4082-B212-8A1F9A2E8779}"/>
          </ac:cxnSpMkLst>
        </pc:cxnChg>
        <pc:cxnChg chg="add">
          <ac:chgData name="Esraa Mohamed" userId="32a53f8955a3383c" providerId="LiveId" clId="{F10043CA-7E0C-4C5B-B8AD-80B51C33A480}" dt="2026-08-30T21:00:40.748" v="278" actId="26606"/>
          <ac:cxnSpMkLst>
            <pc:docMk/>
            <pc:sldMk cId="1524769117" sldId="289"/>
            <ac:cxnSpMk id="33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09:34:54.341" v="1025"/>
        <pc:sldMkLst>
          <pc:docMk/>
          <pc:sldMk cId="366547714" sldId="290"/>
        </pc:sldMkLst>
        <pc:spChg chg="mod">
          <ac:chgData name="Esraa Mohamed" userId="32a53f8955a3383c" providerId="LiveId" clId="{F10043CA-7E0C-4C5B-B8AD-80B51C33A480}" dt="2026-08-30T21:15:38.643" v="301" actId="26606"/>
          <ac:spMkLst>
            <pc:docMk/>
            <pc:sldMk cId="366547714" sldId="290"/>
            <ac:spMk id="2" creationId="{9C3EFF50-25C9-CCA9-AF76-D408715763DA}"/>
          </ac:spMkLst>
        </pc:spChg>
        <pc:spChg chg="del mod">
          <ac:chgData name="Esraa Mohamed" userId="32a53f8955a3383c" providerId="LiveId" clId="{F10043CA-7E0C-4C5B-B8AD-80B51C33A480}" dt="2026-08-30T21:11:48.380" v="291" actId="22"/>
          <ac:spMkLst>
            <pc:docMk/>
            <pc:sldMk cId="366547714" sldId="290"/>
            <ac:spMk id="3" creationId="{A4915921-F9AC-93B1-99E6-0AA80F03DBF0}"/>
          </ac:spMkLst>
        </pc:spChg>
        <pc:spChg chg="add del">
          <ac:chgData name="Esraa Mohamed" userId="32a53f8955a3383c" providerId="LiveId" clId="{F10043CA-7E0C-4C5B-B8AD-80B51C33A480}" dt="2026-08-30T21:15:38.643" v="301" actId="26606"/>
          <ac:spMkLst>
            <pc:docMk/>
            <pc:sldMk cId="366547714" sldId="290"/>
            <ac:spMk id="10" creationId="{E914257E-1E2A-4AC7-89EC-1FB65C9C0A0D}"/>
          </ac:spMkLst>
        </pc:spChg>
        <pc:spChg chg="add del">
          <ac:chgData name="Esraa Mohamed" userId="32a53f8955a3383c" providerId="LiveId" clId="{F10043CA-7E0C-4C5B-B8AD-80B51C33A480}" dt="2026-08-30T21:15:38.643" v="301" actId="26606"/>
          <ac:spMkLst>
            <pc:docMk/>
            <pc:sldMk cId="366547714" sldId="290"/>
            <ac:spMk id="12" creationId="{03E1C8F1-97F5-489C-8308-958F09657254}"/>
          </ac:spMkLst>
        </pc:spChg>
        <pc:spChg chg="add del">
          <ac:chgData name="Esraa Mohamed" userId="32a53f8955a3383c" providerId="LiveId" clId="{F10043CA-7E0C-4C5B-B8AD-80B51C33A480}" dt="2026-08-30T21:15:38.643" v="301" actId="26606"/>
          <ac:spMkLst>
            <pc:docMk/>
            <pc:sldMk cId="366547714" sldId="290"/>
            <ac:spMk id="14" creationId="{DEB62645-D4DA-4E99-8344-B1536F63D108}"/>
          </ac:spMkLst>
        </pc:spChg>
        <pc:spChg chg="add">
          <ac:chgData name="Esraa Mohamed" userId="32a53f8955a3383c" providerId="LiveId" clId="{F10043CA-7E0C-4C5B-B8AD-80B51C33A480}" dt="2026-08-30T21:15:38.643" v="301" actId="26606"/>
          <ac:spMkLst>
            <pc:docMk/>
            <pc:sldMk cId="366547714" sldId="290"/>
            <ac:spMk id="19" creationId="{D4771268-CB57-404A-9271-370EB28F6090}"/>
          </ac:spMkLst>
        </pc:spChg>
        <pc:grpChg chg="mod">
          <ac:chgData name="Esraa Mohamed" userId="32a53f8955a3383c" providerId="LiveId" clId="{F10043CA-7E0C-4C5B-B8AD-80B51C33A480}" dt="2026-08-31T09:34:30.418" v="1017"/>
          <ac:grpSpMkLst>
            <pc:docMk/>
            <pc:sldMk cId="366547714" sldId="290"/>
            <ac:grpSpMk id="8" creationId="{349AEBB2-8FDB-295B-657C-6E1B50AE13A5}"/>
          </ac:grpSpMkLst>
        </pc:grpChg>
        <pc:picChg chg="add mod ord">
          <ac:chgData name="Esraa Mohamed" userId="32a53f8955a3383c" providerId="LiveId" clId="{F10043CA-7E0C-4C5B-B8AD-80B51C33A480}" dt="2026-08-30T21:15:38.643" v="301" actId="26606"/>
          <ac:picMkLst>
            <pc:docMk/>
            <pc:sldMk cId="366547714" sldId="290"/>
            <ac:picMk id="5" creationId="{2CD63457-C86E-C972-D342-E789C696ABF4}"/>
          </ac:picMkLst>
        </pc:picChg>
        <pc:inkChg chg="add">
          <ac:chgData name="Esraa Mohamed" userId="32a53f8955a3383c" providerId="LiveId" clId="{F10043CA-7E0C-4C5B-B8AD-80B51C33A480}" dt="2026-08-31T09:34:12.017" v="1013" actId="9405"/>
          <ac:inkMkLst>
            <pc:docMk/>
            <pc:sldMk cId="366547714" sldId="290"/>
            <ac:inkMk id="3" creationId="{7D4B320C-3FC9-B9F2-2BE2-FF620A59D6BF}"/>
          </ac:inkMkLst>
        </pc:inkChg>
        <pc:inkChg chg="add mod">
          <ac:chgData name="Esraa Mohamed" userId="32a53f8955a3383c" providerId="LiveId" clId="{F10043CA-7E0C-4C5B-B8AD-80B51C33A480}" dt="2026-08-31T09:34:30.418" v="1017"/>
          <ac:inkMkLst>
            <pc:docMk/>
            <pc:sldMk cId="366547714" sldId="290"/>
            <ac:inkMk id="4" creationId="{7A707237-E979-8CFE-3213-2169D4BACFC0}"/>
          </ac:inkMkLst>
        </pc:inkChg>
        <pc:inkChg chg="add mod">
          <ac:chgData name="Esraa Mohamed" userId="32a53f8955a3383c" providerId="LiveId" clId="{F10043CA-7E0C-4C5B-B8AD-80B51C33A480}" dt="2026-08-31T09:34:30.418" v="1017"/>
          <ac:inkMkLst>
            <pc:docMk/>
            <pc:sldMk cId="366547714" sldId="290"/>
            <ac:inkMk id="6" creationId="{B86B818D-A9DA-7C6E-AABD-CA76F84FF15E}"/>
          </ac:inkMkLst>
        </pc:inkChg>
        <pc:inkChg chg="add mod">
          <ac:chgData name="Esraa Mohamed" userId="32a53f8955a3383c" providerId="LiveId" clId="{F10043CA-7E0C-4C5B-B8AD-80B51C33A480}" dt="2026-08-31T09:34:30.418" v="1017"/>
          <ac:inkMkLst>
            <pc:docMk/>
            <pc:sldMk cId="366547714" sldId="290"/>
            <ac:inkMk id="7" creationId="{07B738B8-A060-B1B4-C240-9F8B28EA5D2B}"/>
          </ac:inkMkLst>
        </pc:inkChg>
        <pc:inkChg chg="add">
          <ac:chgData name="Esraa Mohamed" userId="32a53f8955a3383c" providerId="LiveId" clId="{F10043CA-7E0C-4C5B-B8AD-80B51C33A480}" dt="2026-08-31T09:34:33.692" v="1018" actId="9405"/>
          <ac:inkMkLst>
            <pc:docMk/>
            <pc:sldMk cId="366547714" sldId="290"/>
            <ac:inkMk id="9" creationId="{4CC710BB-A2B0-98F5-C468-14D945B7EE1D}"/>
          </ac:inkMkLst>
        </pc:inkChg>
        <pc:inkChg chg="add del">
          <ac:chgData name="Esraa Mohamed" userId="32a53f8955a3383c" providerId="LiveId" clId="{F10043CA-7E0C-4C5B-B8AD-80B51C33A480}" dt="2026-08-31T09:34:37.970" v="1020"/>
          <ac:inkMkLst>
            <pc:docMk/>
            <pc:sldMk cId="366547714" sldId="290"/>
            <ac:inkMk id="10" creationId="{F78C8F55-6E1A-C31B-4C46-6F615422F031}"/>
          </ac:inkMkLst>
        </pc:inkChg>
        <pc:inkChg chg="add">
          <ac:chgData name="Esraa Mohamed" userId="32a53f8955a3383c" providerId="LiveId" clId="{F10043CA-7E0C-4C5B-B8AD-80B51C33A480}" dt="2026-08-31T09:34:37.970" v="1020"/>
          <ac:inkMkLst>
            <pc:docMk/>
            <pc:sldMk cId="366547714" sldId="290"/>
            <ac:inkMk id="11" creationId="{5286068A-9536-2564-20D0-02B3FAFD6309}"/>
          </ac:inkMkLst>
        </pc:inkChg>
        <pc:inkChg chg="add del">
          <ac:chgData name="Esraa Mohamed" userId="32a53f8955a3383c" providerId="LiveId" clId="{F10043CA-7E0C-4C5B-B8AD-80B51C33A480}" dt="2026-08-31T09:34:43.803" v="1022"/>
          <ac:inkMkLst>
            <pc:docMk/>
            <pc:sldMk cId="366547714" sldId="290"/>
            <ac:inkMk id="12" creationId="{E10D1708-73BC-36C4-9BEB-508B32CD59D5}"/>
          </ac:inkMkLst>
        </pc:inkChg>
        <pc:inkChg chg="add">
          <ac:chgData name="Esraa Mohamed" userId="32a53f8955a3383c" providerId="LiveId" clId="{F10043CA-7E0C-4C5B-B8AD-80B51C33A480}" dt="2026-08-31T09:34:43.803" v="1022"/>
          <ac:inkMkLst>
            <pc:docMk/>
            <pc:sldMk cId="366547714" sldId="290"/>
            <ac:inkMk id="13" creationId="{E2149BE0-BC99-AC2B-3CD6-20ED0B3B760F}"/>
          </ac:inkMkLst>
        </pc:inkChg>
        <pc:inkChg chg="add">
          <ac:chgData name="Esraa Mohamed" userId="32a53f8955a3383c" providerId="LiveId" clId="{F10043CA-7E0C-4C5B-B8AD-80B51C33A480}" dt="2026-08-31T09:34:45.887" v="1023" actId="9405"/>
          <ac:inkMkLst>
            <pc:docMk/>
            <pc:sldMk cId="366547714" sldId="290"/>
            <ac:inkMk id="14" creationId="{A52FFC50-1DC7-4313-7473-21E0E525B4B1}"/>
          </ac:inkMkLst>
        </pc:inkChg>
        <pc:inkChg chg="add del">
          <ac:chgData name="Esraa Mohamed" userId="32a53f8955a3383c" providerId="LiveId" clId="{F10043CA-7E0C-4C5B-B8AD-80B51C33A480}" dt="2026-08-31T09:34:54.341" v="1025"/>
          <ac:inkMkLst>
            <pc:docMk/>
            <pc:sldMk cId="366547714" sldId="290"/>
            <ac:inkMk id="15" creationId="{7C2D3780-D7D6-15DF-0ACB-78BDD4281B78}"/>
          </ac:inkMkLst>
        </pc:inkChg>
        <pc:inkChg chg="add">
          <ac:chgData name="Esraa Mohamed" userId="32a53f8955a3383c" providerId="LiveId" clId="{F10043CA-7E0C-4C5B-B8AD-80B51C33A480}" dt="2026-08-31T09:34:54.341" v="1025"/>
          <ac:inkMkLst>
            <pc:docMk/>
            <pc:sldMk cId="366547714" sldId="290"/>
            <ac:inkMk id="16" creationId="{DAAB9181-0A08-A701-A7BB-B6E0023EC7FA}"/>
          </ac:inkMkLst>
        </pc:inkChg>
      </pc:sldChg>
      <pc:sldChg chg="addSp delSp modSp new mod setBg">
        <pc:chgData name="Esraa Mohamed" userId="32a53f8955a3383c" providerId="LiveId" clId="{F10043CA-7E0C-4C5B-B8AD-80B51C33A480}" dt="2026-08-31T09:43:32.920" v="1034" actId="9405"/>
        <pc:sldMkLst>
          <pc:docMk/>
          <pc:sldMk cId="2218540269" sldId="291"/>
        </pc:sldMkLst>
        <pc:spChg chg="mod">
          <ac:chgData name="Esraa Mohamed" userId="32a53f8955a3383c" providerId="LiveId" clId="{F10043CA-7E0C-4C5B-B8AD-80B51C33A480}" dt="2026-08-30T21:15:45.147" v="302" actId="26606"/>
          <ac:spMkLst>
            <pc:docMk/>
            <pc:sldMk cId="2218540269" sldId="291"/>
            <ac:spMk id="2" creationId="{D4D309B7-ED1C-5B62-9141-A0830FEFBFDF}"/>
          </ac:spMkLst>
        </pc:spChg>
        <pc:spChg chg="del">
          <ac:chgData name="Esraa Mohamed" userId="32a53f8955a3383c" providerId="LiveId" clId="{F10043CA-7E0C-4C5B-B8AD-80B51C33A480}" dt="2026-08-30T21:14:48.847" v="293" actId="22"/>
          <ac:spMkLst>
            <pc:docMk/>
            <pc:sldMk cId="2218540269" sldId="291"/>
            <ac:spMk id="3" creationId="{0FFADCC9-8220-5D0F-CD69-70F7CCBB401B}"/>
          </ac:spMkLst>
        </pc:spChg>
        <pc:spChg chg="add del">
          <ac:chgData name="Esraa Mohamed" userId="32a53f8955a3383c" providerId="LiveId" clId="{F10043CA-7E0C-4C5B-B8AD-80B51C33A480}" dt="2026-08-30T21:15:45.147" v="302" actId="26606"/>
          <ac:spMkLst>
            <pc:docMk/>
            <pc:sldMk cId="2218540269" sldId="291"/>
            <ac:spMk id="10" creationId="{D4771268-CB57-404A-9271-370EB28F6090}"/>
          </ac:spMkLst>
        </pc:spChg>
        <pc:spChg chg="add">
          <ac:chgData name="Esraa Mohamed" userId="32a53f8955a3383c" providerId="LiveId" clId="{F10043CA-7E0C-4C5B-B8AD-80B51C33A480}" dt="2026-08-30T21:15:45.147" v="302" actId="26606"/>
          <ac:spMkLst>
            <pc:docMk/>
            <pc:sldMk cId="2218540269" sldId="291"/>
            <ac:spMk id="15" creationId="{D4771268-CB57-404A-9271-370EB28F6090}"/>
          </ac:spMkLst>
        </pc:spChg>
        <pc:picChg chg="add mod ord">
          <ac:chgData name="Esraa Mohamed" userId="32a53f8955a3383c" providerId="LiveId" clId="{F10043CA-7E0C-4C5B-B8AD-80B51C33A480}" dt="2026-08-30T21:15:21.508" v="297" actId="26606"/>
          <ac:picMkLst>
            <pc:docMk/>
            <pc:sldMk cId="2218540269" sldId="291"/>
            <ac:picMk id="5" creationId="{F29C008E-F2C3-2E80-F42E-A0B709422A12}"/>
          </ac:picMkLst>
        </pc:picChg>
        <pc:inkChg chg="add del">
          <ac:chgData name="Esraa Mohamed" userId="32a53f8955a3383c" providerId="LiveId" clId="{F10043CA-7E0C-4C5B-B8AD-80B51C33A480}" dt="2026-08-31T09:43:16.462" v="1027"/>
          <ac:inkMkLst>
            <pc:docMk/>
            <pc:sldMk cId="2218540269" sldId="291"/>
            <ac:inkMk id="3" creationId="{50E250F9-8959-DBB0-B268-3ACA218A9BFD}"/>
          </ac:inkMkLst>
        </pc:inkChg>
        <pc:inkChg chg="add mod">
          <ac:chgData name="Esraa Mohamed" userId="32a53f8955a3383c" providerId="LiveId" clId="{F10043CA-7E0C-4C5B-B8AD-80B51C33A480}" dt="2026-08-31T09:43:19.343" v="1028"/>
          <ac:inkMkLst>
            <pc:docMk/>
            <pc:sldMk cId="2218540269" sldId="291"/>
            <ac:inkMk id="4" creationId="{C6F2AE81-A763-6D0A-0C69-4F105923BF33}"/>
          </ac:inkMkLst>
        </pc:inkChg>
        <pc:inkChg chg="add">
          <ac:chgData name="Esraa Mohamed" userId="32a53f8955a3383c" providerId="LiveId" clId="{F10043CA-7E0C-4C5B-B8AD-80B51C33A480}" dt="2026-08-31T09:43:22.093" v="1029" actId="9405"/>
          <ac:inkMkLst>
            <pc:docMk/>
            <pc:sldMk cId="2218540269" sldId="291"/>
            <ac:inkMk id="6" creationId="{347EB401-FED2-D8F4-4CA2-92611F70F1F8}"/>
          </ac:inkMkLst>
        </pc:inkChg>
        <pc:inkChg chg="add">
          <ac:chgData name="Esraa Mohamed" userId="32a53f8955a3383c" providerId="LiveId" clId="{F10043CA-7E0C-4C5B-B8AD-80B51C33A480}" dt="2026-08-31T09:43:26.171" v="1030" actId="9405"/>
          <ac:inkMkLst>
            <pc:docMk/>
            <pc:sldMk cId="2218540269" sldId="291"/>
            <ac:inkMk id="7" creationId="{A95FFC49-D4CB-3347-4D7D-FFBE40C369AA}"/>
          </ac:inkMkLst>
        </pc:inkChg>
        <pc:inkChg chg="add">
          <ac:chgData name="Esraa Mohamed" userId="32a53f8955a3383c" providerId="LiveId" clId="{F10043CA-7E0C-4C5B-B8AD-80B51C33A480}" dt="2026-08-31T09:43:29.544" v="1031" actId="9405"/>
          <ac:inkMkLst>
            <pc:docMk/>
            <pc:sldMk cId="2218540269" sldId="291"/>
            <ac:inkMk id="8" creationId="{7E5F91EA-80B4-79AA-B7A4-FB93CEA8DEE1}"/>
          </ac:inkMkLst>
        </pc:inkChg>
        <pc:inkChg chg="add">
          <ac:chgData name="Esraa Mohamed" userId="32a53f8955a3383c" providerId="LiveId" clId="{F10043CA-7E0C-4C5B-B8AD-80B51C33A480}" dt="2026-08-31T09:43:30.827" v="1032" actId="9405"/>
          <ac:inkMkLst>
            <pc:docMk/>
            <pc:sldMk cId="2218540269" sldId="291"/>
            <ac:inkMk id="9" creationId="{17D63920-3224-3C0D-16E8-CDF6A12AC632}"/>
          </ac:inkMkLst>
        </pc:inkChg>
        <pc:inkChg chg="add">
          <ac:chgData name="Esraa Mohamed" userId="32a53f8955a3383c" providerId="LiveId" clId="{F10043CA-7E0C-4C5B-B8AD-80B51C33A480}" dt="2026-08-31T09:43:31.887" v="1033" actId="9405"/>
          <ac:inkMkLst>
            <pc:docMk/>
            <pc:sldMk cId="2218540269" sldId="291"/>
            <ac:inkMk id="10" creationId="{9B72B068-89A7-7CB3-B932-4E33CB65607A}"/>
          </ac:inkMkLst>
        </pc:inkChg>
        <pc:inkChg chg="add">
          <ac:chgData name="Esraa Mohamed" userId="32a53f8955a3383c" providerId="LiveId" clId="{F10043CA-7E0C-4C5B-B8AD-80B51C33A480}" dt="2026-08-31T09:43:32.920" v="1034" actId="9405"/>
          <ac:inkMkLst>
            <pc:docMk/>
            <pc:sldMk cId="2218540269" sldId="291"/>
            <ac:inkMk id="11" creationId="{26B42996-84A5-BCD1-B2A6-400D06A93A3A}"/>
          </ac:inkMkLst>
        </pc:inkChg>
      </pc:sldChg>
      <pc:sldChg chg="addSp delSp modSp new mod setBg">
        <pc:chgData name="Esraa Mohamed" userId="32a53f8955a3383c" providerId="LiveId" clId="{F10043CA-7E0C-4C5B-B8AD-80B51C33A480}" dt="2026-08-31T09:48:09.027" v="1052"/>
        <pc:sldMkLst>
          <pc:docMk/>
          <pc:sldMk cId="3581725507" sldId="292"/>
        </pc:sldMkLst>
        <pc:spChg chg="mod">
          <ac:chgData name="Esraa Mohamed" userId="32a53f8955a3383c" providerId="LiveId" clId="{F10043CA-7E0C-4C5B-B8AD-80B51C33A480}" dt="2026-08-30T21:19:27.273" v="307" actId="26606"/>
          <ac:spMkLst>
            <pc:docMk/>
            <pc:sldMk cId="3581725507" sldId="292"/>
            <ac:spMk id="2" creationId="{34821AED-28D6-CDFE-DED3-6CC278D0B460}"/>
          </ac:spMkLst>
        </pc:spChg>
        <pc:spChg chg="del">
          <ac:chgData name="Esraa Mohamed" userId="32a53f8955a3383c" providerId="LiveId" clId="{F10043CA-7E0C-4C5B-B8AD-80B51C33A480}" dt="2026-08-30T21:19:24.548" v="306" actId="22"/>
          <ac:spMkLst>
            <pc:docMk/>
            <pc:sldMk cId="3581725507" sldId="292"/>
            <ac:spMk id="3" creationId="{5331FDC9-62C7-B302-9587-3C50FF6A7D0A}"/>
          </ac:spMkLst>
        </pc:spChg>
        <pc:spChg chg="add">
          <ac:chgData name="Esraa Mohamed" userId="32a53f8955a3383c" providerId="LiveId" clId="{F10043CA-7E0C-4C5B-B8AD-80B51C33A480}" dt="2026-08-30T21:19:27.273" v="307" actId="26606"/>
          <ac:spMkLst>
            <pc:docMk/>
            <pc:sldMk cId="3581725507" sldId="292"/>
            <ac:spMk id="10" creationId="{D4771268-CB57-404A-9271-370EB28F6090}"/>
          </ac:spMkLst>
        </pc:spChg>
        <pc:grpChg chg="mod">
          <ac:chgData name="Esraa Mohamed" userId="32a53f8955a3383c" providerId="LiveId" clId="{F10043CA-7E0C-4C5B-B8AD-80B51C33A480}" dt="2026-08-31T09:47:31.455" v="1039"/>
          <ac:grpSpMkLst>
            <pc:docMk/>
            <pc:sldMk cId="3581725507" sldId="292"/>
            <ac:grpSpMk id="8" creationId="{268D5CC3-D7D2-8751-1C5A-B42DE9D89A3C}"/>
          </ac:grpSpMkLst>
        </pc:grpChg>
        <pc:picChg chg="add mod ord">
          <ac:chgData name="Esraa Mohamed" userId="32a53f8955a3383c" providerId="LiveId" clId="{F10043CA-7E0C-4C5B-B8AD-80B51C33A480}" dt="2026-08-30T21:19:27.273" v="307" actId="26606"/>
          <ac:picMkLst>
            <pc:docMk/>
            <pc:sldMk cId="3581725507" sldId="292"/>
            <ac:picMk id="5" creationId="{9402BCCC-9841-B338-6908-250833E36CDA}"/>
          </ac:picMkLst>
        </pc:picChg>
        <pc:inkChg chg="add mod">
          <ac:chgData name="Esraa Mohamed" userId="32a53f8955a3383c" providerId="LiveId" clId="{F10043CA-7E0C-4C5B-B8AD-80B51C33A480}" dt="2026-08-31T09:47:31.455" v="1039"/>
          <ac:inkMkLst>
            <pc:docMk/>
            <pc:sldMk cId="3581725507" sldId="292"/>
            <ac:inkMk id="3" creationId="{004E28FD-D634-A697-00FB-5DF969489730}"/>
          </ac:inkMkLst>
        </pc:inkChg>
        <pc:inkChg chg="add del">
          <ac:chgData name="Esraa Mohamed" userId="32a53f8955a3383c" providerId="LiveId" clId="{F10043CA-7E0C-4C5B-B8AD-80B51C33A480}" dt="2026-08-31T09:47:29.121" v="1037"/>
          <ac:inkMkLst>
            <pc:docMk/>
            <pc:sldMk cId="3581725507" sldId="292"/>
            <ac:inkMk id="4" creationId="{92D18D9A-6D05-68BB-ADDC-6273CAECCFCA}"/>
          </ac:inkMkLst>
        </pc:inkChg>
        <pc:inkChg chg="add">
          <ac:chgData name="Esraa Mohamed" userId="32a53f8955a3383c" providerId="LiveId" clId="{F10043CA-7E0C-4C5B-B8AD-80B51C33A480}" dt="2026-08-31T09:47:29.121" v="1037"/>
          <ac:inkMkLst>
            <pc:docMk/>
            <pc:sldMk cId="3581725507" sldId="292"/>
            <ac:inkMk id="6" creationId="{1B88F03D-475D-9C0B-E353-ECE2F9116C44}"/>
          </ac:inkMkLst>
        </pc:inkChg>
        <pc:inkChg chg="add mod">
          <ac:chgData name="Esraa Mohamed" userId="32a53f8955a3383c" providerId="LiveId" clId="{F10043CA-7E0C-4C5B-B8AD-80B51C33A480}" dt="2026-08-31T09:47:31.455" v="1039"/>
          <ac:inkMkLst>
            <pc:docMk/>
            <pc:sldMk cId="3581725507" sldId="292"/>
            <ac:inkMk id="7" creationId="{BBED3343-04C2-2EC8-0967-B123258EBB16}"/>
          </ac:inkMkLst>
        </pc:inkChg>
        <pc:inkChg chg="add">
          <ac:chgData name="Esraa Mohamed" userId="32a53f8955a3383c" providerId="LiveId" clId="{F10043CA-7E0C-4C5B-B8AD-80B51C33A480}" dt="2026-08-31T09:47:34.292" v="1040" actId="9405"/>
          <ac:inkMkLst>
            <pc:docMk/>
            <pc:sldMk cId="3581725507" sldId="292"/>
            <ac:inkMk id="9" creationId="{1B3817D1-F092-F807-9076-FD33E5D9C27E}"/>
          </ac:inkMkLst>
        </pc:inkChg>
        <pc:inkChg chg="add">
          <ac:chgData name="Esraa Mohamed" userId="32a53f8955a3383c" providerId="LiveId" clId="{F10043CA-7E0C-4C5B-B8AD-80B51C33A480}" dt="2026-08-31T09:47:41.903" v="1041" actId="9405"/>
          <ac:inkMkLst>
            <pc:docMk/>
            <pc:sldMk cId="3581725507" sldId="292"/>
            <ac:inkMk id="11" creationId="{C63ABDC4-2BF4-6F20-FB10-CFE6C1D0CF11}"/>
          </ac:inkMkLst>
        </pc:inkChg>
        <pc:inkChg chg="add del">
          <ac:chgData name="Esraa Mohamed" userId="32a53f8955a3383c" providerId="LiveId" clId="{F10043CA-7E0C-4C5B-B8AD-80B51C33A480}" dt="2026-08-31T09:47:55.150" v="1043"/>
          <ac:inkMkLst>
            <pc:docMk/>
            <pc:sldMk cId="3581725507" sldId="292"/>
            <ac:inkMk id="12" creationId="{DB988E84-4191-5743-AB26-D4EAA680D301}"/>
          </ac:inkMkLst>
        </pc:inkChg>
        <pc:inkChg chg="add">
          <ac:chgData name="Esraa Mohamed" userId="32a53f8955a3383c" providerId="LiveId" clId="{F10043CA-7E0C-4C5B-B8AD-80B51C33A480}" dt="2026-08-31T09:47:55.150" v="1043"/>
          <ac:inkMkLst>
            <pc:docMk/>
            <pc:sldMk cId="3581725507" sldId="292"/>
            <ac:inkMk id="13" creationId="{70561393-8C2E-6691-85AE-4F0B4921B71E}"/>
          </ac:inkMkLst>
        </pc:inkChg>
        <pc:inkChg chg="add">
          <ac:chgData name="Esraa Mohamed" userId="32a53f8955a3383c" providerId="LiveId" clId="{F10043CA-7E0C-4C5B-B8AD-80B51C33A480}" dt="2026-08-31T09:47:56.635" v="1044" actId="9405"/>
          <ac:inkMkLst>
            <pc:docMk/>
            <pc:sldMk cId="3581725507" sldId="292"/>
            <ac:inkMk id="14" creationId="{A091381C-7C05-92F8-C0F2-EAE2884ECAC3}"/>
          </ac:inkMkLst>
        </pc:inkChg>
        <pc:inkChg chg="add del">
          <ac:chgData name="Esraa Mohamed" userId="32a53f8955a3383c" providerId="LiveId" clId="{F10043CA-7E0C-4C5B-B8AD-80B51C33A480}" dt="2026-08-31T09:47:57.774" v="1046"/>
          <ac:inkMkLst>
            <pc:docMk/>
            <pc:sldMk cId="3581725507" sldId="292"/>
            <ac:inkMk id="15" creationId="{8CC6DB4C-9FBF-D776-9ABC-A0A812B567D0}"/>
          </ac:inkMkLst>
        </pc:inkChg>
        <pc:inkChg chg="add">
          <ac:chgData name="Esraa Mohamed" userId="32a53f8955a3383c" providerId="LiveId" clId="{F10043CA-7E0C-4C5B-B8AD-80B51C33A480}" dt="2026-08-31T09:47:57.774" v="1046"/>
          <ac:inkMkLst>
            <pc:docMk/>
            <pc:sldMk cId="3581725507" sldId="292"/>
            <ac:inkMk id="16" creationId="{65B85D24-D152-DA68-2BD8-DC74D7D38E3F}"/>
          </ac:inkMkLst>
        </pc:inkChg>
        <pc:inkChg chg="add del">
          <ac:chgData name="Esraa Mohamed" userId="32a53f8955a3383c" providerId="LiveId" clId="{F10043CA-7E0C-4C5B-B8AD-80B51C33A480}" dt="2026-08-31T09:48:00.032" v="1048"/>
          <ac:inkMkLst>
            <pc:docMk/>
            <pc:sldMk cId="3581725507" sldId="292"/>
            <ac:inkMk id="17" creationId="{CED2B4A2-AAC5-CEBF-6CAB-A6592F3B436B}"/>
          </ac:inkMkLst>
        </pc:inkChg>
        <pc:inkChg chg="add">
          <ac:chgData name="Esraa Mohamed" userId="32a53f8955a3383c" providerId="LiveId" clId="{F10043CA-7E0C-4C5B-B8AD-80B51C33A480}" dt="2026-08-31T09:48:00.032" v="1048"/>
          <ac:inkMkLst>
            <pc:docMk/>
            <pc:sldMk cId="3581725507" sldId="292"/>
            <ac:inkMk id="18" creationId="{9D2AAE7D-8506-A721-FE96-9655347B47FE}"/>
          </ac:inkMkLst>
        </pc:inkChg>
        <pc:inkChg chg="add del">
          <ac:chgData name="Esraa Mohamed" userId="32a53f8955a3383c" providerId="LiveId" clId="{F10043CA-7E0C-4C5B-B8AD-80B51C33A480}" dt="2026-08-31T09:48:01.663" v="1050"/>
          <ac:inkMkLst>
            <pc:docMk/>
            <pc:sldMk cId="3581725507" sldId="292"/>
            <ac:inkMk id="19" creationId="{DFE7F625-3765-0DFC-E4AF-5057C1B2BC17}"/>
          </ac:inkMkLst>
        </pc:inkChg>
        <pc:inkChg chg="add">
          <ac:chgData name="Esraa Mohamed" userId="32a53f8955a3383c" providerId="LiveId" clId="{F10043CA-7E0C-4C5B-B8AD-80B51C33A480}" dt="2026-08-31T09:48:01.663" v="1050"/>
          <ac:inkMkLst>
            <pc:docMk/>
            <pc:sldMk cId="3581725507" sldId="292"/>
            <ac:inkMk id="20" creationId="{3A4EB177-8C3D-5A28-16E1-3A1549CC2CB0}"/>
          </ac:inkMkLst>
        </pc:inkChg>
        <pc:inkChg chg="add del">
          <ac:chgData name="Esraa Mohamed" userId="32a53f8955a3383c" providerId="LiveId" clId="{F10043CA-7E0C-4C5B-B8AD-80B51C33A480}" dt="2026-08-31T09:48:09.027" v="1052"/>
          <ac:inkMkLst>
            <pc:docMk/>
            <pc:sldMk cId="3581725507" sldId="292"/>
            <ac:inkMk id="21" creationId="{57F4FE35-9083-DD65-ADE8-54954A2DF298}"/>
          </ac:inkMkLst>
        </pc:inkChg>
        <pc:inkChg chg="add">
          <ac:chgData name="Esraa Mohamed" userId="32a53f8955a3383c" providerId="LiveId" clId="{F10043CA-7E0C-4C5B-B8AD-80B51C33A480}" dt="2026-08-31T09:48:09.027" v="1052"/>
          <ac:inkMkLst>
            <pc:docMk/>
            <pc:sldMk cId="3581725507" sldId="292"/>
            <ac:inkMk id="22" creationId="{87764CA4-9DB9-F598-FBF6-367C08963CFC}"/>
          </ac:inkMkLst>
        </pc:inkChg>
      </pc:sldChg>
      <pc:sldChg chg="addSp delSp modSp new mod setBg">
        <pc:chgData name="Esraa Mohamed" userId="32a53f8955a3383c" providerId="LiveId" clId="{F10043CA-7E0C-4C5B-B8AD-80B51C33A480}" dt="2026-08-31T09:50:41.172" v="1060"/>
        <pc:sldMkLst>
          <pc:docMk/>
          <pc:sldMk cId="2004938376" sldId="293"/>
        </pc:sldMkLst>
        <pc:spChg chg="mod">
          <ac:chgData name="Esraa Mohamed" userId="32a53f8955a3383c" providerId="LiveId" clId="{F10043CA-7E0C-4C5B-B8AD-80B51C33A480}" dt="2026-08-30T22:00:04.422" v="321" actId="26606"/>
          <ac:spMkLst>
            <pc:docMk/>
            <pc:sldMk cId="2004938376" sldId="293"/>
            <ac:spMk id="2" creationId="{67225A81-A01B-7A07-F7B6-7FB6E768CDCE}"/>
          </ac:spMkLst>
        </pc:spChg>
        <pc:spChg chg="mod">
          <ac:chgData name="Esraa Mohamed" userId="32a53f8955a3383c" providerId="LiveId" clId="{F10043CA-7E0C-4C5B-B8AD-80B51C33A480}" dt="2026-08-30T22:00:49.455" v="329" actId="15"/>
          <ac:spMkLst>
            <pc:docMk/>
            <pc:sldMk cId="2004938376" sldId="293"/>
            <ac:spMk id="3" creationId="{8F3A11B3-A1BA-DC66-25FE-8E61C1A9CC22}"/>
          </ac:spMkLst>
        </pc:spChg>
        <pc:spChg chg="add">
          <ac:chgData name="Esraa Mohamed" userId="32a53f8955a3383c" providerId="LiveId" clId="{F10043CA-7E0C-4C5B-B8AD-80B51C33A480}" dt="2026-08-30T22:00:04.422" v="321" actId="26606"/>
          <ac:spMkLst>
            <pc:docMk/>
            <pc:sldMk cId="2004938376" sldId="293"/>
            <ac:spMk id="12" creationId="{058A14AF-9FB5-4CC7-BA35-E8E85D3EDF0E}"/>
          </ac:spMkLst>
        </pc:spChg>
        <pc:spChg chg="add">
          <ac:chgData name="Esraa Mohamed" userId="32a53f8955a3383c" providerId="LiveId" clId="{F10043CA-7E0C-4C5B-B8AD-80B51C33A480}" dt="2026-08-30T22:00:04.422" v="321" actId="26606"/>
          <ac:spMkLst>
            <pc:docMk/>
            <pc:sldMk cId="2004938376" sldId="293"/>
            <ac:spMk id="14" creationId="{3A9A4357-BD1D-4622-A4FE-766E6AB8DE84}"/>
          </ac:spMkLst>
        </pc:spChg>
        <pc:spChg chg="add">
          <ac:chgData name="Esraa Mohamed" userId="32a53f8955a3383c" providerId="LiveId" clId="{F10043CA-7E0C-4C5B-B8AD-80B51C33A480}" dt="2026-08-30T22:00:04.422" v="321" actId="26606"/>
          <ac:spMkLst>
            <pc:docMk/>
            <pc:sldMk cId="2004938376" sldId="293"/>
            <ac:spMk id="16" creationId="{E659831F-0D9A-4C63-9EBB-8435B85A440F}"/>
          </ac:spMkLst>
        </pc:spChg>
        <pc:spChg chg="add">
          <ac:chgData name="Esraa Mohamed" userId="32a53f8955a3383c" providerId="LiveId" clId="{F10043CA-7E0C-4C5B-B8AD-80B51C33A480}" dt="2026-08-30T22:00:04.422" v="321" actId="26606"/>
          <ac:spMkLst>
            <pc:docMk/>
            <pc:sldMk cId="2004938376" sldId="293"/>
            <ac:spMk id="18" creationId="{E6995CE5-F890-4ABA-82A2-26507CE8D2A3}"/>
          </ac:spMkLst>
        </pc:spChg>
        <pc:grpChg chg="del mod">
          <ac:chgData name="Esraa Mohamed" userId="32a53f8955a3383c" providerId="LiveId" clId="{F10043CA-7E0C-4C5B-B8AD-80B51C33A480}" dt="2026-08-31T09:50:41.172" v="1060"/>
          <ac:grpSpMkLst>
            <pc:docMk/>
            <pc:sldMk cId="2004938376" sldId="293"/>
            <ac:grpSpMk id="10" creationId="{D3E93193-04DE-60D7-859D-8FC3F3A2BE6E}"/>
          </ac:grpSpMkLst>
        </pc:grpChg>
        <pc:grpChg chg="mod">
          <ac:chgData name="Esraa Mohamed" userId="32a53f8955a3383c" providerId="LiveId" clId="{F10043CA-7E0C-4C5B-B8AD-80B51C33A480}" dt="2026-08-31T09:50:41.172" v="1060"/>
          <ac:grpSpMkLst>
            <pc:docMk/>
            <pc:sldMk cId="2004938376" sldId="293"/>
            <ac:grpSpMk id="13" creationId="{96ED92E9-E2AF-93A9-2647-9B126A6B02D3}"/>
          </ac:grpSpMkLst>
        </pc:grpChg>
        <pc:picChg chg="add del mod">
          <ac:chgData name="Esraa Mohamed" userId="32a53f8955a3383c" providerId="LiveId" clId="{F10043CA-7E0C-4C5B-B8AD-80B51C33A480}" dt="2026-08-30T21:59:37.145" v="318" actId="21"/>
          <ac:picMkLst>
            <pc:docMk/>
            <pc:sldMk cId="2004938376" sldId="293"/>
            <ac:picMk id="5" creationId="{1D71BD45-D6C3-17A0-DC33-CFEA70DA0B40}"/>
          </ac:picMkLst>
        </pc:picChg>
        <pc:picChg chg="add mod">
          <ac:chgData name="Esraa Mohamed" userId="32a53f8955a3383c" providerId="LiveId" clId="{F10043CA-7E0C-4C5B-B8AD-80B51C33A480}" dt="2026-08-30T22:00:04.422" v="321" actId="26606"/>
          <ac:picMkLst>
            <pc:docMk/>
            <pc:sldMk cId="2004938376" sldId="293"/>
            <ac:picMk id="7" creationId="{C156391F-DF31-529E-5920-0B7E8601DFB0}"/>
          </ac:picMkLst>
        </pc:picChg>
        <pc:inkChg chg="add">
          <ac:chgData name="Esraa Mohamed" userId="32a53f8955a3383c" providerId="LiveId" clId="{F10043CA-7E0C-4C5B-B8AD-80B51C33A480}" dt="2026-08-31T09:50:11.094" v="1053" actId="9405"/>
          <ac:inkMkLst>
            <pc:docMk/>
            <pc:sldMk cId="2004938376" sldId="293"/>
            <ac:inkMk id="4" creationId="{0EE88CFD-8DAB-95BB-0CD7-5B9F3DA3B16D}"/>
          </ac:inkMkLst>
        </pc:inkChg>
        <pc:inkChg chg="add">
          <ac:chgData name="Esraa Mohamed" userId="32a53f8955a3383c" providerId="LiveId" clId="{F10043CA-7E0C-4C5B-B8AD-80B51C33A480}" dt="2026-08-31T09:50:30.695" v="1054" actId="9405"/>
          <ac:inkMkLst>
            <pc:docMk/>
            <pc:sldMk cId="2004938376" sldId="293"/>
            <ac:inkMk id="5" creationId="{F8A1426E-0911-7E21-AEDE-1E34A7C99768}"/>
          </ac:inkMkLst>
        </pc:inkChg>
        <pc:inkChg chg="add">
          <ac:chgData name="Esraa Mohamed" userId="32a53f8955a3383c" providerId="LiveId" clId="{F10043CA-7E0C-4C5B-B8AD-80B51C33A480}" dt="2026-08-31T09:50:35.092" v="1055" actId="9405"/>
          <ac:inkMkLst>
            <pc:docMk/>
            <pc:sldMk cId="2004938376" sldId="293"/>
            <ac:inkMk id="6" creationId="{A1C1102C-16AB-4E62-6F96-1C05C0C0B692}"/>
          </ac:inkMkLst>
        </pc:inkChg>
        <pc:inkChg chg="add mod">
          <ac:chgData name="Esraa Mohamed" userId="32a53f8955a3383c" providerId="LiveId" clId="{F10043CA-7E0C-4C5B-B8AD-80B51C33A480}" dt="2026-08-31T09:50:41.172" v="1060"/>
          <ac:inkMkLst>
            <pc:docMk/>
            <pc:sldMk cId="2004938376" sldId="293"/>
            <ac:inkMk id="8" creationId="{386AEDE7-B460-C99F-B77B-86EB41ABBDAE}"/>
          </ac:inkMkLst>
        </pc:inkChg>
        <pc:inkChg chg="add mod">
          <ac:chgData name="Esraa Mohamed" userId="32a53f8955a3383c" providerId="LiveId" clId="{F10043CA-7E0C-4C5B-B8AD-80B51C33A480}" dt="2026-08-31T09:50:41.172" v="1060"/>
          <ac:inkMkLst>
            <pc:docMk/>
            <pc:sldMk cId="2004938376" sldId="293"/>
            <ac:inkMk id="9" creationId="{6282FCEB-21C9-8BF7-8ABB-5E8AF04D6B5C}"/>
          </ac:inkMkLst>
        </pc:inkChg>
        <pc:inkChg chg="add mod">
          <ac:chgData name="Esraa Mohamed" userId="32a53f8955a3383c" providerId="LiveId" clId="{F10043CA-7E0C-4C5B-B8AD-80B51C33A480}" dt="2026-08-31T09:50:41.172" v="1060"/>
          <ac:inkMkLst>
            <pc:docMk/>
            <pc:sldMk cId="2004938376" sldId="293"/>
            <ac:inkMk id="11" creationId="{D8BC22E3-6942-2C28-522D-7F5ED24BAFA1}"/>
          </ac:inkMkLst>
        </pc:inkChg>
      </pc:sldChg>
      <pc:sldChg chg="addSp delSp modSp new mod setBg">
        <pc:chgData name="Esraa Mohamed" userId="32a53f8955a3383c" providerId="LiveId" clId="{F10043CA-7E0C-4C5B-B8AD-80B51C33A480}" dt="2026-08-31T09:58:48.052" v="1066" actId="9405"/>
        <pc:sldMkLst>
          <pc:docMk/>
          <pc:sldMk cId="2800895133" sldId="294"/>
        </pc:sldMkLst>
        <pc:spChg chg="mod">
          <ac:chgData name="Esraa Mohamed" userId="32a53f8955a3383c" providerId="LiveId" clId="{F10043CA-7E0C-4C5B-B8AD-80B51C33A480}" dt="2026-08-30T22:02:33.158" v="334" actId="26606"/>
          <ac:spMkLst>
            <pc:docMk/>
            <pc:sldMk cId="2800895133" sldId="294"/>
            <ac:spMk id="2" creationId="{9275CF24-FDC5-0424-78DA-2507F482D79B}"/>
          </ac:spMkLst>
        </pc:spChg>
        <pc:spChg chg="mod">
          <ac:chgData name="Esraa Mohamed" userId="32a53f8955a3383c" providerId="LiveId" clId="{F10043CA-7E0C-4C5B-B8AD-80B51C33A480}" dt="2026-08-30T22:02:49.984" v="336" actId="26606"/>
          <ac:spMkLst>
            <pc:docMk/>
            <pc:sldMk cId="2800895133" sldId="294"/>
            <ac:spMk id="3" creationId="{0761EC1F-4944-E158-286F-061BF7C4B2CE}"/>
          </ac:spMkLst>
        </pc:spChg>
        <pc:spChg chg="add del">
          <ac:chgData name="Esraa Mohamed" userId="32a53f8955a3383c" providerId="LiveId" clId="{F10043CA-7E0C-4C5B-B8AD-80B51C33A480}" dt="2026-08-30T22:02:49.984" v="336" actId="26606"/>
          <ac:spMkLst>
            <pc:docMk/>
            <pc:sldMk cId="2800895133" sldId="294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30T22:02:49.984" v="336" actId="26606"/>
          <ac:spMkLst>
            <pc:docMk/>
            <pc:sldMk cId="2800895133" sldId="294"/>
            <ac:spMk id="15" creationId="{D5B0017B-2ECA-49AF-B397-DC140825DF8D}"/>
          </ac:spMkLst>
        </pc:spChg>
        <pc:spChg chg="add">
          <ac:chgData name="Esraa Mohamed" userId="32a53f8955a3383c" providerId="LiveId" clId="{F10043CA-7E0C-4C5B-B8AD-80B51C33A480}" dt="2026-08-30T22:02:49.984" v="336" actId="26606"/>
          <ac:spMkLst>
            <pc:docMk/>
            <pc:sldMk cId="2800895133" sldId="294"/>
            <ac:spMk id="22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2:02:49.984" v="336" actId="26606"/>
          <ac:spMkLst>
            <pc:docMk/>
            <pc:sldMk cId="2800895133" sldId="294"/>
            <ac:spMk id="29" creationId="{D5B0017B-2ECA-49AF-B397-DC140825DF8D}"/>
          </ac:spMkLst>
        </pc:spChg>
        <pc:grpChg chg="add del">
          <ac:chgData name="Esraa Mohamed" userId="32a53f8955a3383c" providerId="LiveId" clId="{F10043CA-7E0C-4C5B-B8AD-80B51C33A480}" dt="2026-08-30T22:02:49.984" v="336" actId="26606"/>
          <ac:grpSpMkLst>
            <pc:docMk/>
            <pc:sldMk cId="2800895133" sldId="294"/>
            <ac:grpSpMk id="10" creationId="{AE1C45F0-260A-458C-96ED-C1F6D2151219}"/>
          </ac:grpSpMkLst>
        </pc:grpChg>
        <pc:grpChg chg="add">
          <ac:chgData name="Esraa Mohamed" userId="32a53f8955a3383c" providerId="LiveId" clId="{F10043CA-7E0C-4C5B-B8AD-80B51C33A480}" dt="2026-08-30T22:02:49.984" v="336" actId="26606"/>
          <ac:grpSpMkLst>
            <pc:docMk/>
            <pc:sldMk cId="2800895133" sldId="294"/>
            <ac:grpSpMk id="24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09:58:48.052" v="1066" actId="9405"/>
          <ac:inkMkLst>
            <pc:docMk/>
            <pc:sldMk cId="2800895133" sldId="294"/>
            <ac:inkMk id="4" creationId="{36F353E3-963D-6898-7447-A23A24A14630}"/>
          </ac:inkMkLst>
        </pc:inkChg>
        <pc:cxnChg chg="add del">
          <ac:chgData name="Esraa Mohamed" userId="32a53f8955a3383c" providerId="LiveId" clId="{F10043CA-7E0C-4C5B-B8AD-80B51C33A480}" dt="2026-08-30T22:02:49.984" v="336" actId="26606"/>
          <ac:cxnSpMkLst>
            <pc:docMk/>
            <pc:sldMk cId="2800895133" sldId="294"/>
            <ac:cxnSpMk id="17" creationId="{6CF1BAF6-AD41-4082-B212-8A1F9A2E8779}"/>
          </ac:cxnSpMkLst>
        </pc:cxnChg>
        <pc:cxnChg chg="add">
          <ac:chgData name="Esraa Mohamed" userId="32a53f8955a3383c" providerId="LiveId" clId="{F10043CA-7E0C-4C5B-B8AD-80B51C33A480}" dt="2026-08-30T22:02:49.984" v="336" actId="26606"/>
          <ac:cxnSpMkLst>
            <pc:docMk/>
            <pc:sldMk cId="2800895133" sldId="294"/>
            <ac:cxnSpMk id="31" creationId="{6CF1BAF6-AD41-4082-B212-8A1F9A2E8779}"/>
          </ac:cxnSpMkLst>
        </pc:cxnChg>
      </pc:sldChg>
      <pc:sldChg chg="addSp modSp new mod setBg">
        <pc:chgData name="Esraa Mohamed" userId="32a53f8955a3383c" providerId="LiveId" clId="{F10043CA-7E0C-4C5B-B8AD-80B51C33A480}" dt="2026-08-31T09:55:45.824" v="1064" actId="9405"/>
        <pc:sldMkLst>
          <pc:docMk/>
          <pc:sldMk cId="2675025013" sldId="295"/>
        </pc:sldMkLst>
        <pc:spChg chg="mod">
          <ac:chgData name="Esraa Mohamed" userId="32a53f8955a3383c" providerId="LiveId" clId="{F10043CA-7E0C-4C5B-B8AD-80B51C33A480}" dt="2026-08-30T22:05:16.331" v="341" actId="26606"/>
          <ac:spMkLst>
            <pc:docMk/>
            <pc:sldMk cId="2675025013" sldId="295"/>
            <ac:spMk id="2" creationId="{964BF755-23C1-0A7B-DD70-5F78BA98E598}"/>
          </ac:spMkLst>
        </pc:spChg>
        <pc:spChg chg="mod">
          <ac:chgData name="Esraa Mohamed" userId="32a53f8955a3383c" providerId="LiveId" clId="{F10043CA-7E0C-4C5B-B8AD-80B51C33A480}" dt="2026-08-30T22:05:50.728" v="371" actId="20577"/>
          <ac:spMkLst>
            <pc:docMk/>
            <pc:sldMk cId="2675025013" sldId="295"/>
            <ac:spMk id="3" creationId="{CD0F63E3-BA3F-44F1-4256-7DFED0D38C11}"/>
          </ac:spMkLst>
        </pc:spChg>
        <pc:spChg chg="add">
          <ac:chgData name="Esraa Mohamed" userId="32a53f8955a3383c" providerId="LiveId" clId="{F10043CA-7E0C-4C5B-B8AD-80B51C33A480}" dt="2026-08-30T22:05:16.331" v="341" actId="26606"/>
          <ac:spMkLst>
            <pc:docMk/>
            <pc:sldMk cId="2675025013" sldId="295"/>
            <ac:spMk id="10" creationId="{058A14AF-9FB5-4CC7-BA35-E8E85D3EDF0E}"/>
          </ac:spMkLst>
        </pc:spChg>
        <pc:spChg chg="add">
          <ac:chgData name="Esraa Mohamed" userId="32a53f8955a3383c" providerId="LiveId" clId="{F10043CA-7E0C-4C5B-B8AD-80B51C33A480}" dt="2026-08-30T22:05:16.331" v="341" actId="26606"/>
          <ac:spMkLst>
            <pc:docMk/>
            <pc:sldMk cId="2675025013" sldId="295"/>
            <ac:spMk id="12" creationId="{3A9A4357-BD1D-4622-A4FE-766E6AB8DE84}"/>
          </ac:spMkLst>
        </pc:spChg>
        <pc:spChg chg="add">
          <ac:chgData name="Esraa Mohamed" userId="32a53f8955a3383c" providerId="LiveId" clId="{F10043CA-7E0C-4C5B-B8AD-80B51C33A480}" dt="2026-08-30T22:05:16.331" v="341" actId="26606"/>
          <ac:spMkLst>
            <pc:docMk/>
            <pc:sldMk cId="2675025013" sldId="295"/>
            <ac:spMk id="14" creationId="{E659831F-0D9A-4C63-9EBB-8435B85A440F}"/>
          </ac:spMkLst>
        </pc:spChg>
        <pc:spChg chg="add">
          <ac:chgData name="Esraa Mohamed" userId="32a53f8955a3383c" providerId="LiveId" clId="{F10043CA-7E0C-4C5B-B8AD-80B51C33A480}" dt="2026-08-30T22:05:16.331" v="341" actId="26606"/>
          <ac:spMkLst>
            <pc:docMk/>
            <pc:sldMk cId="2675025013" sldId="295"/>
            <ac:spMk id="16" creationId="{E6995CE5-F890-4ABA-82A2-26507CE8D2A3}"/>
          </ac:spMkLst>
        </pc:spChg>
        <pc:picChg chg="add mod">
          <ac:chgData name="Esraa Mohamed" userId="32a53f8955a3383c" providerId="LiveId" clId="{F10043CA-7E0C-4C5B-B8AD-80B51C33A480}" dt="2026-08-30T22:05:16.331" v="341" actId="26606"/>
          <ac:picMkLst>
            <pc:docMk/>
            <pc:sldMk cId="2675025013" sldId="295"/>
            <ac:picMk id="5" creationId="{E9A90F0B-46F9-0313-D76F-E92512B895B5}"/>
          </ac:picMkLst>
        </pc:picChg>
        <pc:inkChg chg="add">
          <ac:chgData name="Esraa Mohamed" userId="32a53f8955a3383c" providerId="LiveId" clId="{F10043CA-7E0C-4C5B-B8AD-80B51C33A480}" dt="2026-08-31T09:55:06.864" v="1061" actId="9405"/>
          <ac:inkMkLst>
            <pc:docMk/>
            <pc:sldMk cId="2675025013" sldId="295"/>
            <ac:inkMk id="4" creationId="{8A0F917E-2C09-93D9-ECF3-17E10763445A}"/>
          </ac:inkMkLst>
        </pc:inkChg>
        <pc:inkChg chg="add">
          <ac:chgData name="Esraa Mohamed" userId="32a53f8955a3383c" providerId="LiveId" clId="{F10043CA-7E0C-4C5B-B8AD-80B51C33A480}" dt="2026-08-31T09:55:24.280" v="1062" actId="9405"/>
          <ac:inkMkLst>
            <pc:docMk/>
            <pc:sldMk cId="2675025013" sldId="295"/>
            <ac:inkMk id="6" creationId="{D0D3CCF9-6AE7-1198-F54C-B25B52E38F05}"/>
          </ac:inkMkLst>
        </pc:inkChg>
        <pc:inkChg chg="add">
          <ac:chgData name="Esraa Mohamed" userId="32a53f8955a3383c" providerId="LiveId" clId="{F10043CA-7E0C-4C5B-B8AD-80B51C33A480}" dt="2026-08-31T09:55:39.073" v="1063" actId="9405"/>
          <ac:inkMkLst>
            <pc:docMk/>
            <pc:sldMk cId="2675025013" sldId="295"/>
            <ac:inkMk id="7" creationId="{73D7C2DC-88C4-5457-D7E8-5EA6758A9EB3}"/>
          </ac:inkMkLst>
        </pc:inkChg>
        <pc:inkChg chg="add">
          <ac:chgData name="Esraa Mohamed" userId="32a53f8955a3383c" providerId="LiveId" clId="{F10043CA-7E0C-4C5B-B8AD-80B51C33A480}" dt="2026-08-31T09:55:45.824" v="1064" actId="9405"/>
          <ac:inkMkLst>
            <pc:docMk/>
            <pc:sldMk cId="2675025013" sldId="295"/>
            <ac:inkMk id="8" creationId="{9633D921-453D-8A94-6FEA-06E48297223F}"/>
          </ac:inkMkLst>
        </pc:inkChg>
      </pc:sldChg>
      <pc:sldChg chg="addSp delSp modSp new mod setBg">
        <pc:chgData name="Esraa Mohamed" userId="32a53f8955a3383c" providerId="LiveId" clId="{F10043CA-7E0C-4C5B-B8AD-80B51C33A480}" dt="2026-08-31T10:03:34.203" v="1112"/>
        <pc:sldMkLst>
          <pc:docMk/>
          <pc:sldMk cId="1531315919" sldId="296"/>
        </pc:sldMkLst>
        <pc:spChg chg="mod">
          <ac:chgData name="Esraa Mohamed" userId="32a53f8955a3383c" providerId="LiveId" clId="{F10043CA-7E0C-4C5B-B8AD-80B51C33A480}" dt="2026-08-30T22:24:53.464" v="376" actId="26606"/>
          <ac:spMkLst>
            <pc:docMk/>
            <pc:sldMk cId="1531315919" sldId="296"/>
            <ac:spMk id="2" creationId="{AF04E07D-29D1-287A-1F1A-C38E7495EE7E}"/>
          </ac:spMkLst>
        </pc:spChg>
        <pc:spChg chg="mod">
          <ac:chgData name="Esraa Mohamed" userId="32a53f8955a3383c" providerId="LiveId" clId="{F10043CA-7E0C-4C5B-B8AD-80B51C33A480}" dt="2026-08-30T22:24:53.464" v="376" actId="26606"/>
          <ac:spMkLst>
            <pc:docMk/>
            <pc:sldMk cId="1531315919" sldId="296"/>
            <ac:spMk id="3" creationId="{03FCF9F6-C8A0-65CD-1C79-DA2C3C40203F}"/>
          </ac:spMkLst>
        </pc:spChg>
        <pc:spChg chg="add">
          <ac:chgData name="Esraa Mohamed" userId="32a53f8955a3383c" providerId="LiveId" clId="{F10043CA-7E0C-4C5B-B8AD-80B51C33A480}" dt="2026-08-30T22:24:53.464" v="376" actId="26606"/>
          <ac:spMkLst>
            <pc:docMk/>
            <pc:sldMk cId="1531315919" sldId="296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2:24:53.464" v="376" actId="26606"/>
          <ac:spMkLst>
            <pc:docMk/>
            <pc:sldMk cId="1531315919" sldId="296"/>
            <ac:spMk id="15" creationId="{D5B0017B-2ECA-49AF-B397-DC140825DF8D}"/>
          </ac:spMkLst>
        </pc:spChg>
        <pc:grpChg chg="del mod">
          <ac:chgData name="Esraa Mohamed" userId="32a53f8955a3383c" providerId="LiveId" clId="{F10043CA-7E0C-4C5B-B8AD-80B51C33A480}" dt="2026-08-31T10:01:32.677" v="1087"/>
          <ac:grpSpMkLst>
            <pc:docMk/>
            <pc:sldMk cId="1531315919" sldId="296"/>
            <ac:grpSpMk id="7" creationId="{3696EA50-EE47-A5B9-253E-C93D3116A5F3}"/>
          </ac:grpSpMkLst>
        </pc:grpChg>
        <pc:grpChg chg="add">
          <ac:chgData name="Esraa Mohamed" userId="32a53f8955a3383c" providerId="LiveId" clId="{F10043CA-7E0C-4C5B-B8AD-80B51C33A480}" dt="2026-08-30T22:24:53.464" v="376" actId="26606"/>
          <ac:grpSpMkLst>
            <pc:docMk/>
            <pc:sldMk cId="1531315919" sldId="296"/>
            <ac:grpSpMk id="10" creationId="{AE1C45F0-260A-458C-96ED-C1F6D2151219}"/>
          </ac:grpSpMkLst>
        </pc:grpChg>
        <pc:grpChg chg="del mod">
          <ac:chgData name="Esraa Mohamed" userId="32a53f8955a3383c" providerId="LiveId" clId="{F10043CA-7E0C-4C5B-B8AD-80B51C33A480}" dt="2026-08-31T10:01:32.677" v="1087"/>
          <ac:grpSpMkLst>
            <pc:docMk/>
            <pc:sldMk cId="1531315919" sldId="296"/>
            <ac:grpSpMk id="18" creationId="{864FB090-FCF6-1ECB-AE5F-1A0A55B271C8}"/>
          </ac:grpSpMkLst>
        </pc:grpChg>
        <pc:grpChg chg="del mod">
          <ac:chgData name="Esraa Mohamed" userId="32a53f8955a3383c" providerId="LiveId" clId="{F10043CA-7E0C-4C5B-B8AD-80B51C33A480}" dt="2026-08-31T10:01:23.331" v="1080"/>
          <ac:grpSpMkLst>
            <pc:docMk/>
            <pc:sldMk cId="1531315919" sldId="296"/>
            <ac:grpSpMk id="22" creationId="{44518F8E-1802-C9DA-FF61-812DAF98FCAF}"/>
          </ac:grpSpMkLst>
        </pc:grpChg>
        <pc:grpChg chg="del mod">
          <ac:chgData name="Esraa Mohamed" userId="32a53f8955a3383c" providerId="LiveId" clId="{F10043CA-7E0C-4C5B-B8AD-80B51C33A480}" dt="2026-08-31T10:01:32.677" v="1087"/>
          <ac:grpSpMkLst>
            <pc:docMk/>
            <pc:sldMk cId="1531315919" sldId="296"/>
            <ac:grpSpMk id="25" creationId="{83E7A040-BE6D-F9BB-4A86-7AC770527320}"/>
          </ac:grpSpMkLst>
        </pc:grpChg>
        <pc:grpChg chg="del mod">
          <ac:chgData name="Esraa Mohamed" userId="32a53f8955a3383c" providerId="LiveId" clId="{F10043CA-7E0C-4C5B-B8AD-80B51C33A480}" dt="2026-08-31T10:01:27.188" v="1085"/>
          <ac:grpSpMkLst>
            <pc:docMk/>
            <pc:sldMk cId="1531315919" sldId="296"/>
            <ac:grpSpMk id="28" creationId="{9A3F71E6-85F3-7763-4367-F06AA05B5E55}"/>
          </ac:grpSpMkLst>
        </pc:grpChg>
        <pc:grpChg chg="del mod">
          <ac:chgData name="Esraa Mohamed" userId="32a53f8955a3383c" providerId="LiveId" clId="{F10043CA-7E0C-4C5B-B8AD-80B51C33A480}" dt="2026-08-31T10:01:32.677" v="1087"/>
          <ac:grpSpMkLst>
            <pc:docMk/>
            <pc:sldMk cId="1531315919" sldId="296"/>
            <ac:grpSpMk id="30" creationId="{1DD56E9C-1725-1803-E2A0-9B174FF941C2}"/>
          </ac:grpSpMkLst>
        </pc:grpChg>
        <pc:grpChg chg="mod">
          <ac:chgData name="Esraa Mohamed" userId="32a53f8955a3383c" providerId="LiveId" clId="{F10043CA-7E0C-4C5B-B8AD-80B51C33A480}" dt="2026-08-31T10:01:32.677" v="1087"/>
          <ac:grpSpMkLst>
            <pc:docMk/>
            <pc:sldMk cId="1531315919" sldId="296"/>
            <ac:grpSpMk id="32" creationId="{8429FA09-4A49-82EE-7456-6F4E471B65C9}"/>
          </ac:grpSpMkLst>
        </pc:grpChg>
        <pc:grpChg chg="mod">
          <ac:chgData name="Esraa Mohamed" userId="32a53f8955a3383c" providerId="LiveId" clId="{F10043CA-7E0C-4C5B-B8AD-80B51C33A480}" dt="2026-08-31T10:01:47.163" v="1093"/>
          <ac:grpSpMkLst>
            <pc:docMk/>
            <pc:sldMk cId="1531315919" sldId="296"/>
            <ac:grpSpMk id="38" creationId="{2217319C-AD46-4D15-E366-E037D74C8479}"/>
          </ac:grpSpMkLst>
        </pc:grpChg>
        <pc:grpChg chg="mod">
          <ac:chgData name="Esraa Mohamed" userId="32a53f8955a3383c" providerId="LiveId" clId="{F10043CA-7E0C-4C5B-B8AD-80B51C33A480}" dt="2026-08-31T10:01:53.175" v="1098"/>
          <ac:grpSpMkLst>
            <pc:docMk/>
            <pc:sldMk cId="1531315919" sldId="296"/>
            <ac:grpSpMk id="43" creationId="{0583B793-46E6-3861-2E18-02E2709EAE35}"/>
          </ac:grpSpMkLst>
        </pc:grpChg>
        <pc:grpChg chg="del mod">
          <ac:chgData name="Esraa Mohamed" userId="32a53f8955a3383c" providerId="LiveId" clId="{F10043CA-7E0C-4C5B-B8AD-80B51C33A480}" dt="2026-08-31T10:03:21.749" v="1106"/>
          <ac:grpSpMkLst>
            <pc:docMk/>
            <pc:sldMk cId="1531315919" sldId="296"/>
            <ac:grpSpMk id="49" creationId="{8025D16E-13CA-52BC-33FF-68BF98E75F7A}"/>
          </ac:grpSpMkLst>
        </pc:grpChg>
        <pc:grpChg chg="mod">
          <ac:chgData name="Esraa Mohamed" userId="32a53f8955a3383c" providerId="LiveId" clId="{F10043CA-7E0C-4C5B-B8AD-80B51C33A480}" dt="2026-08-31T10:03:21.749" v="1106"/>
          <ac:grpSpMkLst>
            <pc:docMk/>
            <pc:sldMk cId="1531315919" sldId="296"/>
            <ac:grpSpMk id="51" creationId="{FD03AA85-B8B9-7435-C1AD-C84DDA2A0EA5}"/>
          </ac:grpSpMkLst>
        </pc:grpChg>
        <pc:grpChg chg="mod">
          <ac:chgData name="Esraa Mohamed" userId="32a53f8955a3383c" providerId="LiveId" clId="{F10043CA-7E0C-4C5B-B8AD-80B51C33A480}" dt="2026-08-31T10:03:34.203" v="1112"/>
          <ac:grpSpMkLst>
            <pc:docMk/>
            <pc:sldMk cId="1531315919" sldId="296"/>
            <ac:grpSpMk id="57" creationId="{F3171D2B-57C8-FED5-9B44-F7DA6F81CFDE}"/>
          </ac:grpSpMkLst>
        </pc:grpChg>
        <pc:inkChg chg="add">
          <ac:chgData name="Esraa Mohamed" userId="32a53f8955a3383c" providerId="LiveId" clId="{F10043CA-7E0C-4C5B-B8AD-80B51C33A480}" dt="2026-08-31T09:57:46.710" v="1065" actId="9405"/>
          <ac:inkMkLst>
            <pc:docMk/>
            <pc:sldMk cId="1531315919" sldId="296"/>
            <ac:inkMk id="4" creationId="{C8EF279D-7F57-8B6A-25CF-3446919F1D1B}"/>
          </ac:inkMkLst>
        </pc:inkChg>
        <pc:inkChg chg="add mod">
          <ac:chgData name="Esraa Mohamed" userId="32a53f8955a3383c" providerId="LiveId" clId="{F10043CA-7E0C-4C5B-B8AD-80B51C33A480}" dt="2026-08-31T10:01:32.677" v="1087"/>
          <ac:inkMkLst>
            <pc:docMk/>
            <pc:sldMk cId="1531315919" sldId="296"/>
            <ac:inkMk id="5" creationId="{DFD63DC3-DF4F-D7A1-1737-8A99E6C857C8}"/>
          </ac:inkMkLst>
        </pc:inkChg>
        <pc:inkChg chg="add mod">
          <ac:chgData name="Esraa Mohamed" userId="32a53f8955a3383c" providerId="LiveId" clId="{F10043CA-7E0C-4C5B-B8AD-80B51C33A480}" dt="2026-08-31T10:01:32.677" v="1087"/>
          <ac:inkMkLst>
            <pc:docMk/>
            <pc:sldMk cId="1531315919" sldId="296"/>
            <ac:inkMk id="6" creationId="{18CB53C5-8DB8-CE7E-258E-5381E9A9BD5A}"/>
          </ac:inkMkLst>
        </pc:inkChg>
        <pc:inkChg chg="add mod">
          <ac:chgData name="Esraa Mohamed" userId="32a53f8955a3383c" providerId="LiveId" clId="{F10043CA-7E0C-4C5B-B8AD-80B51C33A480}" dt="2026-08-31T10:01:32.677" v="1087"/>
          <ac:inkMkLst>
            <pc:docMk/>
            <pc:sldMk cId="1531315919" sldId="296"/>
            <ac:inkMk id="9" creationId="{07C94A80-BB8E-0CE9-B2C3-06619C1B67D1}"/>
          </ac:inkMkLst>
        </pc:inkChg>
        <pc:inkChg chg="add mod">
          <ac:chgData name="Esraa Mohamed" userId="32a53f8955a3383c" providerId="LiveId" clId="{F10043CA-7E0C-4C5B-B8AD-80B51C33A480}" dt="2026-08-31T10:01:32.677" v="1087"/>
          <ac:inkMkLst>
            <pc:docMk/>
            <pc:sldMk cId="1531315919" sldId="296"/>
            <ac:inkMk id="14" creationId="{E2862DAE-E47F-BACD-198A-DECFC9B52DB3}"/>
          </ac:inkMkLst>
        </pc:inkChg>
        <pc:inkChg chg="add mod">
          <ac:chgData name="Esraa Mohamed" userId="32a53f8955a3383c" providerId="LiveId" clId="{F10043CA-7E0C-4C5B-B8AD-80B51C33A480}" dt="2026-08-31T10:01:17.185" v="1073"/>
          <ac:inkMkLst>
            <pc:docMk/>
            <pc:sldMk cId="1531315919" sldId="296"/>
            <ac:inkMk id="16" creationId="{5BF7637C-56BD-C37E-E6B1-5E5189C15714}"/>
          </ac:inkMkLst>
        </pc:inkChg>
        <pc:inkChg chg="add">
          <ac:chgData name="Esraa Mohamed" userId="32a53f8955a3383c" providerId="LiveId" clId="{F10043CA-7E0C-4C5B-B8AD-80B51C33A480}" dt="2026-08-31T10:01:17.777" v="1074" actId="9405"/>
          <ac:inkMkLst>
            <pc:docMk/>
            <pc:sldMk cId="1531315919" sldId="296"/>
            <ac:inkMk id="19" creationId="{74289A78-6377-FA0C-0EDE-A2F38B8C7EEA}"/>
          </ac:inkMkLst>
        </pc:inkChg>
        <pc:inkChg chg="add mod">
          <ac:chgData name="Esraa Mohamed" userId="32a53f8955a3383c" providerId="LiveId" clId="{F10043CA-7E0C-4C5B-B8AD-80B51C33A480}" dt="2026-08-31T10:01:23.331" v="1080"/>
          <ac:inkMkLst>
            <pc:docMk/>
            <pc:sldMk cId="1531315919" sldId="296"/>
            <ac:inkMk id="20" creationId="{0365EF3F-3CB7-5472-A602-B109DB2C8E03}"/>
          </ac:inkMkLst>
        </pc:inkChg>
        <pc:inkChg chg="add mod">
          <ac:chgData name="Esraa Mohamed" userId="32a53f8955a3383c" providerId="LiveId" clId="{F10043CA-7E0C-4C5B-B8AD-80B51C33A480}" dt="2026-08-31T10:01:23.331" v="1080"/>
          <ac:inkMkLst>
            <pc:docMk/>
            <pc:sldMk cId="1531315919" sldId="296"/>
            <ac:inkMk id="21" creationId="{4CE56354-8C3F-68FC-2252-173B4B9D3631}"/>
          </ac:inkMkLst>
        </pc:inkChg>
        <pc:inkChg chg="add mod">
          <ac:chgData name="Esraa Mohamed" userId="32a53f8955a3383c" providerId="LiveId" clId="{F10043CA-7E0C-4C5B-B8AD-80B51C33A480}" dt="2026-08-31T10:01:23.331" v="1080"/>
          <ac:inkMkLst>
            <pc:docMk/>
            <pc:sldMk cId="1531315919" sldId="296"/>
            <ac:inkMk id="23" creationId="{D0BF72CE-5D05-DF61-A6E6-6FB6264516D6}"/>
          </ac:inkMkLst>
        </pc:inkChg>
        <pc:inkChg chg="add">
          <ac:chgData name="Esraa Mohamed" userId="32a53f8955a3383c" providerId="LiveId" clId="{F10043CA-7E0C-4C5B-B8AD-80B51C33A480}" dt="2026-08-31T10:01:22.698" v="1079" actId="9405"/>
          <ac:inkMkLst>
            <pc:docMk/>
            <pc:sldMk cId="1531315919" sldId="296"/>
            <ac:inkMk id="24" creationId="{167E4025-DB29-B170-BC2F-EDD362196D12}"/>
          </ac:inkMkLst>
        </pc:inkChg>
        <pc:inkChg chg="add mod">
          <ac:chgData name="Esraa Mohamed" userId="32a53f8955a3383c" providerId="LiveId" clId="{F10043CA-7E0C-4C5B-B8AD-80B51C33A480}" dt="2026-08-31T10:01:27.188" v="1085"/>
          <ac:inkMkLst>
            <pc:docMk/>
            <pc:sldMk cId="1531315919" sldId="296"/>
            <ac:inkMk id="26" creationId="{20F6D08F-CD6C-6549-8238-7F503E009C8F}"/>
          </ac:inkMkLst>
        </pc:inkChg>
        <pc:inkChg chg="add mod">
          <ac:chgData name="Esraa Mohamed" userId="32a53f8955a3383c" providerId="LiveId" clId="{F10043CA-7E0C-4C5B-B8AD-80B51C33A480}" dt="2026-08-31T10:01:32.677" v="1087"/>
          <ac:inkMkLst>
            <pc:docMk/>
            <pc:sldMk cId="1531315919" sldId="296"/>
            <ac:inkMk id="27" creationId="{6D64AB77-5BCB-BD09-09B6-BA67B3CC583D}"/>
          </ac:inkMkLst>
        </pc:inkChg>
        <pc:inkChg chg="add mod">
          <ac:chgData name="Esraa Mohamed" userId="32a53f8955a3383c" providerId="LiveId" clId="{F10043CA-7E0C-4C5B-B8AD-80B51C33A480}" dt="2026-08-31T10:01:27.188" v="1085"/>
          <ac:inkMkLst>
            <pc:docMk/>
            <pc:sldMk cId="1531315919" sldId="296"/>
            <ac:inkMk id="29" creationId="{B3BBA28E-8D30-247E-41A1-015EF28411C3}"/>
          </ac:inkMkLst>
        </pc:inkChg>
        <pc:inkChg chg="add">
          <ac:chgData name="Esraa Mohamed" userId="32a53f8955a3383c" providerId="LiveId" clId="{F10043CA-7E0C-4C5B-B8AD-80B51C33A480}" dt="2026-08-31T10:01:32.038" v="1086" actId="9405"/>
          <ac:inkMkLst>
            <pc:docMk/>
            <pc:sldMk cId="1531315919" sldId="296"/>
            <ac:inkMk id="31" creationId="{E4A9793B-ADCD-17D9-511E-1BB26E1BB74D}"/>
          </ac:inkMkLst>
        </pc:inkChg>
        <pc:inkChg chg="add del">
          <ac:chgData name="Esraa Mohamed" userId="32a53f8955a3383c" providerId="LiveId" clId="{F10043CA-7E0C-4C5B-B8AD-80B51C33A480}" dt="2026-08-31T10:01:36.920" v="1089"/>
          <ac:inkMkLst>
            <pc:docMk/>
            <pc:sldMk cId="1531315919" sldId="296"/>
            <ac:inkMk id="33" creationId="{B92445B8-8761-99D1-0E28-F6178997BD23}"/>
          </ac:inkMkLst>
        </pc:inkChg>
        <pc:inkChg chg="add">
          <ac:chgData name="Esraa Mohamed" userId="32a53f8955a3383c" providerId="LiveId" clId="{F10043CA-7E0C-4C5B-B8AD-80B51C33A480}" dt="2026-08-31T10:01:36.920" v="1089"/>
          <ac:inkMkLst>
            <pc:docMk/>
            <pc:sldMk cId="1531315919" sldId="296"/>
            <ac:inkMk id="34" creationId="{52808064-CB61-9412-A616-40AEEFDD201A}"/>
          </ac:inkMkLst>
        </pc:inkChg>
        <pc:inkChg chg="add">
          <ac:chgData name="Esraa Mohamed" userId="32a53f8955a3383c" providerId="LiveId" clId="{F10043CA-7E0C-4C5B-B8AD-80B51C33A480}" dt="2026-08-31T10:01:41.261" v="1090" actId="9405"/>
          <ac:inkMkLst>
            <pc:docMk/>
            <pc:sldMk cId="1531315919" sldId="296"/>
            <ac:inkMk id="35" creationId="{D2B87E7B-6842-FCAF-D37E-0BC1401B1EC4}"/>
          </ac:inkMkLst>
        </pc:inkChg>
        <pc:inkChg chg="add mod">
          <ac:chgData name="Esraa Mohamed" userId="32a53f8955a3383c" providerId="LiveId" clId="{F10043CA-7E0C-4C5B-B8AD-80B51C33A480}" dt="2026-08-31T10:01:47.163" v="1093"/>
          <ac:inkMkLst>
            <pc:docMk/>
            <pc:sldMk cId="1531315919" sldId="296"/>
            <ac:inkMk id="36" creationId="{D455A957-AE7D-801E-1F9B-7526D9782F80}"/>
          </ac:inkMkLst>
        </pc:inkChg>
        <pc:inkChg chg="add mod">
          <ac:chgData name="Esraa Mohamed" userId="32a53f8955a3383c" providerId="LiveId" clId="{F10043CA-7E0C-4C5B-B8AD-80B51C33A480}" dt="2026-08-31T10:01:47.163" v="1093"/>
          <ac:inkMkLst>
            <pc:docMk/>
            <pc:sldMk cId="1531315919" sldId="296"/>
            <ac:inkMk id="37" creationId="{E87F5028-8A21-6ACF-02D4-0F52D21EF632}"/>
          </ac:inkMkLst>
        </pc:inkChg>
        <pc:inkChg chg="add del">
          <ac:chgData name="Esraa Mohamed" userId="32a53f8955a3383c" providerId="LiveId" clId="{F10043CA-7E0C-4C5B-B8AD-80B51C33A480}" dt="2026-08-31T10:01:49.183" v="1095"/>
          <ac:inkMkLst>
            <pc:docMk/>
            <pc:sldMk cId="1531315919" sldId="296"/>
            <ac:inkMk id="39" creationId="{17D92851-E7E7-C581-7DAE-346B6D3527CC}"/>
          </ac:inkMkLst>
        </pc:inkChg>
        <pc:inkChg chg="add">
          <ac:chgData name="Esraa Mohamed" userId="32a53f8955a3383c" providerId="LiveId" clId="{F10043CA-7E0C-4C5B-B8AD-80B51C33A480}" dt="2026-08-31T10:01:49.183" v="1095"/>
          <ac:inkMkLst>
            <pc:docMk/>
            <pc:sldMk cId="1531315919" sldId="296"/>
            <ac:inkMk id="40" creationId="{2B621C3C-1D51-3AE0-F60F-DE151DF02554}"/>
          </ac:inkMkLst>
        </pc:inkChg>
        <pc:inkChg chg="add mod">
          <ac:chgData name="Esraa Mohamed" userId="32a53f8955a3383c" providerId="LiveId" clId="{F10043CA-7E0C-4C5B-B8AD-80B51C33A480}" dt="2026-08-31T10:01:53.175" v="1098"/>
          <ac:inkMkLst>
            <pc:docMk/>
            <pc:sldMk cId="1531315919" sldId="296"/>
            <ac:inkMk id="41" creationId="{EDD9EE1F-3CAD-E596-B783-C1693A64679F}"/>
          </ac:inkMkLst>
        </pc:inkChg>
        <pc:inkChg chg="add mod">
          <ac:chgData name="Esraa Mohamed" userId="32a53f8955a3383c" providerId="LiveId" clId="{F10043CA-7E0C-4C5B-B8AD-80B51C33A480}" dt="2026-08-31T10:01:53.175" v="1098"/>
          <ac:inkMkLst>
            <pc:docMk/>
            <pc:sldMk cId="1531315919" sldId="296"/>
            <ac:inkMk id="42" creationId="{079DCFB4-54A7-7769-3BC6-BFE4C7A1E9F7}"/>
          </ac:inkMkLst>
        </pc:inkChg>
        <pc:inkChg chg="add">
          <ac:chgData name="Esraa Mohamed" userId="32a53f8955a3383c" providerId="LiveId" clId="{F10043CA-7E0C-4C5B-B8AD-80B51C33A480}" dt="2026-08-31T10:01:59.879" v="1099" actId="9405"/>
          <ac:inkMkLst>
            <pc:docMk/>
            <pc:sldMk cId="1531315919" sldId="296"/>
            <ac:inkMk id="44" creationId="{03E4D641-4F5C-26CF-8AEC-37DAE9B67D54}"/>
          </ac:inkMkLst>
        </pc:inkChg>
        <pc:inkChg chg="add">
          <ac:chgData name="Esraa Mohamed" userId="32a53f8955a3383c" providerId="LiveId" clId="{F10043CA-7E0C-4C5B-B8AD-80B51C33A480}" dt="2026-08-31T10:02:26.147" v="1100" actId="9405"/>
          <ac:inkMkLst>
            <pc:docMk/>
            <pc:sldMk cId="1531315919" sldId="296"/>
            <ac:inkMk id="45" creationId="{82C42969-683C-CFFD-4CD8-1A13D8EFDEDC}"/>
          </ac:inkMkLst>
        </pc:inkChg>
        <pc:inkChg chg="add">
          <ac:chgData name="Esraa Mohamed" userId="32a53f8955a3383c" providerId="LiveId" clId="{F10043CA-7E0C-4C5B-B8AD-80B51C33A480}" dt="2026-08-31T10:03:16.285" v="1101" actId="9405"/>
          <ac:inkMkLst>
            <pc:docMk/>
            <pc:sldMk cId="1531315919" sldId="296"/>
            <ac:inkMk id="46" creationId="{898BF13C-A6E7-1A1A-2832-EB68E896FDDC}"/>
          </ac:inkMkLst>
        </pc:inkChg>
        <pc:inkChg chg="add mod">
          <ac:chgData name="Esraa Mohamed" userId="32a53f8955a3383c" providerId="LiveId" clId="{F10043CA-7E0C-4C5B-B8AD-80B51C33A480}" dt="2026-08-31T10:03:21.749" v="1106"/>
          <ac:inkMkLst>
            <pc:docMk/>
            <pc:sldMk cId="1531315919" sldId="296"/>
            <ac:inkMk id="47" creationId="{492DC87E-3FD2-147F-8B02-DD7653A21914}"/>
          </ac:inkMkLst>
        </pc:inkChg>
        <pc:inkChg chg="add mod">
          <ac:chgData name="Esraa Mohamed" userId="32a53f8955a3383c" providerId="LiveId" clId="{F10043CA-7E0C-4C5B-B8AD-80B51C33A480}" dt="2026-08-31T10:03:21.749" v="1106"/>
          <ac:inkMkLst>
            <pc:docMk/>
            <pc:sldMk cId="1531315919" sldId="296"/>
            <ac:inkMk id="48" creationId="{5D6BD107-3122-9177-6175-F073859A16FC}"/>
          </ac:inkMkLst>
        </pc:inkChg>
        <pc:inkChg chg="add mod">
          <ac:chgData name="Esraa Mohamed" userId="32a53f8955a3383c" providerId="LiveId" clId="{F10043CA-7E0C-4C5B-B8AD-80B51C33A480}" dt="2026-08-31T10:03:21.749" v="1106"/>
          <ac:inkMkLst>
            <pc:docMk/>
            <pc:sldMk cId="1531315919" sldId="296"/>
            <ac:inkMk id="50" creationId="{F90F73CA-CF10-53FD-F536-ABF932256FA8}"/>
          </ac:inkMkLst>
        </pc:inkChg>
        <pc:inkChg chg="add">
          <ac:chgData name="Esraa Mohamed" userId="32a53f8955a3383c" providerId="LiveId" clId="{F10043CA-7E0C-4C5B-B8AD-80B51C33A480}" dt="2026-08-31T10:03:24.919" v="1107" actId="9405"/>
          <ac:inkMkLst>
            <pc:docMk/>
            <pc:sldMk cId="1531315919" sldId="296"/>
            <ac:inkMk id="52" creationId="{9035FAAC-8075-AF8C-CAAD-AE9B26323C9B}"/>
          </ac:inkMkLst>
        </pc:inkChg>
        <pc:inkChg chg="add del">
          <ac:chgData name="Esraa Mohamed" userId="32a53f8955a3383c" providerId="LiveId" clId="{F10043CA-7E0C-4C5B-B8AD-80B51C33A480}" dt="2026-08-31T10:03:26.609" v="1109"/>
          <ac:inkMkLst>
            <pc:docMk/>
            <pc:sldMk cId="1531315919" sldId="296"/>
            <ac:inkMk id="53" creationId="{C4D89E92-AD53-4EDE-4090-3D7FC9F4EA9B}"/>
          </ac:inkMkLst>
        </pc:inkChg>
        <pc:inkChg chg="add">
          <ac:chgData name="Esraa Mohamed" userId="32a53f8955a3383c" providerId="LiveId" clId="{F10043CA-7E0C-4C5B-B8AD-80B51C33A480}" dt="2026-08-31T10:03:26.609" v="1109"/>
          <ac:inkMkLst>
            <pc:docMk/>
            <pc:sldMk cId="1531315919" sldId="296"/>
            <ac:inkMk id="54" creationId="{F40F0EBF-0A6D-44BD-894B-66B4B5E667CD}"/>
          </ac:inkMkLst>
        </pc:inkChg>
        <pc:inkChg chg="add mod">
          <ac:chgData name="Esraa Mohamed" userId="32a53f8955a3383c" providerId="LiveId" clId="{F10043CA-7E0C-4C5B-B8AD-80B51C33A480}" dt="2026-08-31T10:03:34.203" v="1112"/>
          <ac:inkMkLst>
            <pc:docMk/>
            <pc:sldMk cId="1531315919" sldId="296"/>
            <ac:inkMk id="55" creationId="{31140E25-1119-9904-743D-29E990FCEC61}"/>
          </ac:inkMkLst>
        </pc:inkChg>
        <pc:inkChg chg="add mod">
          <ac:chgData name="Esraa Mohamed" userId="32a53f8955a3383c" providerId="LiveId" clId="{F10043CA-7E0C-4C5B-B8AD-80B51C33A480}" dt="2026-08-31T10:03:34.203" v="1112"/>
          <ac:inkMkLst>
            <pc:docMk/>
            <pc:sldMk cId="1531315919" sldId="296"/>
            <ac:inkMk id="56" creationId="{8DB9AF0D-37D2-78C8-AEC0-A6F89A6B2595}"/>
          </ac:inkMkLst>
        </pc:inkChg>
        <pc:cxnChg chg="add">
          <ac:chgData name="Esraa Mohamed" userId="32a53f8955a3383c" providerId="LiveId" clId="{F10043CA-7E0C-4C5B-B8AD-80B51C33A480}" dt="2026-08-30T22:24:53.464" v="376" actId="26606"/>
          <ac:cxnSpMkLst>
            <pc:docMk/>
            <pc:sldMk cId="1531315919" sldId="296"/>
            <ac:cxnSpMk id="17" creationId="{6CF1BAF6-AD41-4082-B212-8A1F9A2E8779}"/>
          </ac:cxnSpMkLst>
        </pc:cxnChg>
      </pc:sldChg>
      <pc:sldChg chg="addSp delSp modSp new mod setBg">
        <pc:chgData name="Esraa Mohamed" userId="32a53f8955a3383c" providerId="LiveId" clId="{F10043CA-7E0C-4C5B-B8AD-80B51C33A480}" dt="2026-08-31T10:05:03.867" v="1119"/>
        <pc:sldMkLst>
          <pc:docMk/>
          <pc:sldMk cId="3471382443" sldId="297"/>
        </pc:sldMkLst>
        <pc:spChg chg="mod">
          <ac:chgData name="Esraa Mohamed" userId="32a53f8955a3383c" providerId="LiveId" clId="{F10043CA-7E0C-4C5B-B8AD-80B51C33A480}" dt="2026-08-30T22:25:43.160" v="383" actId="26606"/>
          <ac:spMkLst>
            <pc:docMk/>
            <pc:sldMk cId="3471382443" sldId="297"/>
            <ac:spMk id="2" creationId="{0E102EB5-0D4E-E2E0-A56F-FA27E26E05EC}"/>
          </ac:spMkLst>
        </pc:spChg>
        <pc:spChg chg="mod">
          <ac:chgData name="Esraa Mohamed" userId="32a53f8955a3383c" providerId="LiveId" clId="{F10043CA-7E0C-4C5B-B8AD-80B51C33A480}" dt="2026-08-30T22:25:43.160" v="383" actId="26606"/>
          <ac:spMkLst>
            <pc:docMk/>
            <pc:sldMk cId="3471382443" sldId="297"/>
            <ac:spMk id="3" creationId="{21167E96-A6A4-4D71-53D9-2EC147701E17}"/>
          </ac:spMkLst>
        </pc:spChg>
        <pc:spChg chg="add">
          <ac:chgData name="Esraa Mohamed" userId="32a53f8955a3383c" providerId="LiveId" clId="{F10043CA-7E0C-4C5B-B8AD-80B51C33A480}" dt="2026-08-30T22:25:43.160" v="383" actId="26606"/>
          <ac:spMkLst>
            <pc:docMk/>
            <pc:sldMk cId="3471382443" sldId="297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2:25:43.160" v="383" actId="26606"/>
          <ac:spMkLst>
            <pc:docMk/>
            <pc:sldMk cId="3471382443" sldId="297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22:25:43.160" v="383" actId="26606"/>
          <ac:grpSpMkLst>
            <pc:docMk/>
            <pc:sldMk cId="3471382443" sldId="297"/>
            <ac:grpSpMk id="10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10:04:51.876" v="1113" actId="9405"/>
          <ac:inkMkLst>
            <pc:docMk/>
            <pc:sldMk cId="3471382443" sldId="297"/>
            <ac:inkMk id="4" creationId="{31FA8167-D5AF-8B42-D597-23F00EC27DF4}"/>
          </ac:inkMkLst>
        </pc:inkChg>
        <pc:inkChg chg="add">
          <ac:chgData name="Esraa Mohamed" userId="32a53f8955a3383c" providerId="LiveId" clId="{F10043CA-7E0C-4C5B-B8AD-80B51C33A480}" dt="2026-08-31T10:04:55.644" v="1114" actId="9405"/>
          <ac:inkMkLst>
            <pc:docMk/>
            <pc:sldMk cId="3471382443" sldId="297"/>
            <ac:inkMk id="5" creationId="{D4367901-730A-37FD-D1D3-0CC0988E375F}"/>
          </ac:inkMkLst>
        </pc:inkChg>
        <pc:inkChg chg="add">
          <ac:chgData name="Esraa Mohamed" userId="32a53f8955a3383c" providerId="LiveId" clId="{F10043CA-7E0C-4C5B-B8AD-80B51C33A480}" dt="2026-08-31T10:04:58.091" v="1115" actId="9405"/>
          <ac:inkMkLst>
            <pc:docMk/>
            <pc:sldMk cId="3471382443" sldId="297"/>
            <ac:inkMk id="6" creationId="{7BC79568-D0C3-8EE2-31A4-0570089395B9}"/>
          </ac:inkMkLst>
        </pc:inkChg>
        <pc:inkChg chg="add">
          <ac:chgData name="Esraa Mohamed" userId="32a53f8955a3383c" providerId="LiveId" clId="{F10043CA-7E0C-4C5B-B8AD-80B51C33A480}" dt="2026-08-31T10:04:59.701" v="1116" actId="9405"/>
          <ac:inkMkLst>
            <pc:docMk/>
            <pc:sldMk cId="3471382443" sldId="297"/>
            <ac:inkMk id="7" creationId="{CC441754-F7D3-2954-747A-F04642609796}"/>
          </ac:inkMkLst>
        </pc:inkChg>
        <pc:inkChg chg="add">
          <ac:chgData name="Esraa Mohamed" userId="32a53f8955a3383c" providerId="LiveId" clId="{F10043CA-7E0C-4C5B-B8AD-80B51C33A480}" dt="2026-08-31T10:05:01.635" v="1117" actId="9405"/>
          <ac:inkMkLst>
            <pc:docMk/>
            <pc:sldMk cId="3471382443" sldId="297"/>
            <ac:inkMk id="9" creationId="{6EFF2388-C2A2-88C8-13F5-856EBD9C89CE}"/>
          </ac:inkMkLst>
        </pc:inkChg>
        <pc:inkChg chg="add del">
          <ac:chgData name="Esraa Mohamed" userId="32a53f8955a3383c" providerId="LiveId" clId="{F10043CA-7E0C-4C5B-B8AD-80B51C33A480}" dt="2026-08-31T10:05:03.867" v="1119"/>
          <ac:inkMkLst>
            <pc:docMk/>
            <pc:sldMk cId="3471382443" sldId="297"/>
            <ac:inkMk id="14" creationId="{509748F4-4079-C1F1-2D4C-43AABA17D53E}"/>
          </ac:inkMkLst>
        </pc:inkChg>
        <pc:inkChg chg="add">
          <ac:chgData name="Esraa Mohamed" userId="32a53f8955a3383c" providerId="LiveId" clId="{F10043CA-7E0C-4C5B-B8AD-80B51C33A480}" dt="2026-08-31T10:05:03.867" v="1119"/>
          <ac:inkMkLst>
            <pc:docMk/>
            <pc:sldMk cId="3471382443" sldId="297"/>
            <ac:inkMk id="16" creationId="{B356EB25-EEF8-E920-7AB0-32E7C235424A}"/>
          </ac:inkMkLst>
        </pc:inkChg>
        <pc:cxnChg chg="add">
          <ac:chgData name="Esraa Mohamed" userId="32a53f8955a3383c" providerId="LiveId" clId="{F10043CA-7E0C-4C5B-B8AD-80B51C33A480}" dt="2026-08-30T22:25:43.160" v="383" actId="26606"/>
          <ac:cxnSpMkLst>
            <pc:docMk/>
            <pc:sldMk cId="3471382443" sldId="297"/>
            <ac:cxnSpMk id="17" creationId="{6CF1BAF6-AD41-4082-B212-8A1F9A2E8779}"/>
          </ac:cxnSpMkLst>
        </pc:cxnChg>
      </pc:sldChg>
      <pc:sldChg chg="new del">
        <pc:chgData name="Esraa Mohamed" userId="32a53f8955a3383c" providerId="LiveId" clId="{F10043CA-7E0C-4C5B-B8AD-80B51C33A480}" dt="2026-08-30T22:30:19.219" v="399" actId="47"/>
        <pc:sldMkLst>
          <pc:docMk/>
          <pc:sldMk cId="1973861897" sldId="298"/>
        </pc:sldMkLst>
      </pc:sldChg>
      <pc:sldChg chg="new del">
        <pc:chgData name="Esraa Mohamed" userId="32a53f8955a3383c" providerId="LiveId" clId="{F10043CA-7E0C-4C5B-B8AD-80B51C33A480}" dt="2026-08-30T22:29:42.122" v="390" actId="47"/>
        <pc:sldMkLst>
          <pc:docMk/>
          <pc:sldMk cId="3231880111" sldId="298"/>
        </pc:sldMkLst>
      </pc:sldChg>
      <pc:sldChg chg="new del">
        <pc:chgData name="Esraa Mohamed" userId="32a53f8955a3383c" providerId="LiveId" clId="{F10043CA-7E0C-4C5B-B8AD-80B51C33A480}" dt="2026-08-30T22:29:49.468" v="395" actId="47"/>
        <pc:sldMkLst>
          <pc:docMk/>
          <pc:sldMk cId="1147941966" sldId="299"/>
        </pc:sldMkLst>
      </pc:sldChg>
      <pc:sldChg chg="new del">
        <pc:chgData name="Esraa Mohamed" userId="32a53f8955a3383c" providerId="LiveId" clId="{F10043CA-7E0C-4C5B-B8AD-80B51C33A480}" dt="2026-08-30T22:29:43.904" v="391" actId="47"/>
        <pc:sldMkLst>
          <pc:docMk/>
          <pc:sldMk cId="2843097130" sldId="300"/>
        </pc:sldMkLst>
      </pc:sldChg>
      <pc:sldChg chg="new del">
        <pc:chgData name="Esraa Mohamed" userId="32a53f8955a3383c" providerId="LiveId" clId="{F10043CA-7E0C-4C5B-B8AD-80B51C33A480}" dt="2026-08-30T22:29:43.971" v="392" actId="47"/>
        <pc:sldMkLst>
          <pc:docMk/>
          <pc:sldMk cId="2004035198" sldId="301"/>
        </pc:sldMkLst>
      </pc:sldChg>
      <pc:sldChg chg="new del">
        <pc:chgData name="Esraa Mohamed" userId="32a53f8955a3383c" providerId="LiveId" clId="{F10043CA-7E0C-4C5B-B8AD-80B51C33A480}" dt="2026-08-30T22:29:47.493" v="393" actId="47"/>
        <pc:sldMkLst>
          <pc:docMk/>
          <pc:sldMk cId="769710016" sldId="302"/>
        </pc:sldMkLst>
      </pc:sldChg>
      <pc:sldChg chg="new del">
        <pc:chgData name="Esraa Mohamed" userId="32a53f8955a3383c" providerId="LiveId" clId="{F10043CA-7E0C-4C5B-B8AD-80B51C33A480}" dt="2026-08-30T22:29:48.185" v="394" actId="47"/>
        <pc:sldMkLst>
          <pc:docMk/>
          <pc:sldMk cId="1088744973" sldId="303"/>
        </pc:sldMkLst>
      </pc:sldChg>
      <pc:sldChg chg="addSp delSp add del setBg delDesignElem">
        <pc:chgData name="Esraa Mohamed" userId="32a53f8955a3383c" providerId="LiveId" clId="{F10043CA-7E0C-4C5B-B8AD-80B51C33A480}" dt="2026-08-30T22:33:10.990" v="436"/>
        <pc:sldMkLst>
          <pc:docMk/>
          <pc:sldMk cId="251239920" sldId="324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251239920" sldId="324"/>
            <ac:spMk id="8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251239920" sldId="324"/>
            <ac:spMk id="15" creationId="{D5B0017B-2ECA-49AF-B397-DC140825DF8D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251239920" sldId="324"/>
            <ac:grpSpMk id="10" creationId="{AE1C45F0-260A-458C-96ED-C1F6D2151219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251239920" sldId="324"/>
            <ac:cxnSpMk id="17" creationId="{6CF1BAF6-AD41-4082-B212-8A1F9A2E8779}"/>
          </ac:cxnSpMkLst>
        </pc:cxnChg>
      </pc:sldChg>
      <pc:sldChg chg="addSp delSp add del setBg delDesignElem">
        <pc:chgData name="Esraa Mohamed" userId="32a53f8955a3383c" providerId="LiveId" clId="{F10043CA-7E0C-4C5B-B8AD-80B51C33A480}" dt="2026-08-30T22:33:10.990" v="436"/>
        <pc:sldMkLst>
          <pc:docMk/>
          <pc:sldMk cId="662131360" sldId="325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662131360" sldId="325"/>
            <ac:spMk id="14" creationId="{B6CDA21F-E7AF-4C75-8395-33F58D5B0E45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662131360" sldId="325"/>
            <ac:spMk id="21" creationId="{D5B0017B-2ECA-49AF-B397-DC140825DF8D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662131360" sldId="325"/>
            <ac:grpSpMk id="16" creationId="{AE1C45F0-260A-458C-96ED-C1F6D2151219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662131360" sldId="325"/>
            <ac:cxnSpMk id="23" creationId="{6CF1BAF6-AD41-4082-B212-8A1F9A2E8779}"/>
          </ac:cxnSpMkLst>
        </pc:cxnChg>
      </pc:sldChg>
      <pc:sldChg chg="addSp delSp add del setBg delDesignElem">
        <pc:chgData name="Esraa Mohamed" userId="32a53f8955a3383c" providerId="LiveId" clId="{F10043CA-7E0C-4C5B-B8AD-80B51C33A480}" dt="2026-08-30T22:33:10.990" v="436"/>
        <pc:sldMkLst>
          <pc:docMk/>
          <pc:sldMk cId="3688954435" sldId="326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3688954435" sldId="326"/>
            <ac:spMk id="6" creationId="{D5B0017B-2ECA-49AF-B397-DC140825DF8D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3688954435" sldId="326"/>
            <ac:spMk id="8" creationId="{B6CDA21F-E7AF-4C75-8395-33F58D5B0E45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3688954435" sldId="326"/>
            <ac:grpSpMk id="10" creationId="{AE1C45F0-260A-458C-96ED-C1F6D2151219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3688954435" sldId="326"/>
            <ac:cxnSpMk id="17" creationId="{6CF1BAF6-AD41-4082-B212-8A1F9A2E8779}"/>
          </ac:cxnSpMkLst>
        </pc:cxnChg>
      </pc:sldChg>
      <pc:sldChg chg="delSp add setBg delDesignElem">
        <pc:chgData name="Esraa Mohamed" userId="32a53f8955a3383c" providerId="LiveId" clId="{F10043CA-7E0C-4C5B-B8AD-80B51C33A480}" dt="2026-08-30T22:30:16.433" v="398"/>
        <pc:sldMkLst>
          <pc:docMk/>
          <pc:sldMk cId="303435552" sldId="339"/>
        </pc:sldMkLst>
        <pc:spChg chg="del">
          <ac:chgData name="Esraa Mohamed" userId="32a53f8955a3383c" providerId="LiveId" clId="{F10043CA-7E0C-4C5B-B8AD-80B51C33A480}" dt="2026-08-30T22:30:16.433" v="398"/>
          <ac:spMkLst>
            <pc:docMk/>
            <pc:sldMk cId="303435552" sldId="339"/>
            <ac:spMk id="8" creationId="{42A4FC2C-047E-45A5-965D-8E1E3BF09BC6}"/>
          </ac:spMkLst>
        </pc:spChg>
      </pc:sldChg>
      <pc:sldChg chg="new del ord">
        <pc:chgData name="Esraa Mohamed" userId="32a53f8955a3383c" providerId="LiveId" clId="{F10043CA-7E0C-4C5B-B8AD-80B51C33A480}" dt="2026-08-31T06:05:07.462" v="618" actId="47"/>
        <pc:sldMkLst>
          <pc:docMk/>
          <pc:sldMk cId="2625650895" sldId="340"/>
        </pc:sldMkLst>
      </pc:sldChg>
      <pc:sldChg chg="new del">
        <pc:chgData name="Esraa Mohamed" userId="32a53f8955a3383c" providerId="LiveId" clId="{F10043CA-7E0C-4C5B-B8AD-80B51C33A480}" dt="2026-08-31T06:05:05.524" v="617" actId="47"/>
        <pc:sldMkLst>
          <pc:docMk/>
          <pc:sldMk cId="337926743" sldId="341"/>
        </pc:sldMkLst>
      </pc:sldChg>
      <pc:sldChg chg="addSp delSp add del delDesignElem">
        <pc:chgData name="Esraa Mohamed" userId="32a53f8955a3383c" providerId="LiveId" clId="{F10043CA-7E0C-4C5B-B8AD-80B51C33A480}" dt="2026-08-30T22:31:24.764" v="410"/>
        <pc:sldMkLst>
          <pc:docMk/>
          <pc:sldMk cId="421204994" sldId="341"/>
        </pc:sldMkLst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421204994" sldId="341"/>
            <ac:spMk id="4" creationId="{B40D910F-87BB-F216-A903-D0BB48A97857}"/>
          </ac:spMkLst>
        </pc:spChg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421204994" sldId="341"/>
            <ac:spMk id="9" creationId="{39CF243D-8C48-6BDF-2C7E-DE7A443BE8C6}"/>
          </ac:spMkLst>
        </pc:spChg>
        <pc:grpChg chg="add del">
          <ac:chgData name="Esraa Mohamed" userId="32a53f8955a3383c" providerId="LiveId" clId="{F10043CA-7E0C-4C5B-B8AD-80B51C33A480}" dt="2026-08-30T22:31:24.764" v="410"/>
          <ac:grpSpMkLst>
            <pc:docMk/>
            <pc:sldMk cId="421204994" sldId="341"/>
            <ac:grpSpMk id="5" creationId="{D6131AF8-1145-4B52-E964-46DE6B41CA22}"/>
          </ac:grpSpMkLst>
        </pc:grpChg>
        <pc:cxnChg chg="add del">
          <ac:chgData name="Esraa Mohamed" userId="32a53f8955a3383c" providerId="LiveId" clId="{F10043CA-7E0C-4C5B-B8AD-80B51C33A480}" dt="2026-08-30T22:31:24.764" v="410"/>
          <ac:cxnSpMkLst>
            <pc:docMk/>
            <pc:sldMk cId="421204994" sldId="341"/>
            <ac:cxnSpMk id="12" creationId="{E52EA5E0-2A91-55F0-3700-F2476E58FC81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1:45.212" v="427"/>
        <pc:sldMkLst>
          <pc:docMk/>
          <pc:sldMk cId="421204994" sldId="342"/>
        </pc:sldMkLst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421204994" sldId="342"/>
            <ac:spMk id="4" creationId="{B40D910F-87BB-F216-A903-D0BB48A97857}"/>
          </ac:spMkLst>
        </pc:spChg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421204994" sldId="342"/>
            <ac:spMk id="9" creationId="{39CF243D-8C48-6BDF-2C7E-DE7A443BE8C6}"/>
          </ac:spMkLst>
        </pc:spChg>
        <pc:grpChg chg="add del">
          <ac:chgData name="Esraa Mohamed" userId="32a53f8955a3383c" providerId="LiveId" clId="{F10043CA-7E0C-4C5B-B8AD-80B51C33A480}" dt="2026-08-30T22:31:45.212" v="427"/>
          <ac:grpSpMkLst>
            <pc:docMk/>
            <pc:sldMk cId="421204994" sldId="342"/>
            <ac:grpSpMk id="5" creationId="{D6131AF8-1145-4B52-E964-46DE6B41CA22}"/>
          </ac:grpSpMkLst>
        </pc:grpChg>
        <pc:cxnChg chg="add del">
          <ac:chgData name="Esraa Mohamed" userId="32a53f8955a3383c" providerId="LiveId" clId="{F10043CA-7E0C-4C5B-B8AD-80B51C33A480}" dt="2026-08-30T22:31:45.212" v="427"/>
          <ac:cxnSpMkLst>
            <pc:docMk/>
            <pc:sldMk cId="421204994" sldId="342"/>
            <ac:cxnSpMk id="12" creationId="{E52EA5E0-2A91-55F0-3700-F2476E58FC81}"/>
          </ac:cxnSpMkLst>
        </pc:cxnChg>
      </pc:sldChg>
      <pc:sldChg chg="addSp new mod">
        <pc:chgData name="Esraa Mohamed" userId="32a53f8955a3383c" providerId="LiveId" clId="{F10043CA-7E0C-4C5B-B8AD-80B51C33A480}" dt="2026-08-30T22:33:21.848" v="437" actId="22"/>
        <pc:sldMkLst>
          <pc:docMk/>
          <pc:sldMk cId="596825658" sldId="342"/>
        </pc:sldMkLst>
        <pc:picChg chg="add">
          <ac:chgData name="Esraa Mohamed" userId="32a53f8955a3383c" providerId="LiveId" clId="{F10043CA-7E0C-4C5B-B8AD-80B51C33A480}" dt="2026-08-30T22:33:21.848" v="437" actId="22"/>
          <ac:picMkLst>
            <pc:docMk/>
            <pc:sldMk cId="596825658" sldId="342"/>
            <ac:picMk id="3" creationId="{E8155855-6CA9-D839-53DC-68DCA161E822}"/>
          </ac:picMkLst>
        </pc:picChg>
      </pc:sldChg>
      <pc:sldChg chg="addSp delSp add del delDesignElem">
        <pc:chgData name="Esraa Mohamed" userId="32a53f8955a3383c" providerId="LiveId" clId="{F10043CA-7E0C-4C5B-B8AD-80B51C33A480}" dt="2026-08-30T22:31:24.764" v="410"/>
        <pc:sldMkLst>
          <pc:docMk/>
          <pc:sldMk cId="1362977713" sldId="342"/>
        </pc:sldMkLst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1362977713" sldId="342"/>
            <ac:spMk id="13" creationId="{7F7186D9-BF64-C6BB-574A-3EA187FB232A}"/>
          </ac:spMkLst>
        </pc:spChg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1362977713" sldId="342"/>
            <ac:spMk id="18" creationId="{E6873D2F-79AE-0A03-D6E3-D01DBC0CE26D}"/>
          </ac:spMkLst>
        </pc:spChg>
        <pc:grpChg chg="add del">
          <ac:chgData name="Esraa Mohamed" userId="32a53f8955a3383c" providerId="LiveId" clId="{F10043CA-7E0C-4C5B-B8AD-80B51C33A480}" dt="2026-08-30T22:31:24.764" v="410"/>
          <ac:grpSpMkLst>
            <pc:docMk/>
            <pc:sldMk cId="1362977713" sldId="342"/>
            <ac:grpSpMk id="14" creationId="{6FF94853-CCBB-681E-695B-6B6B27CBA5FC}"/>
          </ac:grpSpMkLst>
        </pc:grpChg>
        <pc:cxnChg chg="add del">
          <ac:chgData name="Esraa Mohamed" userId="32a53f8955a3383c" providerId="LiveId" clId="{F10043CA-7E0C-4C5B-B8AD-80B51C33A480}" dt="2026-08-30T22:31:24.764" v="410"/>
          <ac:cxnSpMkLst>
            <pc:docMk/>
            <pc:sldMk cId="1362977713" sldId="342"/>
            <ac:cxnSpMk id="21" creationId="{AA9E5F07-FC0A-1F6D-CCB5-18FAD55662D4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3:10.990" v="436"/>
        <pc:sldMkLst>
          <pc:docMk/>
          <pc:sldMk cId="421204994" sldId="343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421204994" sldId="343"/>
            <ac:spMk id="4" creationId="{B40D910F-87BB-F216-A903-D0BB48A97857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421204994" sldId="343"/>
            <ac:spMk id="9" creationId="{39CF243D-8C48-6BDF-2C7E-DE7A443BE8C6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421204994" sldId="343"/>
            <ac:grpSpMk id="5" creationId="{D6131AF8-1145-4B52-E964-46DE6B41CA22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421204994" sldId="343"/>
            <ac:cxnSpMk id="12" creationId="{E52EA5E0-2A91-55F0-3700-F2476E58FC81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1:45.212" v="427"/>
        <pc:sldMkLst>
          <pc:docMk/>
          <pc:sldMk cId="1362977713" sldId="343"/>
        </pc:sldMkLst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1362977713" sldId="343"/>
            <ac:spMk id="13" creationId="{7F7186D9-BF64-C6BB-574A-3EA187FB232A}"/>
          </ac:spMkLst>
        </pc:spChg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1362977713" sldId="343"/>
            <ac:spMk id="18" creationId="{E6873D2F-79AE-0A03-D6E3-D01DBC0CE26D}"/>
          </ac:spMkLst>
        </pc:spChg>
        <pc:grpChg chg="add del">
          <ac:chgData name="Esraa Mohamed" userId="32a53f8955a3383c" providerId="LiveId" clId="{F10043CA-7E0C-4C5B-B8AD-80B51C33A480}" dt="2026-08-30T22:31:45.212" v="427"/>
          <ac:grpSpMkLst>
            <pc:docMk/>
            <pc:sldMk cId="1362977713" sldId="343"/>
            <ac:grpSpMk id="14" creationId="{6FF94853-CCBB-681E-695B-6B6B27CBA5FC}"/>
          </ac:grpSpMkLst>
        </pc:grpChg>
        <pc:cxnChg chg="add del">
          <ac:chgData name="Esraa Mohamed" userId="32a53f8955a3383c" providerId="LiveId" clId="{F10043CA-7E0C-4C5B-B8AD-80B51C33A480}" dt="2026-08-30T22:31:45.212" v="427"/>
          <ac:cxnSpMkLst>
            <pc:docMk/>
            <pc:sldMk cId="1362977713" sldId="343"/>
            <ac:cxnSpMk id="21" creationId="{AA9E5F07-FC0A-1F6D-CCB5-18FAD55662D4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1:24.764" v="410"/>
        <pc:sldMkLst>
          <pc:docMk/>
          <pc:sldMk cId="2989665612" sldId="343"/>
        </pc:sldMkLst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2989665612" sldId="343"/>
            <ac:spMk id="4" creationId="{AD9D09F8-360C-11B9-9156-4A90940FE06A}"/>
          </ac:spMkLst>
        </pc:spChg>
        <pc:spChg chg="add del">
          <ac:chgData name="Esraa Mohamed" userId="32a53f8955a3383c" providerId="LiveId" clId="{F10043CA-7E0C-4C5B-B8AD-80B51C33A480}" dt="2026-08-30T22:31:24.764" v="410"/>
          <ac:spMkLst>
            <pc:docMk/>
            <pc:sldMk cId="2989665612" sldId="343"/>
            <ac:spMk id="9" creationId="{144CFC31-D7ED-6B20-FBC5-7C6C3641AFDE}"/>
          </ac:spMkLst>
        </pc:spChg>
        <pc:grpChg chg="add del">
          <ac:chgData name="Esraa Mohamed" userId="32a53f8955a3383c" providerId="LiveId" clId="{F10043CA-7E0C-4C5B-B8AD-80B51C33A480}" dt="2026-08-30T22:31:24.764" v="410"/>
          <ac:grpSpMkLst>
            <pc:docMk/>
            <pc:sldMk cId="2989665612" sldId="343"/>
            <ac:grpSpMk id="5" creationId="{10B3887F-634D-CD31-8923-5BACB35714C8}"/>
          </ac:grpSpMkLst>
        </pc:grpChg>
        <pc:cxnChg chg="add del">
          <ac:chgData name="Esraa Mohamed" userId="32a53f8955a3383c" providerId="LiveId" clId="{F10043CA-7E0C-4C5B-B8AD-80B51C33A480}" dt="2026-08-30T22:31:24.764" v="410"/>
          <ac:cxnSpMkLst>
            <pc:docMk/>
            <pc:sldMk cId="2989665612" sldId="343"/>
            <ac:cxnSpMk id="12" creationId="{FC70B18F-C28A-02E5-8894-6ED0B30FFBBE}"/>
          </ac:cxnSpMkLst>
        </pc:cxnChg>
      </pc:sldChg>
      <pc:sldChg chg="addSp modSp new">
        <pc:chgData name="Esraa Mohamed" userId="32a53f8955a3383c" providerId="LiveId" clId="{F10043CA-7E0C-4C5B-B8AD-80B51C33A480}" dt="2026-08-30T22:33:52.266" v="439"/>
        <pc:sldMkLst>
          <pc:docMk/>
          <pc:sldMk cId="3322643820" sldId="343"/>
        </pc:sldMkLst>
        <pc:spChg chg="add 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4" creationId="{2D10B862-1FF7-45B0-B309-020F7A969CE0}"/>
          </ac:spMkLst>
        </pc:spChg>
        <pc:spChg chg="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6" creationId="{D8EA07A1-FAEB-0104-D0F4-052128CEA928}"/>
          </ac:spMkLst>
        </pc:spChg>
        <pc:spChg chg="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7" creationId="{0AD6EDE5-8CB9-443A-D9D5-B79944ABCF4C}"/>
          </ac:spMkLst>
        </pc:spChg>
        <pc:spChg chg="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8" creationId="{589856E2-CB0B-F57E-0496-48DEF79B5B7D}"/>
          </ac:spMkLst>
        </pc:spChg>
        <pc:spChg chg="add 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9" creationId="{D51D4EB3-4949-2C53-3A31-42D426052EE0}"/>
          </ac:spMkLst>
        </pc:spChg>
        <pc:spChg chg="add 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10" creationId="{72492457-59D1-1DB9-5B4D-8EE9AC82AFF3}"/>
          </ac:spMkLst>
        </pc:spChg>
        <pc:spChg chg="add mod">
          <ac:chgData name="Esraa Mohamed" userId="32a53f8955a3383c" providerId="LiveId" clId="{F10043CA-7E0C-4C5B-B8AD-80B51C33A480}" dt="2026-08-30T22:33:52.266" v="439"/>
          <ac:spMkLst>
            <pc:docMk/>
            <pc:sldMk cId="3322643820" sldId="343"/>
            <ac:spMk id="11" creationId="{22C09D80-8DCB-71C3-2951-108D52C201BC}"/>
          </ac:spMkLst>
        </pc:spChg>
        <pc:grpChg chg="add mod">
          <ac:chgData name="Esraa Mohamed" userId="32a53f8955a3383c" providerId="LiveId" clId="{F10043CA-7E0C-4C5B-B8AD-80B51C33A480}" dt="2026-08-30T22:33:52.266" v="439"/>
          <ac:grpSpMkLst>
            <pc:docMk/>
            <pc:sldMk cId="3322643820" sldId="343"/>
            <ac:grpSpMk id="5" creationId="{993F23DC-9A2A-9945-3C50-3286A65161DE}"/>
          </ac:grpSpMkLst>
        </pc:grpChg>
        <pc:cxnChg chg="add mod">
          <ac:chgData name="Esraa Mohamed" userId="32a53f8955a3383c" providerId="LiveId" clId="{F10043CA-7E0C-4C5B-B8AD-80B51C33A480}" dt="2026-08-30T22:33:52.266" v="439"/>
          <ac:cxnSpMkLst>
            <pc:docMk/>
            <pc:sldMk cId="3322643820" sldId="343"/>
            <ac:cxnSpMk id="12" creationId="{B1E3DB86-554D-8313-338E-5533AAB227C0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3:10.990" v="436"/>
        <pc:sldMkLst>
          <pc:docMk/>
          <pc:sldMk cId="1362977713" sldId="344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1362977713" sldId="344"/>
            <ac:spMk id="13" creationId="{7F7186D9-BF64-C6BB-574A-3EA187FB232A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1362977713" sldId="344"/>
            <ac:spMk id="18" creationId="{E6873D2F-79AE-0A03-D6E3-D01DBC0CE26D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1362977713" sldId="344"/>
            <ac:grpSpMk id="14" creationId="{6FF94853-CCBB-681E-695B-6B6B27CBA5FC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1362977713" sldId="344"/>
            <ac:cxnSpMk id="21" creationId="{AA9E5F07-FC0A-1F6D-CCB5-18FAD55662D4}"/>
          </ac:cxnSpMkLst>
        </pc:cxnChg>
      </pc:sldChg>
      <pc:sldChg chg="addSp modSp new mod setBg">
        <pc:chgData name="Esraa Mohamed" userId="32a53f8955a3383c" providerId="LiveId" clId="{F10043CA-7E0C-4C5B-B8AD-80B51C33A480}" dt="2026-08-31T06:06:01.984" v="620" actId="20577"/>
        <pc:sldMkLst>
          <pc:docMk/>
          <pc:sldMk cId="2510787897" sldId="344"/>
        </pc:sldMkLst>
        <pc:spChg chg="mod">
          <ac:chgData name="Esraa Mohamed" userId="32a53f8955a3383c" providerId="LiveId" clId="{F10043CA-7E0C-4C5B-B8AD-80B51C33A480}" dt="2026-08-30T22:38:58.079" v="616" actId="26606"/>
          <ac:spMkLst>
            <pc:docMk/>
            <pc:sldMk cId="2510787897" sldId="344"/>
            <ac:spMk id="2" creationId="{066A8CC8-2035-0A1A-F243-09ED04085851}"/>
          </ac:spMkLst>
        </pc:spChg>
        <pc:spChg chg="mod">
          <ac:chgData name="Esraa Mohamed" userId="32a53f8955a3383c" providerId="LiveId" clId="{F10043CA-7E0C-4C5B-B8AD-80B51C33A480}" dt="2026-08-31T06:06:01.984" v="620" actId="20577"/>
          <ac:spMkLst>
            <pc:docMk/>
            <pc:sldMk cId="2510787897" sldId="344"/>
            <ac:spMk id="3" creationId="{BFCD51D1-2D29-8C98-6953-ACFBE392E5CC}"/>
          </ac:spMkLst>
        </pc:spChg>
        <pc:spChg chg="add">
          <ac:chgData name="Esraa Mohamed" userId="32a53f8955a3383c" providerId="LiveId" clId="{F10043CA-7E0C-4C5B-B8AD-80B51C33A480}" dt="2026-08-30T22:38:58.079" v="616" actId="26606"/>
          <ac:spMkLst>
            <pc:docMk/>
            <pc:sldMk cId="2510787897" sldId="344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0T22:38:58.079" v="616" actId="26606"/>
          <ac:spMkLst>
            <pc:docMk/>
            <pc:sldMk cId="2510787897" sldId="344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0T22:38:58.079" v="616" actId="26606"/>
          <ac:grpSpMkLst>
            <pc:docMk/>
            <pc:sldMk cId="2510787897" sldId="344"/>
            <ac:grpSpMk id="10" creationId="{AE1C45F0-260A-458C-96ED-C1F6D2151219}"/>
          </ac:grpSpMkLst>
        </pc:grpChg>
        <pc:cxnChg chg="add">
          <ac:chgData name="Esraa Mohamed" userId="32a53f8955a3383c" providerId="LiveId" clId="{F10043CA-7E0C-4C5B-B8AD-80B51C33A480}" dt="2026-08-30T22:38:58.079" v="616" actId="26606"/>
          <ac:cxnSpMkLst>
            <pc:docMk/>
            <pc:sldMk cId="2510787897" sldId="344"/>
            <ac:cxnSpMk id="17" creationId="{6CF1BAF6-AD41-4082-B212-8A1F9A2E8779}"/>
          </ac:cxnSpMkLst>
        </pc:cxnChg>
      </pc:sldChg>
      <pc:sldChg chg="addSp delSp add del delDesignElem">
        <pc:chgData name="Esraa Mohamed" userId="32a53f8955a3383c" providerId="LiveId" clId="{F10043CA-7E0C-4C5B-B8AD-80B51C33A480}" dt="2026-08-30T22:31:45.212" v="427"/>
        <pc:sldMkLst>
          <pc:docMk/>
          <pc:sldMk cId="2989665612" sldId="344"/>
        </pc:sldMkLst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2989665612" sldId="344"/>
            <ac:spMk id="4" creationId="{AD9D09F8-360C-11B9-9156-4A90940FE06A}"/>
          </ac:spMkLst>
        </pc:spChg>
        <pc:spChg chg="add del">
          <ac:chgData name="Esraa Mohamed" userId="32a53f8955a3383c" providerId="LiveId" clId="{F10043CA-7E0C-4C5B-B8AD-80B51C33A480}" dt="2026-08-30T22:31:45.212" v="427"/>
          <ac:spMkLst>
            <pc:docMk/>
            <pc:sldMk cId="2989665612" sldId="344"/>
            <ac:spMk id="9" creationId="{144CFC31-D7ED-6B20-FBC5-7C6C3641AFDE}"/>
          </ac:spMkLst>
        </pc:spChg>
        <pc:grpChg chg="add del">
          <ac:chgData name="Esraa Mohamed" userId="32a53f8955a3383c" providerId="LiveId" clId="{F10043CA-7E0C-4C5B-B8AD-80B51C33A480}" dt="2026-08-30T22:31:45.212" v="427"/>
          <ac:grpSpMkLst>
            <pc:docMk/>
            <pc:sldMk cId="2989665612" sldId="344"/>
            <ac:grpSpMk id="5" creationId="{10B3887F-634D-CD31-8923-5BACB35714C8}"/>
          </ac:grpSpMkLst>
        </pc:grpChg>
        <pc:cxnChg chg="add del">
          <ac:chgData name="Esraa Mohamed" userId="32a53f8955a3383c" providerId="LiveId" clId="{F10043CA-7E0C-4C5B-B8AD-80B51C33A480}" dt="2026-08-30T22:31:45.212" v="427"/>
          <ac:cxnSpMkLst>
            <pc:docMk/>
            <pc:sldMk cId="2989665612" sldId="344"/>
            <ac:cxnSpMk id="12" creationId="{FC70B18F-C28A-02E5-8894-6ED0B30FFBBE}"/>
          </ac:cxnSpMkLst>
        </pc:cxnChg>
      </pc:sldChg>
      <pc:sldChg chg="new del">
        <pc:chgData name="Esraa Mohamed" userId="32a53f8955a3383c" providerId="LiveId" clId="{F10043CA-7E0C-4C5B-B8AD-80B51C33A480}" dt="2026-08-31T06:50:13.448" v="694" actId="47"/>
        <pc:sldMkLst>
          <pc:docMk/>
          <pc:sldMk cId="2567338849" sldId="345"/>
        </pc:sldMkLst>
      </pc:sldChg>
      <pc:sldChg chg="addSp delSp add del delDesignElem">
        <pc:chgData name="Esraa Mohamed" userId="32a53f8955a3383c" providerId="LiveId" clId="{F10043CA-7E0C-4C5B-B8AD-80B51C33A480}" dt="2026-08-30T22:33:10.990" v="436"/>
        <pc:sldMkLst>
          <pc:docMk/>
          <pc:sldMk cId="2989665612" sldId="345"/>
        </pc:sldMkLst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2989665612" sldId="345"/>
            <ac:spMk id="4" creationId="{AD9D09F8-360C-11B9-9156-4A90940FE06A}"/>
          </ac:spMkLst>
        </pc:spChg>
        <pc:spChg chg="add del">
          <ac:chgData name="Esraa Mohamed" userId="32a53f8955a3383c" providerId="LiveId" clId="{F10043CA-7E0C-4C5B-B8AD-80B51C33A480}" dt="2026-08-30T22:33:10.990" v="436"/>
          <ac:spMkLst>
            <pc:docMk/>
            <pc:sldMk cId="2989665612" sldId="345"/>
            <ac:spMk id="9" creationId="{144CFC31-D7ED-6B20-FBC5-7C6C3641AFDE}"/>
          </ac:spMkLst>
        </pc:spChg>
        <pc:grpChg chg="add del">
          <ac:chgData name="Esraa Mohamed" userId="32a53f8955a3383c" providerId="LiveId" clId="{F10043CA-7E0C-4C5B-B8AD-80B51C33A480}" dt="2026-08-30T22:33:10.990" v="436"/>
          <ac:grpSpMkLst>
            <pc:docMk/>
            <pc:sldMk cId="2989665612" sldId="345"/>
            <ac:grpSpMk id="5" creationId="{10B3887F-634D-CD31-8923-5BACB35714C8}"/>
          </ac:grpSpMkLst>
        </pc:grpChg>
        <pc:cxnChg chg="add del">
          <ac:chgData name="Esraa Mohamed" userId="32a53f8955a3383c" providerId="LiveId" clId="{F10043CA-7E0C-4C5B-B8AD-80B51C33A480}" dt="2026-08-30T22:33:10.990" v="436"/>
          <ac:cxnSpMkLst>
            <pc:docMk/>
            <pc:sldMk cId="2989665612" sldId="345"/>
            <ac:cxnSpMk id="12" creationId="{FC70B18F-C28A-02E5-8894-6ED0B30FFBBE}"/>
          </ac:cxnSpMkLst>
        </pc:cxnChg>
      </pc:sldChg>
      <pc:sldChg chg="addSp modSp new mod setBg">
        <pc:chgData name="Esraa Mohamed" userId="32a53f8955a3383c" providerId="LiveId" clId="{F10043CA-7E0C-4C5B-B8AD-80B51C33A480}" dt="2026-08-31T07:46:21.536" v="835" actId="9405"/>
        <pc:sldMkLst>
          <pc:docMk/>
          <pc:sldMk cId="3609963540" sldId="346"/>
        </pc:sldMkLst>
        <pc:spChg chg="mod">
          <ac:chgData name="Esraa Mohamed" userId="32a53f8955a3383c" providerId="LiveId" clId="{F10043CA-7E0C-4C5B-B8AD-80B51C33A480}" dt="2026-08-31T06:39:13.872" v="693" actId="26606"/>
          <ac:spMkLst>
            <pc:docMk/>
            <pc:sldMk cId="3609963540" sldId="346"/>
            <ac:spMk id="2" creationId="{6971A07E-5BDC-6E53-417E-B44060FBA8B3}"/>
          </ac:spMkLst>
        </pc:spChg>
        <pc:spChg chg="mod">
          <ac:chgData name="Esraa Mohamed" userId="32a53f8955a3383c" providerId="LiveId" clId="{F10043CA-7E0C-4C5B-B8AD-80B51C33A480}" dt="2026-08-31T06:39:13.872" v="693" actId="26606"/>
          <ac:spMkLst>
            <pc:docMk/>
            <pc:sldMk cId="3609963540" sldId="346"/>
            <ac:spMk id="3" creationId="{9CA26EB8-B594-5D38-26A6-A6C09515D307}"/>
          </ac:spMkLst>
        </pc:spChg>
        <pc:spChg chg="add">
          <ac:chgData name="Esraa Mohamed" userId="32a53f8955a3383c" providerId="LiveId" clId="{F10043CA-7E0C-4C5B-B8AD-80B51C33A480}" dt="2026-08-31T06:39:13.872" v="693" actId="26606"/>
          <ac:spMkLst>
            <pc:docMk/>
            <pc:sldMk cId="3609963540" sldId="346"/>
            <ac:spMk id="8" creationId="{B6CDA21F-E7AF-4C75-8395-33F58D5B0E45}"/>
          </ac:spMkLst>
        </pc:spChg>
        <pc:spChg chg="add">
          <ac:chgData name="Esraa Mohamed" userId="32a53f8955a3383c" providerId="LiveId" clId="{F10043CA-7E0C-4C5B-B8AD-80B51C33A480}" dt="2026-08-31T06:39:13.872" v="693" actId="26606"/>
          <ac:spMkLst>
            <pc:docMk/>
            <pc:sldMk cId="3609963540" sldId="346"/>
            <ac:spMk id="15" creationId="{D5B0017B-2ECA-49AF-B397-DC140825DF8D}"/>
          </ac:spMkLst>
        </pc:spChg>
        <pc:grpChg chg="add">
          <ac:chgData name="Esraa Mohamed" userId="32a53f8955a3383c" providerId="LiveId" clId="{F10043CA-7E0C-4C5B-B8AD-80B51C33A480}" dt="2026-08-31T06:39:13.872" v="693" actId="26606"/>
          <ac:grpSpMkLst>
            <pc:docMk/>
            <pc:sldMk cId="3609963540" sldId="346"/>
            <ac:grpSpMk id="10" creationId="{AE1C45F0-260A-458C-96ED-C1F6D2151219}"/>
          </ac:grpSpMkLst>
        </pc:grpChg>
        <pc:inkChg chg="add">
          <ac:chgData name="Esraa Mohamed" userId="32a53f8955a3383c" providerId="LiveId" clId="{F10043CA-7E0C-4C5B-B8AD-80B51C33A480}" dt="2026-08-31T07:46:21.536" v="835" actId="9405"/>
          <ac:inkMkLst>
            <pc:docMk/>
            <pc:sldMk cId="3609963540" sldId="346"/>
            <ac:inkMk id="4" creationId="{0D1A0F60-761D-E973-5800-A12BEBCF4A49}"/>
          </ac:inkMkLst>
        </pc:inkChg>
        <pc:cxnChg chg="add">
          <ac:chgData name="Esraa Mohamed" userId="32a53f8955a3383c" providerId="LiveId" clId="{F10043CA-7E0C-4C5B-B8AD-80B51C33A480}" dt="2026-08-31T06:39:13.872" v="693" actId="26606"/>
          <ac:cxnSpMkLst>
            <pc:docMk/>
            <pc:sldMk cId="3609963540" sldId="346"/>
            <ac:cxnSpMk id="17" creationId="{6CF1BAF6-AD41-4082-B212-8A1F9A2E8779}"/>
          </ac:cxnSpMkLst>
        </pc:cxnChg>
      </pc:sldChg>
      <pc:sldChg chg="modSp new del mod">
        <pc:chgData name="Esraa Mohamed" userId="32a53f8955a3383c" providerId="LiveId" clId="{F10043CA-7E0C-4C5B-B8AD-80B51C33A480}" dt="2026-08-31T06:58:53.818" v="701" actId="47"/>
        <pc:sldMkLst>
          <pc:docMk/>
          <pc:sldMk cId="3280400585" sldId="347"/>
        </pc:sldMkLst>
        <pc:spChg chg="mod">
          <ac:chgData name="Esraa Mohamed" userId="32a53f8955a3383c" providerId="LiveId" clId="{F10043CA-7E0C-4C5B-B8AD-80B51C33A480}" dt="2026-08-31T06:54:50.881" v="698"/>
          <ac:spMkLst>
            <pc:docMk/>
            <pc:sldMk cId="3280400585" sldId="347"/>
            <ac:spMk id="2" creationId="{C6A05636-C04C-0D2C-8311-A58A6EDB3D4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ECFBE-0337-43BE-8A04-3F62A7E7764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EG"/>
        </a:p>
      </dgm:t>
    </dgm:pt>
    <dgm:pt modelId="{8CDB03F5-74BF-421B-90AF-AFF69D2BE2EC}">
      <dgm:prSet phldrT="[Text]"/>
      <dgm:spPr/>
      <dgm:t>
        <a:bodyPr/>
        <a:lstStyle/>
        <a:p>
          <a:pPr rtl="1">
            <a:buNone/>
          </a:pPr>
          <a:r>
            <a:rPr lang="ar-EG" dirty="0"/>
            <a:t>Collection</a:t>
          </a:r>
        </a:p>
      </dgm:t>
    </dgm:pt>
    <dgm:pt modelId="{41651D95-0861-49FB-B688-BACCC67DF8DA}" type="parTrans" cxnId="{D8750973-4E8C-4146-ABCF-4629B758AD13}">
      <dgm:prSet/>
      <dgm:spPr/>
      <dgm:t>
        <a:bodyPr/>
        <a:lstStyle/>
        <a:p>
          <a:pPr rtl="1"/>
          <a:endParaRPr lang="ar-EG"/>
        </a:p>
      </dgm:t>
    </dgm:pt>
    <dgm:pt modelId="{CD1AE4A2-68CD-465C-A95D-9CD18A648694}" type="sibTrans" cxnId="{D8750973-4E8C-4146-ABCF-4629B758AD13}">
      <dgm:prSet/>
      <dgm:spPr/>
      <dgm:t>
        <a:bodyPr/>
        <a:lstStyle/>
        <a:p>
          <a:pPr rtl="1"/>
          <a:endParaRPr lang="ar-EG"/>
        </a:p>
      </dgm:t>
    </dgm:pt>
    <dgm:pt modelId="{E7B15A2B-84C4-4E1F-A907-DC464951F660}">
      <dgm:prSet phldrT="[Text]"/>
      <dgm:spPr/>
      <dgm:t>
        <a:bodyPr/>
        <a:lstStyle/>
        <a:p>
          <a:pPr rtl="1">
            <a:buNone/>
          </a:pPr>
          <a:r>
            <a:rPr lang="ar-EG" dirty="0"/>
            <a:t>List </a:t>
          </a:r>
        </a:p>
      </dgm:t>
    </dgm:pt>
    <dgm:pt modelId="{E301220E-F33B-4F4F-BE29-ADCDFAA63A70}" type="parTrans" cxnId="{4E5F0FFD-D886-434A-8A58-03F1A7F6E5DE}">
      <dgm:prSet/>
      <dgm:spPr/>
      <dgm:t>
        <a:bodyPr/>
        <a:lstStyle/>
        <a:p>
          <a:pPr rtl="1"/>
          <a:endParaRPr lang="ar-EG"/>
        </a:p>
      </dgm:t>
    </dgm:pt>
    <dgm:pt modelId="{50DC0326-E71D-4159-A6EE-5AA52D4CFF1D}" type="sibTrans" cxnId="{4E5F0FFD-D886-434A-8A58-03F1A7F6E5DE}">
      <dgm:prSet/>
      <dgm:spPr/>
      <dgm:t>
        <a:bodyPr/>
        <a:lstStyle/>
        <a:p>
          <a:pPr rtl="1"/>
          <a:endParaRPr lang="ar-EG"/>
        </a:p>
      </dgm:t>
    </dgm:pt>
    <dgm:pt modelId="{FD7C7A88-3E76-4EF9-8EA0-92259BAD6122}">
      <dgm:prSet phldrT="[Text]" phldr="0"/>
      <dgm:spPr/>
      <dgm:t>
        <a:bodyPr/>
        <a:lstStyle/>
        <a:p>
          <a:pPr rtl="1"/>
          <a:r>
            <a:rPr lang="en-US" dirty="0"/>
            <a:t>Set</a:t>
          </a:r>
          <a:endParaRPr lang="ar-EG" dirty="0"/>
        </a:p>
      </dgm:t>
    </dgm:pt>
    <dgm:pt modelId="{69A1BA31-D081-49BC-B021-EDE9243A4705}" type="parTrans" cxnId="{7B91E38A-9C5B-4F7B-B3C1-0D16C2CA3FFB}">
      <dgm:prSet/>
      <dgm:spPr/>
      <dgm:t>
        <a:bodyPr/>
        <a:lstStyle/>
        <a:p>
          <a:pPr rtl="1"/>
          <a:endParaRPr lang="ar-EG"/>
        </a:p>
      </dgm:t>
    </dgm:pt>
    <dgm:pt modelId="{6410F2FD-8211-408B-8821-862BE519F5B4}" type="sibTrans" cxnId="{7B91E38A-9C5B-4F7B-B3C1-0D16C2CA3FFB}">
      <dgm:prSet/>
      <dgm:spPr/>
      <dgm:t>
        <a:bodyPr/>
        <a:lstStyle/>
        <a:p>
          <a:pPr rtl="1"/>
          <a:endParaRPr lang="ar-EG"/>
        </a:p>
      </dgm:t>
    </dgm:pt>
    <dgm:pt modelId="{A1A588DD-5CEC-425D-AB68-7933544B42D9}">
      <dgm:prSet phldrT="[Text]" phldr="0"/>
      <dgm:spPr/>
      <dgm:t>
        <a:bodyPr/>
        <a:lstStyle/>
        <a:p>
          <a:pPr rtl="1"/>
          <a:r>
            <a:rPr lang="en-US" dirty="0"/>
            <a:t>Queue</a:t>
          </a:r>
        </a:p>
      </dgm:t>
    </dgm:pt>
    <dgm:pt modelId="{BC3EFA5F-162C-4DEF-AC98-71FBCE82D5CE}" type="parTrans" cxnId="{445FA696-8012-42B4-99E6-754B6880C772}">
      <dgm:prSet/>
      <dgm:spPr/>
      <dgm:t>
        <a:bodyPr/>
        <a:lstStyle/>
        <a:p>
          <a:pPr rtl="1"/>
          <a:endParaRPr lang="ar-EG"/>
        </a:p>
      </dgm:t>
    </dgm:pt>
    <dgm:pt modelId="{C8FFB358-C231-4066-BF60-9B197D832BA3}" type="sibTrans" cxnId="{445FA696-8012-42B4-99E6-754B6880C772}">
      <dgm:prSet/>
      <dgm:spPr/>
      <dgm:t>
        <a:bodyPr/>
        <a:lstStyle/>
        <a:p>
          <a:pPr rtl="1"/>
          <a:endParaRPr lang="ar-EG"/>
        </a:p>
      </dgm:t>
    </dgm:pt>
    <dgm:pt modelId="{CFEBA2FB-E15B-4759-A3F5-5BF8CAD3D467}" type="pres">
      <dgm:prSet presAssocID="{215ECFBE-0337-43BE-8A04-3F62A7E7764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1D3F7C-02D2-4015-87BC-079E878ED748}" type="pres">
      <dgm:prSet presAssocID="{8CDB03F5-74BF-421B-90AF-AFF69D2BE2EC}" presName="hierRoot1" presStyleCnt="0">
        <dgm:presLayoutVars>
          <dgm:hierBranch val="init"/>
        </dgm:presLayoutVars>
      </dgm:prSet>
      <dgm:spPr/>
    </dgm:pt>
    <dgm:pt modelId="{7D0EA2CB-F3C7-45B2-811B-5E4B366B0E16}" type="pres">
      <dgm:prSet presAssocID="{8CDB03F5-74BF-421B-90AF-AFF69D2BE2EC}" presName="rootComposite1" presStyleCnt="0"/>
      <dgm:spPr/>
    </dgm:pt>
    <dgm:pt modelId="{6211B021-5FE0-4C10-9804-FC033F6971AB}" type="pres">
      <dgm:prSet presAssocID="{8CDB03F5-74BF-421B-90AF-AFF69D2BE2EC}" presName="rootText1" presStyleLbl="alignAcc1" presStyleIdx="0" presStyleCnt="0">
        <dgm:presLayoutVars>
          <dgm:chPref val="3"/>
        </dgm:presLayoutVars>
      </dgm:prSet>
      <dgm:spPr/>
    </dgm:pt>
    <dgm:pt modelId="{260B819D-29A0-4079-A877-1C4D41BAF919}" type="pres">
      <dgm:prSet presAssocID="{8CDB03F5-74BF-421B-90AF-AFF69D2BE2EC}" presName="topArc1" presStyleLbl="parChTrans1D1" presStyleIdx="0" presStyleCnt="8"/>
      <dgm:spPr/>
    </dgm:pt>
    <dgm:pt modelId="{59715AA6-8A19-4A82-924B-F36D6193F572}" type="pres">
      <dgm:prSet presAssocID="{8CDB03F5-74BF-421B-90AF-AFF69D2BE2EC}" presName="bottomArc1" presStyleLbl="parChTrans1D1" presStyleIdx="1" presStyleCnt="8"/>
      <dgm:spPr/>
    </dgm:pt>
    <dgm:pt modelId="{8A58D6A7-8C2D-4C51-90E0-44A415744F8B}" type="pres">
      <dgm:prSet presAssocID="{8CDB03F5-74BF-421B-90AF-AFF69D2BE2EC}" presName="topConnNode1" presStyleLbl="node1" presStyleIdx="0" presStyleCnt="0"/>
      <dgm:spPr/>
    </dgm:pt>
    <dgm:pt modelId="{6B36E3CF-6CCC-4B4C-85FD-BF93CB39C7F6}" type="pres">
      <dgm:prSet presAssocID="{8CDB03F5-74BF-421B-90AF-AFF69D2BE2EC}" presName="hierChild2" presStyleCnt="0"/>
      <dgm:spPr/>
    </dgm:pt>
    <dgm:pt modelId="{80A61832-71FE-4740-8ECE-6452BA33642F}" type="pres">
      <dgm:prSet presAssocID="{E301220E-F33B-4F4F-BE29-ADCDFAA63A70}" presName="Name28" presStyleLbl="parChTrans1D2" presStyleIdx="0" presStyleCnt="3"/>
      <dgm:spPr/>
    </dgm:pt>
    <dgm:pt modelId="{58576F76-EBF0-4450-BDD9-A5D31AEF2980}" type="pres">
      <dgm:prSet presAssocID="{E7B15A2B-84C4-4E1F-A907-DC464951F660}" presName="hierRoot2" presStyleCnt="0">
        <dgm:presLayoutVars>
          <dgm:hierBranch val="init"/>
        </dgm:presLayoutVars>
      </dgm:prSet>
      <dgm:spPr/>
    </dgm:pt>
    <dgm:pt modelId="{E212B497-40C0-4C37-B78B-B1CC7719AFEA}" type="pres">
      <dgm:prSet presAssocID="{E7B15A2B-84C4-4E1F-A907-DC464951F660}" presName="rootComposite2" presStyleCnt="0"/>
      <dgm:spPr/>
    </dgm:pt>
    <dgm:pt modelId="{DD1367E1-C70A-4070-9792-C6F7AC1DB395}" type="pres">
      <dgm:prSet presAssocID="{E7B15A2B-84C4-4E1F-A907-DC464951F660}" presName="rootText2" presStyleLbl="alignAcc1" presStyleIdx="0" presStyleCnt="0">
        <dgm:presLayoutVars>
          <dgm:chPref val="3"/>
        </dgm:presLayoutVars>
      </dgm:prSet>
      <dgm:spPr/>
    </dgm:pt>
    <dgm:pt modelId="{CB10C930-8BC3-443F-89BE-FE472336F1EE}" type="pres">
      <dgm:prSet presAssocID="{E7B15A2B-84C4-4E1F-A907-DC464951F660}" presName="topArc2" presStyleLbl="parChTrans1D1" presStyleIdx="2" presStyleCnt="8"/>
      <dgm:spPr/>
    </dgm:pt>
    <dgm:pt modelId="{726B33CD-5D78-476B-A026-B9CF41001DA8}" type="pres">
      <dgm:prSet presAssocID="{E7B15A2B-84C4-4E1F-A907-DC464951F660}" presName="bottomArc2" presStyleLbl="parChTrans1D1" presStyleIdx="3" presStyleCnt="8"/>
      <dgm:spPr/>
    </dgm:pt>
    <dgm:pt modelId="{F704C370-BB21-42B8-868A-99D4A85C7A80}" type="pres">
      <dgm:prSet presAssocID="{E7B15A2B-84C4-4E1F-A907-DC464951F660}" presName="topConnNode2" presStyleLbl="node2" presStyleIdx="0" presStyleCnt="0"/>
      <dgm:spPr/>
    </dgm:pt>
    <dgm:pt modelId="{959B1866-13E0-4EE3-9E70-91E951D08CF6}" type="pres">
      <dgm:prSet presAssocID="{E7B15A2B-84C4-4E1F-A907-DC464951F660}" presName="hierChild4" presStyleCnt="0"/>
      <dgm:spPr/>
    </dgm:pt>
    <dgm:pt modelId="{0CF1168A-3A3D-4D81-9D2D-A1FEBF49B3F4}" type="pres">
      <dgm:prSet presAssocID="{E7B15A2B-84C4-4E1F-A907-DC464951F660}" presName="hierChild5" presStyleCnt="0"/>
      <dgm:spPr/>
    </dgm:pt>
    <dgm:pt modelId="{17BC9E5D-D881-4E24-BC02-8D70AAF8B871}" type="pres">
      <dgm:prSet presAssocID="{69A1BA31-D081-49BC-B021-EDE9243A4705}" presName="Name28" presStyleLbl="parChTrans1D2" presStyleIdx="1" presStyleCnt="3"/>
      <dgm:spPr/>
    </dgm:pt>
    <dgm:pt modelId="{FA74AD7A-7EE9-46E7-8344-59035DFBB90D}" type="pres">
      <dgm:prSet presAssocID="{FD7C7A88-3E76-4EF9-8EA0-92259BAD6122}" presName="hierRoot2" presStyleCnt="0">
        <dgm:presLayoutVars>
          <dgm:hierBranch val="init"/>
        </dgm:presLayoutVars>
      </dgm:prSet>
      <dgm:spPr/>
    </dgm:pt>
    <dgm:pt modelId="{6C7DB748-CC01-4B91-9DC5-DC1886642F2C}" type="pres">
      <dgm:prSet presAssocID="{FD7C7A88-3E76-4EF9-8EA0-92259BAD6122}" presName="rootComposite2" presStyleCnt="0"/>
      <dgm:spPr/>
    </dgm:pt>
    <dgm:pt modelId="{0473D793-2483-47D0-9B7F-11EBB52FDD57}" type="pres">
      <dgm:prSet presAssocID="{FD7C7A88-3E76-4EF9-8EA0-92259BAD6122}" presName="rootText2" presStyleLbl="alignAcc1" presStyleIdx="0" presStyleCnt="0">
        <dgm:presLayoutVars>
          <dgm:chPref val="3"/>
        </dgm:presLayoutVars>
      </dgm:prSet>
      <dgm:spPr/>
    </dgm:pt>
    <dgm:pt modelId="{CA170EEB-1CA5-4A01-8944-8B840B3F72FF}" type="pres">
      <dgm:prSet presAssocID="{FD7C7A88-3E76-4EF9-8EA0-92259BAD6122}" presName="topArc2" presStyleLbl="parChTrans1D1" presStyleIdx="4" presStyleCnt="8"/>
      <dgm:spPr/>
    </dgm:pt>
    <dgm:pt modelId="{04B8C99B-DC75-4077-AC99-E519B6B40A7E}" type="pres">
      <dgm:prSet presAssocID="{FD7C7A88-3E76-4EF9-8EA0-92259BAD6122}" presName="bottomArc2" presStyleLbl="parChTrans1D1" presStyleIdx="5" presStyleCnt="8"/>
      <dgm:spPr/>
    </dgm:pt>
    <dgm:pt modelId="{1A4AD113-5335-42A3-B5FA-C6DC75F1A7D3}" type="pres">
      <dgm:prSet presAssocID="{FD7C7A88-3E76-4EF9-8EA0-92259BAD6122}" presName="topConnNode2" presStyleLbl="node2" presStyleIdx="0" presStyleCnt="0"/>
      <dgm:spPr/>
    </dgm:pt>
    <dgm:pt modelId="{B0028F76-0481-407F-AA5E-2DBADFFF2BB0}" type="pres">
      <dgm:prSet presAssocID="{FD7C7A88-3E76-4EF9-8EA0-92259BAD6122}" presName="hierChild4" presStyleCnt="0"/>
      <dgm:spPr/>
    </dgm:pt>
    <dgm:pt modelId="{8296D372-C2AE-4481-90ED-9C4F1AF3B0F9}" type="pres">
      <dgm:prSet presAssocID="{FD7C7A88-3E76-4EF9-8EA0-92259BAD6122}" presName="hierChild5" presStyleCnt="0"/>
      <dgm:spPr/>
    </dgm:pt>
    <dgm:pt modelId="{1A2DF6F0-4BC6-4BA1-9BC6-64A7C52234CC}" type="pres">
      <dgm:prSet presAssocID="{BC3EFA5F-162C-4DEF-AC98-71FBCE82D5CE}" presName="Name28" presStyleLbl="parChTrans1D2" presStyleIdx="2" presStyleCnt="3"/>
      <dgm:spPr/>
    </dgm:pt>
    <dgm:pt modelId="{D94FF42C-6EF7-4432-A7CB-5E02A93A9B6C}" type="pres">
      <dgm:prSet presAssocID="{A1A588DD-5CEC-425D-AB68-7933544B42D9}" presName="hierRoot2" presStyleCnt="0">
        <dgm:presLayoutVars>
          <dgm:hierBranch val="init"/>
        </dgm:presLayoutVars>
      </dgm:prSet>
      <dgm:spPr/>
    </dgm:pt>
    <dgm:pt modelId="{1E07FF51-D380-4247-9C52-E3C66AD649CD}" type="pres">
      <dgm:prSet presAssocID="{A1A588DD-5CEC-425D-AB68-7933544B42D9}" presName="rootComposite2" presStyleCnt="0"/>
      <dgm:spPr/>
    </dgm:pt>
    <dgm:pt modelId="{AABFEAE0-9A3C-4821-8ECA-BDC4B6B477F4}" type="pres">
      <dgm:prSet presAssocID="{A1A588DD-5CEC-425D-AB68-7933544B42D9}" presName="rootText2" presStyleLbl="alignAcc1" presStyleIdx="0" presStyleCnt="0">
        <dgm:presLayoutVars>
          <dgm:chPref val="3"/>
        </dgm:presLayoutVars>
      </dgm:prSet>
      <dgm:spPr/>
    </dgm:pt>
    <dgm:pt modelId="{DD0A8EF7-DA4C-4658-9D3E-97B7E2D8366D}" type="pres">
      <dgm:prSet presAssocID="{A1A588DD-5CEC-425D-AB68-7933544B42D9}" presName="topArc2" presStyleLbl="parChTrans1D1" presStyleIdx="6" presStyleCnt="8"/>
      <dgm:spPr/>
    </dgm:pt>
    <dgm:pt modelId="{0979E441-7DD0-48EA-8516-67E25EF25A1F}" type="pres">
      <dgm:prSet presAssocID="{A1A588DD-5CEC-425D-AB68-7933544B42D9}" presName="bottomArc2" presStyleLbl="parChTrans1D1" presStyleIdx="7" presStyleCnt="8"/>
      <dgm:spPr/>
    </dgm:pt>
    <dgm:pt modelId="{1945DE3D-745E-4FE1-BBE9-62BA36595EC5}" type="pres">
      <dgm:prSet presAssocID="{A1A588DD-5CEC-425D-AB68-7933544B42D9}" presName="topConnNode2" presStyleLbl="node2" presStyleIdx="0" presStyleCnt="0"/>
      <dgm:spPr/>
    </dgm:pt>
    <dgm:pt modelId="{B20536CC-340D-4117-B16A-3EFE809F78E0}" type="pres">
      <dgm:prSet presAssocID="{A1A588DD-5CEC-425D-AB68-7933544B42D9}" presName="hierChild4" presStyleCnt="0"/>
      <dgm:spPr/>
    </dgm:pt>
    <dgm:pt modelId="{BFFD114F-65A2-42E9-B132-9988F5AF9EE7}" type="pres">
      <dgm:prSet presAssocID="{A1A588DD-5CEC-425D-AB68-7933544B42D9}" presName="hierChild5" presStyleCnt="0"/>
      <dgm:spPr/>
    </dgm:pt>
    <dgm:pt modelId="{86F5F515-4A2A-4FF0-AAD8-F95293B51F1A}" type="pres">
      <dgm:prSet presAssocID="{8CDB03F5-74BF-421B-90AF-AFF69D2BE2EC}" presName="hierChild3" presStyleCnt="0"/>
      <dgm:spPr/>
    </dgm:pt>
  </dgm:ptLst>
  <dgm:cxnLst>
    <dgm:cxn modelId="{E9337F36-C04D-4B15-AF15-4631F5F50C61}" type="presOf" srcId="{BC3EFA5F-162C-4DEF-AC98-71FBCE82D5CE}" destId="{1A2DF6F0-4BC6-4BA1-9BC6-64A7C52234CC}" srcOrd="0" destOrd="0" presId="urn:microsoft.com/office/officeart/2008/layout/HalfCircleOrganizationChart"/>
    <dgm:cxn modelId="{38977E3E-E5C2-4292-9CA2-638656421C35}" type="presOf" srcId="{8CDB03F5-74BF-421B-90AF-AFF69D2BE2EC}" destId="{8A58D6A7-8C2D-4C51-90E0-44A415744F8B}" srcOrd="1" destOrd="0" presId="urn:microsoft.com/office/officeart/2008/layout/HalfCircleOrganizationChart"/>
    <dgm:cxn modelId="{9C89174D-848C-4DB2-9F92-84397891AB87}" type="presOf" srcId="{FD7C7A88-3E76-4EF9-8EA0-92259BAD6122}" destId="{1A4AD113-5335-42A3-B5FA-C6DC75F1A7D3}" srcOrd="1" destOrd="0" presId="urn:microsoft.com/office/officeart/2008/layout/HalfCircleOrganizationChart"/>
    <dgm:cxn modelId="{90220F72-F06A-449B-B292-EEB7E7B5E9B0}" type="presOf" srcId="{8CDB03F5-74BF-421B-90AF-AFF69D2BE2EC}" destId="{6211B021-5FE0-4C10-9804-FC033F6971AB}" srcOrd="0" destOrd="0" presId="urn:microsoft.com/office/officeart/2008/layout/HalfCircleOrganizationChart"/>
    <dgm:cxn modelId="{D8750973-4E8C-4146-ABCF-4629B758AD13}" srcId="{215ECFBE-0337-43BE-8A04-3F62A7E77640}" destId="{8CDB03F5-74BF-421B-90AF-AFF69D2BE2EC}" srcOrd="0" destOrd="0" parTransId="{41651D95-0861-49FB-B688-BACCC67DF8DA}" sibTransId="{CD1AE4A2-68CD-465C-A95D-9CD18A648694}"/>
    <dgm:cxn modelId="{845D3E78-F1B7-4291-801C-2226E3E5413B}" type="presOf" srcId="{E7B15A2B-84C4-4E1F-A907-DC464951F660}" destId="{DD1367E1-C70A-4070-9792-C6F7AC1DB395}" srcOrd="0" destOrd="0" presId="urn:microsoft.com/office/officeart/2008/layout/HalfCircleOrganizationChart"/>
    <dgm:cxn modelId="{7D459285-7776-4FB2-85E2-739D18F6A672}" type="presOf" srcId="{215ECFBE-0337-43BE-8A04-3F62A7E77640}" destId="{CFEBA2FB-E15B-4759-A3F5-5BF8CAD3D467}" srcOrd="0" destOrd="0" presId="urn:microsoft.com/office/officeart/2008/layout/HalfCircleOrganizationChart"/>
    <dgm:cxn modelId="{7B91E38A-9C5B-4F7B-B3C1-0D16C2CA3FFB}" srcId="{8CDB03F5-74BF-421B-90AF-AFF69D2BE2EC}" destId="{FD7C7A88-3E76-4EF9-8EA0-92259BAD6122}" srcOrd="1" destOrd="0" parTransId="{69A1BA31-D081-49BC-B021-EDE9243A4705}" sibTransId="{6410F2FD-8211-408B-8821-862BE519F5B4}"/>
    <dgm:cxn modelId="{445FA696-8012-42B4-99E6-754B6880C772}" srcId="{8CDB03F5-74BF-421B-90AF-AFF69D2BE2EC}" destId="{A1A588DD-5CEC-425D-AB68-7933544B42D9}" srcOrd="2" destOrd="0" parTransId="{BC3EFA5F-162C-4DEF-AC98-71FBCE82D5CE}" sibTransId="{C8FFB358-C231-4066-BF60-9B197D832BA3}"/>
    <dgm:cxn modelId="{499BFE98-BB62-42BC-9597-A94BF67C7451}" type="presOf" srcId="{FD7C7A88-3E76-4EF9-8EA0-92259BAD6122}" destId="{0473D793-2483-47D0-9B7F-11EBB52FDD57}" srcOrd="0" destOrd="0" presId="urn:microsoft.com/office/officeart/2008/layout/HalfCircleOrganizationChart"/>
    <dgm:cxn modelId="{C255E6A5-5BC3-448C-B4F5-E145D5FFE2DF}" type="presOf" srcId="{A1A588DD-5CEC-425D-AB68-7933544B42D9}" destId="{1945DE3D-745E-4FE1-BBE9-62BA36595EC5}" srcOrd="1" destOrd="0" presId="urn:microsoft.com/office/officeart/2008/layout/HalfCircleOrganizationChart"/>
    <dgm:cxn modelId="{814C16CE-9417-462D-9510-FADEDB0F7541}" type="presOf" srcId="{A1A588DD-5CEC-425D-AB68-7933544B42D9}" destId="{AABFEAE0-9A3C-4821-8ECA-BDC4B6B477F4}" srcOrd="0" destOrd="0" presId="urn:microsoft.com/office/officeart/2008/layout/HalfCircleOrganizationChart"/>
    <dgm:cxn modelId="{0A4F43D1-0A51-4240-B1E8-79FA3017805F}" type="presOf" srcId="{E301220E-F33B-4F4F-BE29-ADCDFAA63A70}" destId="{80A61832-71FE-4740-8ECE-6452BA33642F}" srcOrd="0" destOrd="0" presId="urn:microsoft.com/office/officeart/2008/layout/HalfCircleOrganizationChart"/>
    <dgm:cxn modelId="{52B243E1-30A1-44FC-AEA8-7CD7D4FAAF26}" type="presOf" srcId="{E7B15A2B-84C4-4E1F-A907-DC464951F660}" destId="{F704C370-BB21-42B8-868A-99D4A85C7A80}" srcOrd="1" destOrd="0" presId="urn:microsoft.com/office/officeart/2008/layout/HalfCircleOrganizationChart"/>
    <dgm:cxn modelId="{7B2330FB-7A5B-4EC6-98A5-0893DED85144}" type="presOf" srcId="{69A1BA31-D081-49BC-B021-EDE9243A4705}" destId="{17BC9E5D-D881-4E24-BC02-8D70AAF8B871}" srcOrd="0" destOrd="0" presId="urn:microsoft.com/office/officeart/2008/layout/HalfCircleOrganizationChart"/>
    <dgm:cxn modelId="{4E5F0FFD-D886-434A-8A58-03F1A7F6E5DE}" srcId="{8CDB03F5-74BF-421B-90AF-AFF69D2BE2EC}" destId="{E7B15A2B-84C4-4E1F-A907-DC464951F660}" srcOrd="0" destOrd="0" parTransId="{E301220E-F33B-4F4F-BE29-ADCDFAA63A70}" sibTransId="{50DC0326-E71D-4159-A6EE-5AA52D4CFF1D}"/>
    <dgm:cxn modelId="{AE7C30FA-EEA2-4C46-BC57-4E9390A883DD}" type="presParOf" srcId="{CFEBA2FB-E15B-4759-A3F5-5BF8CAD3D467}" destId="{5C1D3F7C-02D2-4015-87BC-079E878ED748}" srcOrd="0" destOrd="0" presId="urn:microsoft.com/office/officeart/2008/layout/HalfCircleOrganizationChart"/>
    <dgm:cxn modelId="{DBD80076-9E7C-414E-8FEA-30049CCA9BEC}" type="presParOf" srcId="{5C1D3F7C-02D2-4015-87BC-079E878ED748}" destId="{7D0EA2CB-F3C7-45B2-811B-5E4B366B0E16}" srcOrd="0" destOrd="0" presId="urn:microsoft.com/office/officeart/2008/layout/HalfCircleOrganizationChart"/>
    <dgm:cxn modelId="{7508B4D9-C53B-49F9-B2B7-0F8C8A85A953}" type="presParOf" srcId="{7D0EA2CB-F3C7-45B2-811B-5E4B366B0E16}" destId="{6211B021-5FE0-4C10-9804-FC033F6971AB}" srcOrd="0" destOrd="0" presId="urn:microsoft.com/office/officeart/2008/layout/HalfCircleOrganizationChart"/>
    <dgm:cxn modelId="{61BB0618-182B-4946-9998-4C6B365F2D3B}" type="presParOf" srcId="{7D0EA2CB-F3C7-45B2-811B-5E4B366B0E16}" destId="{260B819D-29A0-4079-A877-1C4D41BAF919}" srcOrd="1" destOrd="0" presId="urn:microsoft.com/office/officeart/2008/layout/HalfCircleOrganizationChart"/>
    <dgm:cxn modelId="{76522A5A-05F4-46AF-A9CA-73AB9F8A798B}" type="presParOf" srcId="{7D0EA2CB-F3C7-45B2-811B-5E4B366B0E16}" destId="{59715AA6-8A19-4A82-924B-F36D6193F572}" srcOrd="2" destOrd="0" presId="urn:microsoft.com/office/officeart/2008/layout/HalfCircleOrganizationChart"/>
    <dgm:cxn modelId="{D2F1055F-63F7-49E8-9284-651D9786FE06}" type="presParOf" srcId="{7D0EA2CB-F3C7-45B2-811B-5E4B366B0E16}" destId="{8A58D6A7-8C2D-4C51-90E0-44A415744F8B}" srcOrd="3" destOrd="0" presId="urn:microsoft.com/office/officeart/2008/layout/HalfCircleOrganizationChart"/>
    <dgm:cxn modelId="{441FB6AF-AACC-4100-9788-BCF8E8622B9A}" type="presParOf" srcId="{5C1D3F7C-02D2-4015-87BC-079E878ED748}" destId="{6B36E3CF-6CCC-4B4C-85FD-BF93CB39C7F6}" srcOrd="1" destOrd="0" presId="urn:microsoft.com/office/officeart/2008/layout/HalfCircleOrganizationChart"/>
    <dgm:cxn modelId="{456796A2-91AE-4287-8B5C-594AD64D8BFE}" type="presParOf" srcId="{6B36E3CF-6CCC-4B4C-85FD-BF93CB39C7F6}" destId="{80A61832-71FE-4740-8ECE-6452BA33642F}" srcOrd="0" destOrd="0" presId="urn:microsoft.com/office/officeart/2008/layout/HalfCircleOrganizationChart"/>
    <dgm:cxn modelId="{CB6CB8BB-EFA9-44D9-A080-EC81FFE50C7F}" type="presParOf" srcId="{6B36E3CF-6CCC-4B4C-85FD-BF93CB39C7F6}" destId="{58576F76-EBF0-4450-BDD9-A5D31AEF2980}" srcOrd="1" destOrd="0" presId="urn:microsoft.com/office/officeart/2008/layout/HalfCircleOrganizationChart"/>
    <dgm:cxn modelId="{A3F28502-E493-4EA3-99C0-0BC00D39D83A}" type="presParOf" srcId="{58576F76-EBF0-4450-BDD9-A5D31AEF2980}" destId="{E212B497-40C0-4C37-B78B-B1CC7719AFEA}" srcOrd="0" destOrd="0" presId="urn:microsoft.com/office/officeart/2008/layout/HalfCircleOrganizationChart"/>
    <dgm:cxn modelId="{4C26A297-6ED6-4CC3-9554-09CD5AF3DE55}" type="presParOf" srcId="{E212B497-40C0-4C37-B78B-B1CC7719AFEA}" destId="{DD1367E1-C70A-4070-9792-C6F7AC1DB395}" srcOrd="0" destOrd="0" presId="urn:microsoft.com/office/officeart/2008/layout/HalfCircleOrganizationChart"/>
    <dgm:cxn modelId="{DBCDCB44-F81B-4D72-9CAB-0F8CA4582526}" type="presParOf" srcId="{E212B497-40C0-4C37-B78B-B1CC7719AFEA}" destId="{CB10C930-8BC3-443F-89BE-FE472336F1EE}" srcOrd="1" destOrd="0" presId="urn:microsoft.com/office/officeart/2008/layout/HalfCircleOrganizationChart"/>
    <dgm:cxn modelId="{E2C01D98-51B8-4C00-BD3B-8A351C4D26A1}" type="presParOf" srcId="{E212B497-40C0-4C37-B78B-B1CC7719AFEA}" destId="{726B33CD-5D78-476B-A026-B9CF41001DA8}" srcOrd="2" destOrd="0" presId="urn:microsoft.com/office/officeart/2008/layout/HalfCircleOrganizationChart"/>
    <dgm:cxn modelId="{0A7B2F34-B4F3-4E83-A532-E736B3FCF6EC}" type="presParOf" srcId="{E212B497-40C0-4C37-B78B-B1CC7719AFEA}" destId="{F704C370-BB21-42B8-868A-99D4A85C7A80}" srcOrd="3" destOrd="0" presId="urn:microsoft.com/office/officeart/2008/layout/HalfCircleOrganizationChart"/>
    <dgm:cxn modelId="{2C691828-4ECE-472F-83FF-9354F653EBEB}" type="presParOf" srcId="{58576F76-EBF0-4450-BDD9-A5D31AEF2980}" destId="{959B1866-13E0-4EE3-9E70-91E951D08CF6}" srcOrd="1" destOrd="0" presId="urn:microsoft.com/office/officeart/2008/layout/HalfCircleOrganizationChart"/>
    <dgm:cxn modelId="{41D2CD12-B03E-4361-B4B9-C1504B3B5443}" type="presParOf" srcId="{58576F76-EBF0-4450-BDD9-A5D31AEF2980}" destId="{0CF1168A-3A3D-4D81-9D2D-A1FEBF49B3F4}" srcOrd="2" destOrd="0" presId="urn:microsoft.com/office/officeart/2008/layout/HalfCircleOrganizationChart"/>
    <dgm:cxn modelId="{243087A4-7112-4CFB-9E3C-49EF3AF3D75D}" type="presParOf" srcId="{6B36E3CF-6CCC-4B4C-85FD-BF93CB39C7F6}" destId="{17BC9E5D-D881-4E24-BC02-8D70AAF8B871}" srcOrd="2" destOrd="0" presId="urn:microsoft.com/office/officeart/2008/layout/HalfCircleOrganizationChart"/>
    <dgm:cxn modelId="{1641E4B8-54E4-4F18-A456-6A083C9C023A}" type="presParOf" srcId="{6B36E3CF-6CCC-4B4C-85FD-BF93CB39C7F6}" destId="{FA74AD7A-7EE9-46E7-8344-59035DFBB90D}" srcOrd="3" destOrd="0" presId="urn:microsoft.com/office/officeart/2008/layout/HalfCircleOrganizationChart"/>
    <dgm:cxn modelId="{0DB82B76-04A3-4D7D-9B84-85EEC43DFEEA}" type="presParOf" srcId="{FA74AD7A-7EE9-46E7-8344-59035DFBB90D}" destId="{6C7DB748-CC01-4B91-9DC5-DC1886642F2C}" srcOrd="0" destOrd="0" presId="urn:microsoft.com/office/officeart/2008/layout/HalfCircleOrganizationChart"/>
    <dgm:cxn modelId="{3A465DFF-590E-4459-A6DC-8B085B6EA505}" type="presParOf" srcId="{6C7DB748-CC01-4B91-9DC5-DC1886642F2C}" destId="{0473D793-2483-47D0-9B7F-11EBB52FDD57}" srcOrd="0" destOrd="0" presId="urn:microsoft.com/office/officeart/2008/layout/HalfCircleOrganizationChart"/>
    <dgm:cxn modelId="{8529B18D-B39A-45F3-982A-255A26FA6D48}" type="presParOf" srcId="{6C7DB748-CC01-4B91-9DC5-DC1886642F2C}" destId="{CA170EEB-1CA5-4A01-8944-8B840B3F72FF}" srcOrd="1" destOrd="0" presId="urn:microsoft.com/office/officeart/2008/layout/HalfCircleOrganizationChart"/>
    <dgm:cxn modelId="{6A1DBB47-F7E6-417A-8C00-B02C85B41E0B}" type="presParOf" srcId="{6C7DB748-CC01-4B91-9DC5-DC1886642F2C}" destId="{04B8C99B-DC75-4077-AC99-E519B6B40A7E}" srcOrd="2" destOrd="0" presId="urn:microsoft.com/office/officeart/2008/layout/HalfCircleOrganizationChart"/>
    <dgm:cxn modelId="{300C46A8-DAB7-452B-941C-28F02C286375}" type="presParOf" srcId="{6C7DB748-CC01-4B91-9DC5-DC1886642F2C}" destId="{1A4AD113-5335-42A3-B5FA-C6DC75F1A7D3}" srcOrd="3" destOrd="0" presId="urn:microsoft.com/office/officeart/2008/layout/HalfCircleOrganizationChart"/>
    <dgm:cxn modelId="{54530FF8-5DAE-4D1F-AD74-30AA23A5C0E5}" type="presParOf" srcId="{FA74AD7A-7EE9-46E7-8344-59035DFBB90D}" destId="{B0028F76-0481-407F-AA5E-2DBADFFF2BB0}" srcOrd="1" destOrd="0" presId="urn:microsoft.com/office/officeart/2008/layout/HalfCircleOrganizationChart"/>
    <dgm:cxn modelId="{F3D179D0-0543-428C-AB82-F529F7F06079}" type="presParOf" srcId="{FA74AD7A-7EE9-46E7-8344-59035DFBB90D}" destId="{8296D372-C2AE-4481-90ED-9C4F1AF3B0F9}" srcOrd="2" destOrd="0" presId="urn:microsoft.com/office/officeart/2008/layout/HalfCircleOrganizationChart"/>
    <dgm:cxn modelId="{777A95F4-009B-4399-9408-C4DC7525F0BD}" type="presParOf" srcId="{6B36E3CF-6CCC-4B4C-85FD-BF93CB39C7F6}" destId="{1A2DF6F0-4BC6-4BA1-9BC6-64A7C52234CC}" srcOrd="4" destOrd="0" presId="urn:microsoft.com/office/officeart/2008/layout/HalfCircleOrganizationChart"/>
    <dgm:cxn modelId="{930D799B-2249-4925-B763-320B31653432}" type="presParOf" srcId="{6B36E3CF-6CCC-4B4C-85FD-BF93CB39C7F6}" destId="{D94FF42C-6EF7-4432-A7CB-5E02A93A9B6C}" srcOrd="5" destOrd="0" presId="urn:microsoft.com/office/officeart/2008/layout/HalfCircleOrganizationChart"/>
    <dgm:cxn modelId="{CF7DB891-E459-451E-8E59-A8ED67D1CD3C}" type="presParOf" srcId="{D94FF42C-6EF7-4432-A7CB-5E02A93A9B6C}" destId="{1E07FF51-D380-4247-9C52-E3C66AD649CD}" srcOrd="0" destOrd="0" presId="urn:microsoft.com/office/officeart/2008/layout/HalfCircleOrganizationChart"/>
    <dgm:cxn modelId="{D78609B3-FE26-44A8-AF29-D542C3033BC9}" type="presParOf" srcId="{1E07FF51-D380-4247-9C52-E3C66AD649CD}" destId="{AABFEAE0-9A3C-4821-8ECA-BDC4B6B477F4}" srcOrd="0" destOrd="0" presId="urn:microsoft.com/office/officeart/2008/layout/HalfCircleOrganizationChart"/>
    <dgm:cxn modelId="{28E9926E-2A8F-4664-96C2-E0D431075DF2}" type="presParOf" srcId="{1E07FF51-D380-4247-9C52-E3C66AD649CD}" destId="{DD0A8EF7-DA4C-4658-9D3E-97B7E2D8366D}" srcOrd="1" destOrd="0" presId="urn:microsoft.com/office/officeart/2008/layout/HalfCircleOrganizationChart"/>
    <dgm:cxn modelId="{B1762043-68A2-4693-8C02-6D6889359466}" type="presParOf" srcId="{1E07FF51-D380-4247-9C52-E3C66AD649CD}" destId="{0979E441-7DD0-48EA-8516-67E25EF25A1F}" srcOrd="2" destOrd="0" presId="urn:microsoft.com/office/officeart/2008/layout/HalfCircleOrganizationChart"/>
    <dgm:cxn modelId="{53A4EEA0-E10E-4432-919F-3FB456836E85}" type="presParOf" srcId="{1E07FF51-D380-4247-9C52-E3C66AD649CD}" destId="{1945DE3D-745E-4FE1-BBE9-62BA36595EC5}" srcOrd="3" destOrd="0" presId="urn:microsoft.com/office/officeart/2008/layout/HalfCircleOrganizationChart"/>
    <dgm:cxn modelId="{BB8AB4F0-A086-4AB5-8A25-1D745C6C72FE}" type="presParOf" srcId="{D94FF42C-6EF7-4432-A7CB-5E02A93A9B6C}" destId="{B20536CC-340D-4117-B16A-3EFE809F78E0}" srcOrd="1" destOrd="0" presId="urn:microsoft.com/office/officeart/2008/layout/HalfCircleOrganizationChart"/>
    <dgm:cxn modelId="{0F33668A-5223-47B1-8CF0-180A9EA72795}" type="presParOf" srcId="{D94FF42C-6EF7-4432-A7CB-5E02A93A9B6C}" destId="{BFFD114F-65A2-42E9-B132-9988F5AF9EE7}" srcOrd="2" destOrd="0" presId="urn:microsoft.com/office/officeart/2008/layout/HalfCircleOrganizationChart"/>
    <dgm:cxn modelId="{9F9074A3-C650-4E07-B4F0-E40D0083F203}" type="presParOf" srcId="{5C1D3F7C-02D2-4015-87BC-079E878ED748}" destId="{86F5F515-4A2A-4FF0-AAD8-F95293B51F1A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15ECFBE-0337-43BE-8A04-3F62A7E77640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EG"/>
        </a:p>
      </dgm:t>
    </dgm:pt>
    <dgm:pt modelId="{8CDB03F5-74BF-421B-90AF-AFF69D2BE2EC}">
      <dgm:prSet phldrT="[Text]"/>
      <dgm:spPr/>
      <dgm:t>
        <a:bodyPr/>
        <a:lstStyle/>
        <a:p>
          <a:pPr rtl="1">
            <a:buNone/>
          </a:pPr>
          <a:r>
            <a:rPr lang="en-US" dirty="0"/>
            <a:t>Map</a:t>
          </a:r>
          <a:endParaRPr lang="ar-EG" dirty="0"/>
        </a:p>
      </dgm:t>
    </dgm:pt>
    <dgm:pt modelId="{41651D95-0861-49FB-B688-BACCC67DF8DA}" type="parTrans" cxnId="{D8750973-4E8C-4146-ABCF-4629B758AD13}">
      <dgm:prSet/>
      <dgm:spPr/>
      <dgm:t>
        <a:bodyPr/>
        <a:lstStyle/>
        <a:p>
          <a:pPr rtl="1"/>
          <a:endParaRPr lang="ar-EG"/>
        </a:p>
      </dgm:t>
    </dgm:pt>
    <dgm:pt modelId="{CD1AE4A2-68CD-465C-A95D-9CD18A648694}" type="sibTrans" cxnId="{D8750973-4E8C-4146-ABCF-4629B758AD13}">
      <dgm:prSet/>
      <dgm:spPr/>
      <dgm:t>
        <a:bodyPr/>
        <a:lstStyle/>
        <a:p>
          <a:pPr rtl="1"/>
          <a:endParaRPr lang="ar-EG"/>
        </a:p>
      </dgm:t>
    </dgm:pt>
    <dgm:pt modelId="{E7B15A2B-84C4-4E1F-A907-DC464951F660}">
      <dgm:prSet phldrT="[Text]"/>
      <dgm:spPr/>
      <dgm:t>
        <a:bodyPr/>
        <a:lstStyle/>
        <a:p>
          <a:pPr rtl="1">
            <a:buNone/>
          </a:pPr>
          <a:r>
            <a:rPr lang="ar-EG" dirty="0"/>
            <a:t>HashMap </a:t>
          </a:r>
        </a:p>
      </dgm:t>
    </dgm:pt>
    <dgm:pt modelId="{E301220E-F33B-4F4F-BE29-ADCDFAA63A70}" type="parTrans" cxnId="{4E5F0FFD-D886-434A-8A58-03F1A7F6E5DE}">
      <dgm:prSet/>
      <dgm:spPr/>
      <dgm:t>
        <a:bodyPr/>
        <a:lstStyle/>
        <a:p>
          <a:pPr rtl="1"/>
          <a:endParaRPr lang="ar-EG"/>
        </a:p>
      </dgm:t>
    </dgm:pt>
    <dgm:pt modelId="{50DC0326-E71D-4159-A6EE-5AA52D4CFF1D}" type="sibTrans" cxnId="{4E5F0FFD-D886-434A-8A58-03F1A7F6E5DE}">
      <dgm:prSet/>
      <dgm:spPr/>
      <dgm:t>
        <a:bodyPr/>
        <a:lstStyle/>
        <a:p>
          <a:pPr rtl="1"/>
          <a:endParaRPr lang="ar-EG"/>
        </a:p>
      </dgm:t>
    </dgm:pt>
    <dgm:pt modelId="{FD7C7A88-3E76-4EF9-8EA0-92259BAD6122}">
      <dgm:prSet phldrT="[Text]" phldr="0"/>
      <dgm:spPr/>
      <dgm:t>
        <a:bodyPr/>
        <a:lstStyle/>
        <a:p>
          <a:pPr rtl="1"/>
          <a:r>
            <a:rPr lang="ar-EG" dirty="0"/>
            <a:t>TreeMap</a:t>
          </a:r>
        </a:p>
      </dgm:t>
    </dgm:pt>
    <dgm:pt modelId="{69A1BA31-D081-49BC-B021-EDE9243A4705}" type="parTrans" cxnId="{7B91E38A-9C5B-4F7B-B3C1-0D16C2CA3FFB}">
      <dgm:prSet/>
      <dgm:spPr/>
      <dgm:t>
        <a:bodyPr/>
        <a:lstStyle/>
        <a:p>
          <a:pPr rtl="1"/>
          <a:endParaRPr lang="ar-EG"/>
        </a:p>
      </dgm:t>
    </dgm:pt>
    <dgm:pt modelId="{6410F2FD-8211-408B-8821-862BE519F5B4}" type="sibTrans" cxnId="{7B91E38A-9C5B-4F7B-B3C1-0D16C2CA3FFB}">
      <dgm:prSet/>
      <dgm:spPr/>
      <dgm:t>
        <a:bodyPr/>
        <a:lstStyle/>
        <a:p>
          <a:pPr rtl="1"/>
          <a:endParaRPr lang="ar-EG"/>
        </a:p>
      </dgm:t>
    </dgm:pt>
    <dgm:pt modelId="{A1A588DD-5CEC-425D-AB68-7933544B42D9}">
      <dgm:prSet phldrT="[Text]" phldr="0"/>
      <dgm:spPr/>
      <dgm:t>
        <a:bodyPr/>
        <a:lstStyle/>
        <a:p>
          <a:pPr rtl="1"/>
          <a:r>
            <a:rPr lang="ar-EG" dirty="0"/>
            <a:t>LinkedHashMap</a:t>
          </a:r>
          <a:endParaRPr lang="en-US" dirty="0"/>
        </a:p>
      </dgm:t>
    </dgm:pt>
    <dgm:pt modelId="{BC3EFA5F-162C-4DEF-AC98-71FBCE82D5CE}" type="parTrans" cxnId="{445FA696-8012-42B4-99E6-754B6880C772}">
      <dgm:prSet/>
      <dgm:spPr/>
      <dgm:t>
        <a:bodyPr/>
        <a:lstStyle/>
        <a:p>
          <a:pPr rtl="1"/>
          <a:endParaRPr lang="ar-EG"/>
        </a:p>
      </dgm:t>
    </dgm:pt>
    <dgm:pt modelId="{C8FFB358-C231-4066-BF60-9B197D832BA3}" type="sibTrans" cxnId="{445FA696-8012-42B4-99E6-754B6880C772}">
      <dgm:prSet/>
      <dgm:spPr/>
      <dgm:t>
        <a:bodyPr/>
        <a:lstStyle/>
        <a:p>
          <a:pPr rtl="1"/>
          <a:endParaRPr lang="ar-EG"/>
        </a:p>
      </dgm:t>
    </dgm:pt>
    <dgm:pt modelId="{CFEBA2FB-E15B-4759-A3F5-5BF8CAD3D467}" type="pres">
      <dgm:prSet presAssocID="{215ECFBE-0337-43BE-8A04-3F62A7E77640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C1D3F7C-02D2-4015-87BC-079E878ED748}" type="pres">
      <dgm:prSet presAssocID="{8CDB03F5-74BF-421B-90AF-AFF69D2BE2EC}" presName="hierRoot1" presStyleCnt="0">
        <dgm:presLayoutVars>
          <dgm:hierBranch val="init"/>
        </dgm:presLayoutVars>
      </dgm:prSet>
      <dgm:spPr/>
    </dgm:pt>
    <dgm:pt modelId="{7D0EA2CB-F3C7-45B2-811B-5E4B366B0E16}" type="pres">
      <dgm:prSet presAssocID="{8CDB03F5-74BF-421B-90AF-AFF69D2BE2EC}" presName="rootComposite1" presStyleCnt="0"/>
      <dgm:spPr/>
    </dgm:pt>
    <dgm:pt modelId="{6211B021-5FE0-4C10-9804-FC033F6971AB}" type="pres">
      <dgm:prSet presAssocID="{8CDB03F5-74BF-421B-90AF-AFF69D2BE2EC}" presName="rootText1" presStyleLbl="alignAcc1" presStyleIdx="0" presStyleCnt="0">
        <dgm:presLayoutVars>
          <dgm:chPref val="3"/>
        </dgm:presLayoutVars>
      </dgm:prSet>
      <dgm:spPr/>
    </dgm:pt>
    <dgm:pt modelId="{260B819D-29A0-4079-A877-1C4D41BAF919}" type="pres">
      <dgm:prSet presAssocID="{8CDB03F5-74BF-421B-90AF-AFF69D2BE2EC}" presName="topArc1" presStyleLbl="parChTrans1D1" presStyleIdx="0" presStyleCnt="8"/>
      <dgm:spPr/>
    </dgm:pt>
    <dgm:pt modelId="{59715AA6-8A19-4A82-924B-F36D6193F572}" type="pres">
      <dgm:prSet presAssocID="{8CDB03F5-74BF-421B-90AF-AFF69D2BE2EC}" presName="bottomArc1" presStyleLbl="parChTrans1D1" presStyleIdx="1" presStyleCnt="8"/>
      <dgm:spPr/>
    </dgm:pt>
    <dgm:pt modelId="{8A58D6A7-8C2D-4C51-90E0-44A415744F8B}" type="pres">
      <dgm:prSet presAssocID="{8CDB03F5-74BF-421B-90AF-AFF69D2BE2EC}" presName="topConnNode1" presStyleLbl="node1" presStyleIdx="0" presStyleCnt="0"/>
      <dgm:spPr/>
    </dgm:pt>
    <dgm:pt modelId="{6B36E3CF-6CCC-4B4C-85FD-BF93CB39C7F6}" type="pres">
      <dgm:prSet presAssocID="{8CDB03F5-74BF-421B-90AF-AFF69D2BE2EC}" presName="hierChild2" presStyleCnt="0"/>
      <dgm:spPr/>
    </dgm:pt>
    <dgm:pt modelId="{80A61832-71FE-4740-8ECE-6452BA33642F}" type="pres">
      <dgm:prSet presAssocID="{E301220E-F33B-4F4F-BE29-ADCDFAA63A70}" presName="Name28" presStyleLbl="parChTrans1D2" presStyleIdx="0" presStyleCnt="3"/>
      <dgm:spPr/>
    </dgm:pt>
    <dgm:pt modelId="{58576F76-EBF0-4450-BDD9-A5D31AEF2980}" type="pres">
      <dgm:prSet presAssocID="{E7B15A2B-84C4-4E1F-A907-DC464951F660}" presName="hierRoot2" presStyleCnt="0">
        <dgm:presLayoutVars>
          <dgm:hierBranch val="init"/>
        </dgm:presLayoutVars>
      </dgm:prSet>
      <dgm:spPr/>
    </dgm:pt>
    <dgm:pt modelId="{E212B497-40C0-4C37-B78B-B1CC7719AFEA}" type="pres">
      <dgm:prSet presAssocID="{E7B15A2B-84C4-4E1F-A907-DC464951F660}" presName="rootComposite2" presStyleCnt="0"/>
      <dgm:spPr/>
    </dgm:pt>
    <dgm:pt modelId="{DD1367E1-C70A-4070-9792-C6F7AC1DB395}" type="pres">
      <dgm:prSet presAssocID="{E7B15A2B-84C4-4E1F-A907-DC464951F660}" presName="rootText2" presStyleLbl="alignAcc1" presStyleIdx="0" presStyleCnt="0">
        <dgm:presLayoutVars>
          <dgm:chPref val="3"/>
        </dgm:presLayoutVars>
      </dgm:prSet>
      <dgm:spPr/>
    </dgm:pt>
    <dgm:pt modelId="{CB10C930-8BC3-443F-89BE-FE472336F1EE}" type="pres">
      <dgm:prSet presAssocID="{E7B15A2B-84C4-4E1F-A907-DC464951F660}" presName="topArc2" presStyleLbl="parChTrans1D1" presStyleIdx="2" presStyleCnt="8"/>
      <dgm:spPr/>
    </dgm:pt>
    <dgm:pt modelId="{726B33CD-5D78-476B-A026-B9CF41001DA8}" type="pres">
      <dgm:prSet presAssocID="{E7B15A2B-84C4-4E1F-A907-DC464951F660}" presName="bottomArc2" presStyleLbl="parChTrans1D1" presStyleIdx="3" presStyleCnt="8"/>
      <dgm:spPr/>
    </dgm:pt>
    <dgm:pt modelId="{F704C370-BB21-42B8-868A-99D4A85C7A80}" type="pres">
      <dgm:prSet presAssocID="{E7B15A2B-84C4-4E1F-A907-DC464951F660}" presName="topConnNode2" presStyleLbl="node2" presStyleIdx="0" presStyleCnt="0"/>
      <dgm:spPr/>
    </dgm:pt>
    <dgm:pt modelId="{959B1866-13E0-4EE3-9E70-91E951D08CF6}" type="pres">
      <dgm:prSet presAssocID="{E7B15A2B-84C4-4E1F-A907-DC464951F660}" presName="hierChild4" presStyleCnt="0"/>
      <dgm:spPr/>
    </dgm:pt>
    <dgm:pt modelId="{0CF1168A-3A3D-4D81-9D2D-A1FEBF49B3F4}" type="pres">
      <dgm:prSet presAssocID="{E7B15A2B-84C4-4E1F-A907-DC464951F660}" presName="hierChild5" presStyleCnt="0"/>
      <dgm:spPr/>
    </dgm:pt>
    <dgm:pt modelId="{17BC9E5D-D881-4E24-BC02-8D70AAF8B871}" type="pres">
      <dgm:prSet presAssocID="{69A1BA31-D081-49BC-B021-EDE9243A4705}" presName="Name28" presStyleLbl="parChTrans1D2" presStyleIdx="1" presStyleCnt="3"/>
      <dgm:spPr/>
    </dgm:pt>
    <dgm:pt modelId="{FA74AD7A-7EE9-46E7-8344-59035DFBB90D}" type="pres">
      <dgm:prSet presAssocID="{FD7C7A88-3E76-4EF9-8EA0-92259BAD6122}" presName="hierRoot2" presStyleCnt="0">
        <dgm:presLayoutVars>
          <dgm:hierBranch val="init"/>
        </dgm:presLayoutVars>
      </dgm:prSet>
      <dgm:spPr/>
    </dgm:pt>
    <dgm:pt modelId="{6C7DB748-CC01-4B91-9DC5-DC1886642F2C}" type="pres">
      <dgm:prSet presAssocID="{FD7C7A88-3E76-4EF9-8EA0-92259BAD6122}" presName="rootComposite2" presStyleCnt="0"/>
      <dgm:spPr/>
    </dgm:pt>
    <dgm:pt modelId="{0473D793-2483-47D0-9B7F-11EBB52FDD57}" type="pres">
      <dgm:prSet presAssocID="{FD7C7A88-3E76-4EF9-8EA0-92259BAD6122}" presName="rootText2" presStyleLbl="alignAcc1" presStyleIdx="0" presStyleCnt="0">
        <dgm:presLayoutVars>
          <dgm:chPref val="3"/>
        </dgm:presLayoutVars>
      </dgm:prSet>
      <dgm:spPr/>
    </dgm:pt>
    <dgm:pt modelId="{CA170EEB-1CA5-4A01-8944-8B840B3F72FF}" type="pres">
      <dgm:prSet presAssocID="{FD7C7A88-3E76-4EF9-8EA0-92259BAD6122}" presName="topArc2" presStyleLbl="parChTrans1D1" presStyleIdx="4" presStyleCnt="8"/>
      <dgm:spPr/>
    </dgm:pt>
    <dgm:pt modelId="{04B8C99B-DC75-4077-AC99-E519B6B40A7E}" type="pres">
      <dgm:prSet presAssocID="{FD7C7A88-3E76-4EF9-8EA0-92259BAD6122}" presName="bottomArc2" presStyleLbl="parChTrans1D1" presStyleIdx="5" presStyleCnt="8"/>
      <dgm:spPr/>
    </dgm:pt>
    <dgm:pt modelId="{1A4AD113-5335-42A3-B5FA-C6DC75F1A7D3}" type="pres">
      <dgm:prSet presAssocID="{FD7C7A88-3E76-4EF9-8EA0-92259BAD6122}" presName="topConnNode2" presStyleLbl="node2" presStyleIdx="0" presStyleCnt="0"/>
      <dgm:spPr/>
    </dgm:pt>
    <dgm:pt modelId="{B0028F76-0481-407F-AA5E-2DBADFFF2BB0}" type="pres">
      <dgm:prSet presAssocID="{FD7C7A88-3E76-4EF9-8EA0-92259BAD6122}" presName="hierChild4" presStyleCnt="0"/>
      <dgm:spPr/>
    </dgm:pt>
    <dgm:pt modelId="{8296D372-C2AE-4481-90ED-9C4F1AF3B0F9}" type="pres">
      <dgm:prSet presAssocID="{FD7C7A88-3E76-4EF9-8EA0-92259BAD6122}" presName="hierChild5" presStyleCnt="0"/>
      <dgm:spPr/>
    </dgm:pt>
    <dgm:pt modelId="{1A2DF6F0-4BC6-4BA1-9BC6-64A7C52234CC}" type="pres">
      <dgm:prSet presAssocID="{BC3EFA5F-162C-4DEF-AC98-71FBCE82D5CE}" presName="Name28" presStyleLbl="parChTrans1D2" presStyleIdx="2" presStyleCnt="3"/>
      <dgm:spPr/>
    </dgm:pt>
    <dgm:pt modelId="{D94FF42C-6EF7-4432-A7CB-5E02A93A9B6C}" type="pres">
      <dgm:prSet presAssocID="{A1A588DD-5CEC-425D-AB68-7933544B42D9}" presName="hierRoot2" presStyleCnt="0">
        <dgm:presLayoutVars>
          <dgm:hierBranch val="init"/>
        </dgm:presLayoutVars>
      </dgm:prSet>
      <dgm:spPr/>
    </dgm:pt>
    <dgm:pt modelId="{1E07FF51-D380-4247-9C52-E3C66AD649CD}" type="pres">
      <dgm:prSet presAssocID="{A1A588DD-5CEC-425D-AB68-7933544B42D9}" presName="rootComposite2" presStyleCnt="0"/>
      <dgm:spPr/>
    </dgm:pt>
    <dgm:pt modelId="{AABFEAE0-9A3C-4821-8ECA-BDC4B6B477F4}" type="pres">
      <dgm:prSet presAssocID="{A1A588DD-5CEC-425D-AB68-7933544B42D9}" presName="rootText2" presStyleLbl="alignAcc1" presStyleIdx="0" presStyleCnt="0">
        <dgm:presLayoutVars>
          <dgm:chPref val="3"/>
        </dgm:presLayoutVars>
      </dgm:prSet>
      <dgm:spPr/>
    </dgm:pt>
    <dgm:pt modelId="{DD0A8EF7-DA4C-4658-9D3E-97B7E2D8366D}" type="pres">
      <dgm:prSet presAssocID="{A1A588DD-5CEC-425D-AB68-7933544B42D9}" presName="topArc2" presStyleLbl="parChTrans1D1" presStyleIdx="6" presStyleCnt="8"/>
      <dgm:spPr/>
    </dgm:pt>
    <dgm:pt modelId="{0979E441-7DD0-48EA-8516-67E25EF25A1F}" type="pres">
      <dgm:prSet presAssocID="{A1A588DD-5CEC-425D-AB68-7933544B42D9}" presName="bottomArc2" presStyleLbl="parChTrans1D1" presStyleIdx="7" presStyleCnt="8"/>
      <dgm:spPr/>
    </dgm:pt>
    <dgm:pt modelId="{1945DE3D-745E-4FE1-BBE9-62BA36595EC5}" type="pres">
      <dgm:prSet presAssocID="{A1A588DD-5CEC-425D-AB68-7933544B42D9}" presName="topConnNode2" presStyleLbl="node2" presStyleIdx="0" presStyleCnt="0"/>
      <dgm:spPr/>
    </dgm:pt>
    <dgm:pt modelId="{B20536CC-340D-4117-B16A-3EFE809F78E0}" type="pres">
      <dgm:prSet presAssocID="{A1A588DD-5CEC-425D-AB68-7933544B42D9}" presName="hierChild4" presStyleCnt="0"/>
      <dgm:spPr/>
    </dgm:pt>
    <dgm:pt modelId="{BFFD114F-65A2-42E9-B132-9988F5AF9EE7}" type="pres">
      <dgm:prSet presAssocID="{A1A588DD-5CEC-425D-AB68-7933544B42D9}" presName="hierChild5" presStyleCnt="0"/>
      <dgm:spPr/>
    </dgm:pt>
    <dgm:pt modelId="{86F5F515-4A2A-4FF0-AAD8-F95293B51F1A}" type="pres">
      <dgm:prSet presAssocID="{8CDB03F5-74BF-421B-90AF-AFF69D2BE2EC}" presName="hierChild3" presStyleCnt="0"/>
      <dgm:spPr/>
    </dgm:pt>
  </dgm:ptLst>
  <dgm:cxnLst>
    <dgm:cxn modelId="{E9337F36-C04D-4B15-AF15-4631F5F50C61}" type="presOf" srcId="{BC3EFA5F-162C-4DEF-AC98-71FBCE82D5CE}" destId="{1A2DF6F0-4BC6-4BA1-9BC6-64A7C52234CC}" srcOrd="0" destOrd="0" presId="urn:microsoft.com/office/officeart/2008/layout/HalfCircleOrganizationChart"/>
    <dgm:cxn modelId="{38977E3E-E5C2-4292-9CA2-638656421C35}" type="presOf" srcId="{8CDB03F5-74BF-421B-90AF-AFF69D2BE2EC}" destId="{8A58D6A7-8C2D-4C51-90E0-44A415744F8B}" srcOrd="1" destOrd="0" presId="urn:microsoft.com/office/officeart/2008/layout/HalfCircleOrganizationChart"/>
    <dgm:cxn modelId="{9C89174D-848C-4DB2-9F92-84397891AB87}" type="presOf" srcId="{FD7C7A88-3E76-4EF9-8EA0-92259BAD6122}" destId="{1A4AD113-5335-42A3-B5FA-C6DC75F1A7D3}" srcOrd="1" destOrd="0" presId="urn:microsoft.com/office/officeart/2008/layout/HalfCircleOrganizationChart"/>
    <dgm:cxn modelId="{90220F72-F06A-449B-B292-EEB7E7B5E9B0}" type="presOf" srcId="{8CDB03F5-74BF-421B-90AF-AFF69D2BE2EC}" destId="{6211B021-5FE0-4C10-9804-FC033F6971AB}" srcOrd="0" destOrd="0" presId="urn:microsoft.com/office/officeart/2008/layout/HalfCircleOrganizationChart"/>
    <dgm:cxn modelId="{D8750973-4E8C-4146-ABCF-4629B758AD13}" srcId="{215ECFBE-0337-43BE-8A04-3F62A7E77640}" destId="{8CDB03F5-74BF-421B-90AF-AFF69D2BE2EC}" srcOrd="0" destOrd="0" parTransId="{41651D95-0861-49FB-B688-BACCC67DF8DA}" sibTransId="{CD1AE4A2-68CD-465C-A95D-9CD18A648694}"/>
    <dgm:cxn modelId="{845D3E78-F1B7-4291-801C-2226E3E5413B}" type="presOf" srcId="{E7B15A2B-84C4-4E1F-A907-DC464951F660}" destId="{DD1367E1-C70A-4070-9792-C6F7AC1DB395}" srcOrd="0" destOrd="0" presId="urn:microsoft.com/office/officeart/2008/layout/HalfCircleOrganizationChart"/>
    <dgm:cxn modelId="{7D459285-7776-4FB2-85E2-739D18F6A672}" type="presOf" srcId="{215ECFBE-0337-43BE-8A04-3F62A7E77640}" destId="{CFEBA2FB-E15B-4759-A3F5-5BF8CAD3D467}" srcOrd="0" destOrd="0" presId="urn:microsoft.com/office/officeart/2008/layout/HalfCircleOrganizationChart"/>
    <dgm:cxn modelId="{7B91E38A-9C5B-4F7B-B3C1-0D16C2CA3FFB}" srcId="{8CDB03F5-74BF-421B-90AF-AFF69D2BE2EC}" destId="{FD7C7A88-3E76-4EF9-8EA0-92259BAD6122}" srcOrd="1" destOrd="0" parTransId="{69A1BA31-D081-49BC-B021-EDE9243A4705}" sibTransId="{6410F2FD-8211-408B-8821-862BE519F5B4}"/>
    <dgm:cxn modelId="{445FA696-8012-42B4-99E6-754B6880C772}" srcId="{8CDB03F5-74BF-421B-90AF-AFF69D2BE2EC}" destId="{A1A588DD-5CEC-425D-AB68-7933544B42D9}" srcOrd="2" destOrd="0" parTransId="{BC3EFA5F-162C-4DEF-AC98-71FBCE82D5CE}" sibTransId="{C8FFB358-C231-4066-BF60-9B197D832BA3}"/>
    <dgm:cxn modelId="{499BFE98-BB62-42BC-9597-A94BF67C7451}" type="presOf" srcId="{FD7C7A88-3E76-4EF9-8EA0-92259BAD6122}" destId="{0473D793-2483-47D0-9B7F-11EBB52FDD57}" srcOrd="0" destOrd="0" presId="urn:microsoft.com/office/officeart/2008/layout/HalfCircleOrganizationChart"/>
    <dgm:cxn modelId="{C255E6A5-5BC3-448C-B4F5-E145D5FFE2DF}" type="presOf" srcId="{A1A588DD-5CEC-425D-AB68-7933544B42D9}" destId="{1945DE3D-745E-4FE1-BBE9-62BA36595EC5}" srcOrd="1" destOrd="0" presId="urn:microsoft.com/office/officeart/2008/layout/HalfCircleOrganizationChart"/>
    <dgm:cxn modelId="{814C16CE-9417-462D-9510-FADEDB0F7541}" type="presOf" srcId="{A1A588DD-5CEC-425D-AB68-7933544B42D9}" destId="{AABFEAE0-9A3C-4821-8ECA-BDC4B6B477F4}" srcOrd="0" destOrd="0" presId="urn:microsoft.com/office/officeart/2008/layout/HalfCircleOrganizationChart"/>
    <dgm:cxn modelId="{0A4F43D1-0A51-4240-B1E8-79FA3017805F}" type="presOf" srcId="{E301220E-F33B-4F4F-BE29-ADCDFAA63A70}" destId="{80A61832-71FE-4740-8ECE-6452BA33642F}" srcOrd="0" destOrd="0" presId="urn:microsoft.com/office/officeart/2008/layout/HalfCircleOrganizationChart"/>
    <dgm:cxn modelId="{52B243E1-30A1-44FC-AEA8-7CD7D4FAAF26}" type="presOf" srcId="{E7B15A2B-84C4-4E1F-A907-DC464951F660}" destId="{F704C370-BB21-42B8-868A-99D4A85C7A80}" srcOrd="1" destOrd="0" presId="urn:microsoft.com/office/officeart/2008/layout/HalfCircleOrganizationChart"/>
    <dgm:cxn modelId="{7B2330FB-7A5B-4EC6-98A5-0893DED85144}" type="presOf" srcId="{69A1BA31-D081-49BC-B021-EDE9243A4705}" destId="{17BC9E5D-D881-4E24-BC02-8D70AAF8B871}" srcOrd="0" destOrd="0" presId="urn:microsoft.com/office/officeart/2008/layout/HalfCircleOrganizationChart"/>
    <dgm:cxn modelId="{4E5F0FFD-D886-434A-8A58-03F1A7F6E5DE}" srcId="{8CDB03F5-74BF-421B-90AF-AFF69D2BE2EC}" destId="{E7B15A2B-84C4-4E1F-A907-DC464951F660}" srcOrd="0" destOrd="0" parTransId="{E301220E-F33B-4F4F-BE29-ADCDFAA63A70}" sibTransId="{50DC0326-E71D-4159-A6EE-5AA52D4CFF1D}"/>
    <dgm:cxn modelId="{AE7C30FA-EEA2-4C46-BC57-4E9390A883DD}" type="presParOf" srcId="{CFEBA2FB-E15B-4759-A3F5-5BF8CAD3D467}" destId="{5C1D3F7C-02D2-4015-87BC-079E878ED748}" srcOrd="0" destOrd="0" presId="urn:microsoft.com/office/officeart/2008/layout/HalfCircleOrganizationChart"/>
    <dgm:cxn modelId="{DBD80076-9E7C-414E-8FEA-30049CCA9BEC}" type="presParOf" srcId="{5C1D3F7C-02D2-4015-87BC-079E878ED748}" destId="{7D0EA2CB-F3C7-45B2-811B-5E4B366B0E16}" srcOrd="0" destOrd="0" presId="urn:microsoft.com/office/officeart/2008/layout/HalfCircleOrganizationChart"/>
    <dgm:cxn modelId="{7508B4D9-C53B-49F9-B2B7-0F8C8A85A953}" type="presParOf" srcId="{7D0EA2CB-F3C7-45B2-811B-5E4B366B0E16}" destId="{6211B021-5FE0-4C10-9804-FC033F6971AB}" srcOrd="0" destOrd="0" presId="urn:microsoft.com/office/officeart/2008/layout/HalfCircleOrganizationChart"/>
    <dgm:cxn modelId="{61BB0618-182B-4946-9998-4C6B365F2D3B}" type="presParOf" srcId="{7D0EA2CB-F3C7-45B2-811B-5E4B366B0E16}" destId="{260B819D-29A0-4079-A877-1C4D41BAF919}" srcOrd="1" destOrd="0" presId="urn:microsoft.com/office/officeart/2008/layout/HalfCircleOrganizationChart"/>
    <dgm:cxn modelId="{76522A5A-05F4-46AF-A9CA-73AB9F8A798B}" type="presParOf" srcId="{7D0EA2CB-F3C7-45B2-811B-5E4B366B0E16}" destId="{59715AA6-8A19-4A82-924B-F36D6193F572}" srcOrd="2" destOrd="0" presId="urn:microsoft.com/office/officeart/2008/layout/HalfCircleOrganizationChart"/>
    <dgm:cxn modelId="{D2F1055F-63F7-49E8-9284-651D9786FE06}" type="presParOf" srcId="{7D0EA2CB-F3C7-45B2-811B-5E4B366B0E16}" destId="{8A58D6A7-8C2D-4C51-90E0-44A415744F8B}" srcOrd="3" destOrd="0" presId="urn:microsoft.com/office/officeart/2008/layout/HalfCircleOrganizationChart"/>
    <dgm:cxn modelId="{441FB6AF-AACC-4100-9788-BCF8E8622B9A}" type="presParOf" srcId="{5C1D3F7C-02D2-4015-87BC-079E878ED748}" destId="{6B36E3CF-6CCC-4B4C-85FD-BF93CB39C7F6}" srcOrd="1" destOrd="0" presId="urn:microsoft.com/office/officeart/2008/layout/HalfCircleOrganizationChart"/>
    <dgm:cxn modelId="{456796A2-91AE-4287-8B5C-594AD64D8BFE}" type="presParOf" srcId="{6B36E3CF-6CCC-4B4C-85FD-BF93CB39C7F6}" destId="{80A61832-71FE-4740-8ECE-6452BA33642F}" srcOrd="0" destOrd="0" presId="urn:microsoft.com/office/officeart/2008/layout/HalfCircleOrganizationChart"/>
    <dgm:cxn modelId="{CB6CB8BB-EFA9-44D9-A080-EC81FFE50C7F}" type="presParOf" srcId="{6B36E3CF-6CCC-4B4C-85FD-BF93CB39C7F6}" destId="{58576F76-EBF0-4450-BDD9-A5D31AEF2980}" srcOrd="1" destOrd="0" presId="urn:microsoft.com/office/officeart/2008/layout/HalfCircleOrganizationChart"/>
    <dgm:cxn modelId="{A3F28502-E493-4EA3-99C0-0BC00D39D83A}" type="presParOf" srcId="{58576F76-EBF0-4450-BDD9-A5D31AEF2980}" destId="{E212B497-40C0-4C37-B78B-B1CC7719AFEA}" srcOrd="0" destOrd="0" presId="urn:microsoft.com/office/officeart/2008/layout/HalfCircleOrganizationChart"/>
    <dgm:cxn modelId="{4C26A297-6ED6-4CC3-9554-09CD5AF3DE55}" type="presParOf" srcId="{E212B497-40C0-4C37-B78B-B1CC7719AFEA}" destId="{DD1367E1-C70A-4070-9792-C6F7AC1DB395}" srcOrd="0" destOrd="0" presId="urn:microsoft.com/office/officeart/2008/layout/HalfCircleOrganizationChart"/>
    <dgm:cxn modelId="{DBCDCB44-F81B-4D72-9CAB-0F8CA4582526}" type="presParOf" srcId="{E212B497-40C0-4C37-B78B-B1CC7719AFEA}" destId="{CB10C930-8BC3-443F-89BE-FE472336F1EE}" srcOrd="1" destOrd="0" presId="urn:microsoft.com/office/officeart/2008/layout/HalfCircleOrganizationChart"/>
    <dgm:cxn modelId="{E2C01D98-51B8-4C00-BD3B-8A351C4D26A1}" type="presParOf" srcId="{E212B497-40C0-4C37-B78B-B1CC7719AFEA}" destId="{726B33CD-5D78-476B-A026-B9CF41001DA8}" srcOrd="2" destOrd="0" presId="urn:microsoft.com/office/officeart/2008/layout/HalfCircleOrganizationChart"/>
    <dgm:cxn modelId="{0A7B2F34-B4F3-4E83-A532-E736B3FCF6EC}" type="presParOf" srcId="{E212B497-40C0-4C37-B78B-B1CC7719AFEA}" destId="{F704C370-BB21-42B8-868A-99D4A85C7A80}" srcOrd="3" destOrd="0" presId="urn:microsoft.com/office/officeart/2008/layout/HalfCircleOrganizationChart"/>
    <dgm:cxn modelId="{2C691828-4ECE-472F-83FF-9354F653EBEB}" type="presParOf" srcId="{58576F76-EBF0-4450-BDD9-A5D31AEF2980}" destId="{959B1866-13E0-4EE3-9E70-91E951D08CF6}" srcOrd="1" destOrd="0" presId="urn:microsoft.com/office/officeart/2008/layout/HalfCircleOrganizationChart"/>
    <dgm:cxn modelId="{41D2CD12-B03E-4361-B4B9-C1504B3B5443}" type="presParOf" srcId="{58576F76-EBF0-4450-BDD9-A5D31AEF2980}" destId="{0CF1168A-3A3D-4D81-9D2D-A1FEBF49B3F4}" srcOrd="2" destOrd="0" presId="urn:microsoft.com/office/officeart/2008/layout/HalfCircleOrganizationChart"/>
    <dgm:cxn modelId="{243087A4-7112-4CFB-9E3C-49EF3AF3D75D}" type="presParOf" srcId="{6B36E3CF-6CCC-4B4C-85FD-BF93CB39C7F6}" destId="{17BC9E5D-D881-4E24-BC02-8D70AAF8B871}" srcOrd="2" destOrd="0" presId="urn:microsoft.com/office/officeart/2008/layout/HalfCircleOrganizationChart"/>
    <dgm:cxn modelId="{1641E4B8-54E4-4F18-A456-6A083C9C023A}" type="presParOf" srcId="{6B36E3CF-6CCC-4B4C-85FD-BF93CB39C7F6}" destId="{FA74AD7A-7EE9-46E7-8344-59035DFBB90D}" srcOrd="3" destOrd="0" presId="urn:microsoft.com/office/officeart/2008/layout/HalfCircleOrganizationChart"/>
    <dgm:cxn modelId="{0DB82B76-04A3-4D7D-9B84-85EEC43DFEEA}" type="presParOf" srcId="{FA74AD7A-7EE9-46E7-8344-59035DFBB90D}" destId="{6C7DB748-CC01-4B91-9DC5-DC1886642F2C}" srcOrd="0" destOrd="0" presId="urn:microsoft.com/office/officeart/2008/layout/HalfCircleOrganizationChart"/>
    <dgm:cxn modelId="{3A465DFF-590E-4459-A6DC-8B085B6EA505}" type="presParOf" srcId="{6C7DB748-CC01-4B91-9DC5-DC1886642F2C}" destId="{0473D793-2483-47D0-9B7F-11EBB52FDD57}" srcOrd="0" destOrd="0" presId="urn:microsoft.com/office/officeart/2008/layout/HalfCircleOrganizationChart"/>
    <dgm:cxn modelId="{8529B18D-B39A-45F3-982A-255A26FA6D48}" type="presParOf" srcId="{6C7DB748-CC01-4B91-9DC5-DC1886642F2C}" destId="{CA170EEB-1CA5-4A01-8944-8B840B3F72FF}" srcOrd="1" destOrd="0" presId="urn:microsoft.com/office/officeart/2008/layout/HalfCircleOrganizationChart"/>
    <dgm:cxn modelId="{6A1DBB47-F7E6-417A-8C00-B02C85B41E0B}" type="presParOf" srcId="{6C7DB748-CC01-4B91-9DC5-DC1886642F2C}" destId="{04B8C99B-DC75-4077-AC99-E519B6B40A7E}" srcOrd="2" destOrd="0" presId="urn:microsoft.com/office/officeart/2008/layout/HalfCircleOrganizationChart"/>
    <dgm:cxn modelId="{300C46A8-DAB7-452B-941C-28F02C286375}" type="presParOf" srcId="{6C7DB748-CC01-4B91-9DC5-DC1886642F2C}" destId="{1A4AD113-5335-42A3-B5FA-C6DC75F1A7D3}" srcOrd="3" destOrd="0" presId="urn:microsoft.com/office/officeart/2008/layout/HalfCircleOrganizationChart"/>
    <dgm:cxn modelId="{54530FF8-5DAE-4D1F-AD74-30AA23A5C0E5}" type="presParOf" srcId="{FA74AD7A-7EE9-46E7-8344-59035DFBB90D}" destId="{B0028F76-0481-407F-AA5E-2DBADFFF2BB0}" srcOrd="1" destOrd="0" presId="urn:microsoft.com/office/officeart/2008/layout/HalfCircleOrganizationChart"/>
    <dgm:cxn modelId="{F3D179D0-0543-428C-AB82-F529F7F06079}" type="presParOf" srcId="{FA74AD7A-7EE9-46E7-8344-59035DFBB90D}" destId="{8296D372-C2AE-4481-90ED-9C4F1AF3B0F9}" srcOrd="2" destOrd="0" presId="urn:microsoft.com/office/officeart/2008/layout/HalfCircleOrganizationChart"/>
    <dgm:cxn modelId="{777A95F4-009B-4399-9408-C4DC7525F0BD}" type="presParOf" srcId="{6B36E3CF-6CCC-4B4C-85FD-BF93CB39C7F6}" destId="{1A2DF6F0-4BC6-4BA1-9BC6-64A7C52234CC}" srcOrd="4" destOrd="0" presId="urn:microsoft.com/office/officeart/2008/layout/HalfCircleOrganizationChart"/>
    <dgm:cxn modelId="{930D799B-2249-4925-B763-320B31653432}" type="presParOf" srcId="{6B36E3CF-6CCC-4B4C-85FD-BF93CB39C7F6}" destId="{D94FF42C-6EF7-4432-A7CB-5E02A93A9B6C}" srcOrd="5" destOrd="0" presId="urn:microsoft.com/office/officeart/2008/layout/HalfCircleOrganizationChart"/>
    <dgm:cxn modelId="{CF7DB891-E459-451E-8E59-A8ED67D1CD3C}" type="presParOf" srcId="{D94FF42C-6EF7-4432-A7CB-5E02A93A9B6C}" destId="{1E07FF51-D380-4247-9C52-E3C66AD649CD}" srcOrd="0" destOrd="0" presId="urn:microsoft.com/office/officeart/2008/layout/HalfCircleOrganizationChart"/>
    <dgm:cxn modelId="{D78609B3-FE26-44A8-AF29-D542C3033BC9}" type="presParOf" srcId="{1E07FF51-D380-4247-9C52-E3C66AD649CD}" destId="{AABFEAE0-9A3C-4821-8ECA-BDC4B6B477F4}" srcOrd="0" destOrd="0" presId="urn:microsoft.com/office/officeart/2008/layout/HalfCircleOrganizationChart"/>
    <dgm:cxn modelId="{28E9926E-2A8F-4664-96C2-E0D431075DF2}" type="presParOf" srcId="{1E07FF51-D380-4247-9C52-E3C66AD649CD}" destId="{DD0A8EF7-DA4C-4658-9D3E-97B7E2D8366D}" srcOrd="1" destOrd="0" presId="urn:microsoft.com/office/officeart/2008/layout/HalfCircleOrganizationChart"/>
    <dgm:cxn modelId="{B1762043-68A2-4693-8C02-6D6889359466}" type="presParOf" srcId="{1E07FF51-D380-4247-9C52-E3C66AD649CD}" destId="{0979E441-7DD0-48EA-8516-67E25EF25A1F}" srcOrd="2" destOrd="0" presId="urn:microsoft.com/office/officeart/2008/layout/HalfCircleOrganizationChart"/>
    <dgm:cxn modelId="{53A4EEA0-E10E-4432-919F-3FB456836E85}" type="presParOf" srcId="{1E07FF51-D380-4247-9C52-E3C66AD649CD}" destId="{1945DE3D-745E-4FE1-BBE9-62BA36595EC5}" srcOrd="3" destOrd="0" presId="urn:microsoft.com/office/officeart/2008/layout/HalfCircleOrganizationChart"/>
    <dgm:cxn modelId="{BB8AB4F0-A086-4AB5-8A25-1D745C6C72FE}" type="presParOf" srcId="{D94FF42C-6EF7-4432-A7CB-5E02A93A9B6C}" destId="{B20536CC-340D-4117-B16A-3EFE809F78E0}" srcOrd="1" destOrd="0" presId="urn:microsoft.com/office/officeart/2008/layout/HalfCircleOrganizationChart"/>
    <dgm:cxn modelId="{0F33668A-5223-47B1-8CF0-180A9EA72795}" type="presParOf" srcId="{D94FF42C-6EF7-4432-A7CB-5E02A93A9B6C}" destId="{BFFD114F-65A2-42E9-B132-9988F5AF9EE7}" srcOrd="2" destOrd="0" presId="urn:microsoft.com/office/officeart/2008/layout/HalfCircleOrganizationChart"/>
    <dgm:cxn modelId="{9F9074A3-C650-4E07-B4F0-E40D0083F203}" type="presParOf" srcId="{5C1D3F7C-02D2-4015-87BC-079E878ED748}" destId="{86F5F515-4A2A-4FF0-AAD8-F95293B51F1A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DF6F0-4BC6-4BA1-9BC6-64A7C52234CC}">
      <dsp:nvSpPr>
        <dsp:cNvPr id="0" name=""/>
        <dsp:cNvSpPr/>
      </dsp:nvSpPr>
      <dsp:spPr>
        <a:xfrm>
          <a:off x="2455423" y="2024917"/>
          <a:ext cx="1737230" cy="3015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0751"/>
              </a:lnTo>
              <a:lnTo>
                <a:pt x="1737230" y="150751"/>
              </a:lnTo>
              <a:lnTo>
                <a:pt x="1737230" y="3015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BC9E5D-D881-4E24-BC02-8D70AAF8B871}">
      <dsp:nvSpPr>
        <dsp:cNvPr id="0" name=""/>
        <dsp:cNvSpPr/>
      </dsp:nvSpPr>
      <dsp:spPr>
        <a:xfrm>
          <a:off x="2409703" y="2024917"/>
          <a:ext cx="91440" cy="30150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15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A61832-71FE-4740-8ECE-6452BA33642F}">
      <dsp:nvSpPr>
        <dsp:cNvPr id="0" name=""/>
        <dsp:cNvSpPr/>
      </dsp:nvSpPr>
      <dsp:spPr>
        <a:xfrm>
          <a:off x="718193" y="2024917"/>
          <a:ext cx="1737230" cy="301502"/>
        </a:xfrm>
        <a:custGeom>
          <a:avLst/>
          <a:gdLst/>
          <a:ahLst/>
          <a:cxnLst/>
          <a:rect l="0" t="0" r="0" b="0"/>
          <a:pathLst>
            <a:path>
              <a:moveTo>
                <a:pt x="1737230" y="0"/>
              </a:moveTo>
              <a:lnTo>
                <a:pt x="1737230" y="150751"/>
              </a:lnTo>
              <a:lnTo>
                <a:pt x="0" y="150751"/>
              </a:lnTo>
              <a:lnTo>
                <a:pt x="0" y="30150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0B819D-29A0-4079-A877-1C4D41BAF919}">
      <dsp:nvSpPr>
        <dsp:cNvPr id="0" name=""/>
        <dsp:cNvSpPr/>
      </dsp:nvSpPr>
      <dsp:spPr>
        <a:xfrm>
          <a:off x="2096491" y="1307053"/>
          <a:ext cx="717863" cy="71786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15AA6-8A19-4A82-924B-F36D6193F572}">
      <dsp:nvSpPr>
        <dsp:cNvPr id="0" name=""/>
        <dsp:cNvSpPr/>
      </dsp:nvSpPr>
      <dsp:spPr>
        <a:xfrm>
          <a:off x="2096491" y="1307053"/>
          <a:ext cx="717863" cy="71786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11B021-5FE0-4C10-9804-FC033F6971AB}">
      <dsp:nvSpPr>
        <dsp:cNvPr id="0" name=""/>
        <dsp:cNvSpPr/>
      </dsp:nvSpPr>
      <dsp:spPr>
        <a:xfrm>
          <a:off x="1737559" y="1436269"/>
          <a:ext cx="1435727" cy="459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Collection</a:t>
          </a:r>
        </a:p>
      </dsp:txBody>
      <dsp:txXfrm>
        <a:off x="1737559" y="1436269"/>
        <a:ext cx="1435727" cy="459432"/>
      </dsp:txXfrm>
    </dsp:sp>
    <dsp:sp modelId="{CB10C930-8BC3-443F-89BE-FE472336F1EE}">
      <dsp:nvSpPr>
        <dsp:cNvPr id="0" name=""/>
        <dsp:cNvSpPr/>
      </dsp:nvSpPr>
      <dsp:spPr>
        <a:xfrm>
          <a:off x="359261" y="2326420"/>
          <a:ext cx="717863" cy="71786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B33CD-5D78-476B-A026-B9CF41001DA8}">
      <dsp:nvSpPr>
        <dsp:cNvPr id="0" name=""/>
        <dsp:cNvSpPr/>
      </dsp:nvSpPr>
      <dsp:spPr>
        <a:xfrm>
          <a:off x="359261" y="2326420"/>
          <a:ext cx="717863" cy="71786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367E1-C70A-4070-9792-C6F7AC1DB395}">
      <dsp:nvSpPr>
        <dsp:cNvPr id="0" name=""/>
        <dsp:cNvSpPr/>
      </dsp:nvSpPr>
      <dsp:spPr>
        <a:xfrm>
          <a:off x="329" y="2455635"/>
          <a:ext cx="1435727" cy="459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2400" kern="1200" dirty="0"/>
            <a:t>List </a:t>
          </a:r>
        </a:p>
      </dsp:txBody>
      <dsp:txXfrm>
        <a:off x="329" y="2455635"/>
        <a:ext cx="1435727" cy="459432"/>
      </dsp:txXfrm>
    </dsp:sp>
    <dsp:sp modelId="{CA170EEB-1CA5-4A01-8944-8B840B3F72FF}">
      <dsp:nvSpPr>
        <dsp:cNvPr id="0" name=""/>
        <dsp:cNvSpPr/>
      </dsp:nvSpPr>
      <dsp:spPr>
        <a:xfrm>
          <a:off x="2096491" y="2326420"/>
          <a:ext cx="717863" cy="71786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8C99B-DC75-4077-AC99-E519B6B40A7E}">
      <dsp:nvSpPr>
        <dsp:cNvPr id="0" name=""/>
        <dsp:cNvSpPr/>
      </dsp:nvSpPr>
      <dsp:spPr>
        <a:xfrm>
          <a:off x="2096491" y="2326420"/>
          <a:ext cx="717863" cy="71786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73D793-2483-47D0-9B7F-11EBB52FDD57}">
      <dsp:nvSpPr>
        <dsp:cNvPr id="0" name=""/>
        <dsp:cNvSpPr/>
      </dsp:nvSpPr>
      <dsp:spPr>
        <a:xfrm>
          <a:off x="1737559" y="2455635"/>
          <a:ext cx="1435727" cy="459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</a:t>
          </a:r>
          <a:endParaRPr lang="ar-EG" sz="2400" kern="1200" dirty="0"/>
        </a:p>
      </dsp:txBody>
      <dsp:txXfrm>
        <a:off x="1737559" y="2455635"/>
        <a:ext cx="1435727" cy="459432"/>
      </dsp:txXfrm>
    </dsp:sp>
    <dsp:sp modelId="{DD0A8EF7-DA4C-4658-9D3E-97B7E2D8366D}">
      <dsp:nvSpPr>
        <dsp:cNvPr id="0" name=""/>
        <dsp:cNvSpPr/>
      </dsp:nvSpPr>
      <dsp:spPr>
        <a:xfrm>
          <a:off x="3833721" y="2326420"/>
          <a:ext cx="717863" cy="717863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9E441-7DD0-48EA-8516-67E25EF25A1F}">
      <dsp:nvSpPr>
        <dsp:cNvPr id="0" name=""/>
        <dsp:cNvSpPr/>
      </dsp:nvSpPr>
      <dsp:spPr>
        <a:xfrm>
          <a:off x="3833721" y="2326420"/>
          <a:ext cx="717863" cy="717863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BFEAE0-9A3C-4821-8ECA-BDC4B6B477F4}">
      <dsp:nvSpPr>
        <dsp:cNvPr id="0" name=""/>
        <dsp:cNvSpPr/>
      </dsp:nvSpPr>
      <dsp:spPr>
        <a:xfrm>
          <a:off x="3474789" y="2455635"/>
          <a:ext cx="1435727" cy="459432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Queue</a:t>
          </a:r>
        </a:p>
      </dsp:txBody>
      <dsp:txXfrm>
        <a:off x="3474789" y="2455635"/>
        <a:ext cx="1435727" cy="4594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2DF6F0-4BC6-4BA1-9BC6-64A7C52234CC}">
      <dsp:nvSpPr>
        <dsp:cNvPr id="0" name=""/>
        <dsp:cNvSpPr/>
      </dsp:nvSpPr>
      <dsp:spPr>
        <a:xfrm>
          <a:off x="2628900" y="2014266"/>
          <a:ext cx="1859966" cy="3228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402"/>
              </a:lnTo>
              <a:lnTo>
                <a:pt x="1859966" y="161402"/>
              </a:lnTo>
              <a:lnTo>
                <a:pt x="1859966" y="3228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BC9E5D-D881-4E24-BC02-8D70AAF8B871}">
      <dsp:nvSpPr>
        <dsp:cNvPr id="0" name=""/>
        <dsp:cNvSpPr/>
      </dsp:nvSpPr>
      <dsp:spPr>
        <a:xfrm>
          <a:off x="2583180" y="2014266"/>
          <a:ext cx="91440" cy="32280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28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A61832-71FE-4740-8ECE-6452BA33642F}">
      <dsp:nvSpPr>
        <dsp:cNvPr id="0" name=""/>
        <dsp:cNvSpPr/>
      </dsp:nvSpPr>
      <dsp:spPr>
        <a:xfrm>
          <a:off x="768933" y="2014266"/>
          <a:ext cx="1859966" cy="322804"/>
        </a:xfrm>
        <a:custGeom>
          <a:avLst/>
          <a:gdLst/>
          <a:ahLst/>
          <a:cxnLst/>
          <a:rect l="0" t="0" r="0" b="0"/>
          <a:pathLst>
            <a:path>
              <a:moveTo>
                <a:pt x="1859966" y="0"/>
              </a:moveTo>
              <a:lnTo>
                <a:pt x="1859966" y="161402"/>
              </a:lnTo>
              <a:lnTo>
                <a:pt x="0" y="161402"/>
              </a:lnTo>
              <a:lnTo>
                <a:pt x="0" y="32280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60B819D-29A0-4079-A877-1C4D41BAF919}">
      <dsp:nvSpPr>
        <dsp:cNvPr id="0" name=""/>
        <dsp:cNvSpPr/>
      </dsp:nvSpPr>
      <dsp:spPr>
        <a:xfrm>
          <a:off x="2244609" y="1245685"/>
          <a:ext cx="768580" cy="768580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9715AA6-8A19-4A82-924B-F36D6193F572}">
      <dsp:nvSpPr>
        <dsp:cNvPr id="0" name=""/>
        <dsp:cNvSpPr/>
      </dsp:nvSpPr>
      <dsp:spPr>
        <a:xfrm>
          <a:off x="2244609" y="1245685"/>
          <a:ext cx="768580" cy="768580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11B021-5FE0-4C10-9804-FC033F6971AB}">
      <dsp:nvSpPr>
        <dsp:cNvPr id="0" name=""/>
        <dsp:cNvSpPr/>
      </dsp:nvSpPr>
      <dsp:spPr>
        <a:xfrm>
          <a:off x="1860319" y="1384030"/>
          <a:ext cx="1537161" cy="49189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Map</a:t>
          </a:r>
          <a:endParaRPr lang="ar-EG" sz="1700" kern="1200" dirty="0"/>
        </a:p>
      </dsp:txBody>
      <dsp:txXfrm>
        <a:off x="1860319" y="1384030"/>
        <a:ext cx="1537161" cy="491891"/>
      </dsp:txXfrm>
    </dsp:sp>
    <dsp:sp modelId="{CB10C930-8BC3-443F-89BE-FE472336F1EE}">
      <dsp:nvSpPr>
        <dsp:cNvPr id="0" name=""/>
        <dsp:cNvSpPr/>
      </dsp:nvSpPr>
      <dsp:spPr>
        <a:xfrm>
          <a:off x="384643" y="2337071"/>
          <a:ext cx="768580" cy="768580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6B33CD-5D78-476B-A026-B9CF41001DA8}">
      <dsp:nvSpPr>
        <dsp:cNvPr id="0" name=""/>
        <dsp:cNvSpPr/>
      </dsp:nvSpPr>
      <dsp:spPr>
        <a:xfrm>
          <a:off x="384643" y="2337071"/>
          <a:ext cx="768580" cy="768580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D1367E1-C70A-4070-9792-C6F7AC1DB395}">
      <dsp:nvSpPr>
        <dsp:cNvPr id="0" name=""/>
        <dsp:cNvSpPr/>
      </dsp:nvSpPr>
      <dsp:spPr>
        <a:xfrm>
          <a:off x="353" y="2475415"/>
          <a:ext cx="1537161" cy="49189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700" kern="1200" dirty="0"/>
            <a:t>HashMap </a:t>
          </a:r>
        </a:p>
      </dsp:txBody>
      <dsp:txXfrm>
        <a:off x="353" y="2475415"/>
        <a:ext cx="1537161" cy="491891"/>
      </dsp:txXfrm>
    </dsp:sp>
    <dsp:sp modelId="{CA170EEB-1CA5-4A01-8944-8B840B3F72FF}">
      <dsp:nvSpPr>
        <dsp:cNvPr id="0" name=""/>
        <dsp:cNvSpPr/>
      </dsp:nvSpPr>
      <dsp:spPr>
        <a:xfrm>
          <a:off x="2244609" y="2337071"/>
          <a:ext cx="768580" cy="768580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B8C99B-DC75-4077-AC99-E519B6B40A7E}">
      <dsp:nvSpPr>
        <dsp:cNvPr id="0" name=""/>
        <dsp:cNvSpPr/>
      </dsp:nvSpPr>
      <dsp:spPr>
        <a:xfrm>
          <a:off x="2244609" y="2337071"/>
          <a:ext cx="768580" cy="768580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73D793-2483-47D0-9B7F-11EBB52FDD57}">
      <dsp:nvSpPr>
        <dsp:cNvPr id="0" name=""/>
        <dsp:cNvSpPr/>
      </dsp:nvSpPr>
      <dsp:spPr>
        <a:xfrm>
          <a:off x="1860319" y="2475415"/>
          <a:ext cx="1537161" cy="49189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700" kern="1200" dirty="0"/>
            <a:t>TreeMap</a:t>
          </a:r>
        </a:p>
      </dsp:txBody>
      <dsp:txXfrm>
        <a:off x="1860319" y="2475415"/>
        <a:ext cx="1537161" cy="491891"/>
      </dsp:txXfrm>
    </dsp:sp>
    <dsp:sp modelId="{DD0A8EF7-DA4C-4658-9D3E-97B7E2D8366D}">
      <dsp:nvSpPr>
        <dsp:cNvPr id="0" name=""/>
        <dsp:cNvSpPr/>
      </dsp:nvSpPr>
      <dsp:spPr>
        <a:xfrm>
          <a:off x="4104575" y="2337071"/>
          <a:ext cx="768580" cy="768580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9E441-7DD0-48EA-8516-67E25EF25A1F}">
      <dsp:nvSpPr>
        <dsp:cNvPr id="0" name=""/>
        <dsp:cNvSpPr/>
      </dsp:nvSpPr>
      <dsp:spPr>
        <a:xfrm>
          <a:off x="4104575" y="2337071"/>
          <a:ext cx="768580" cy="768580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BFEAE0-9A3C-4821-8ECA-BDC4B6B477F4}">
      <dsp:nvSpPr>
        <dsp:cNvPr id="0" name=""/>
        <dsp:cNvSpPr/>
      </dsp:nvSpPr>
      <dsp:spPr>
        <a:xfrm>
          <a:off x="3720285" y="2475415"/>
          <a:ext cx="1537161" cy="49189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EG" sz="1700" kern="1200" dirty="0"/>
            <a:t>LinkedHashMap</a:t>
          </a:r>
          <a:endParaRPr lang="en-US" sz="1700" kern="1200" dirty="0"/>
        </a:p>
      </dsp:txBody>
      <dsp:txXfrm>
        <a:off x="3720285" y="2475415"/>
        <a:ext cx="1537161" cy="4918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29:53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24575,'3'50'0,"3"1"0,1-1 0,3 0 0,26 78 0,1 8 0,-26-77 0,-10-46 0,1-1 0,0 1 0,1 0 0,1-1 0,0 1 0,0-1 0,10 16 0,-14-27 0,0-1 0,0 0 0,0 1 0,0-1 0,1 1 0,-1-1 0,0 0 0,0 1 0,1-1 0,-1 0 0,0 1 0,0-1 0,1 0 0,-1 0 0,0 1 0,1-1 0,-1 0 0,0 0 0,1 1 0,-1-1 0,0 0 0,1 0 0,-1 0 0,1 0 0,-1 0 0,0 1 0,1-1 0,-1 0 0,1 0 0,5-11 0,-3-22 0,-3 31 0,-1-171 0,3-43 0,-2 214 0,0-1 0,1 0 0,0 1 0,-1-1 0,1 0 0,0 1 0,1-1 0,-1 1 0,0 0 0,1-1 0,-1 1 0,1 0 0,0 0 0,-1 0 0,1 0 0,0 0 0,0 0 0,0 1 0,1-1 0,-1 1 0,0-1 0,1 1 0,-1 0 0,1 0 0,-1 0 0,1 0 0,-1 0 0,1 1 0,0-1 0,3 0 0,11 0 0,0 0 0,0 0 0,32 4 0,-19-1 0,-21-1 0,-1-1 0,1 1 0,0 1 0,0-1 0,0 2 0,-1-1 0,1 1 0,-1 0 0,0 1 0,0 0 0,0 0 0,-1 1 0,1 0 0,-1 0 0,0 1 0,0-1 0,-1 2 0,0-1 0,0 1 0,0 0 0,-1 0 0,0 0 0,0 1 0,-1 0 0,6 14 0,25 52 0,3 6 0,29 85 0,-36-85-1365,-23-61-5461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29:55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 24575,'-10'0'0,"0"1"0,0 1 0,-1 0 0,1 1 0,0 0 0,1 0 0,-1 1 0,0 0 0,1 1 0,0 0 0,-11 8 0,16-10 0,-1-1 0,1 1 0,0 1 0,0-1 0,1 0 0,-1 1 0,1 0 0,0 0 0,0 0 0,0 0 0,0 1 0,1-1 0,0 1 0,0-1 0,0 1 0,0 0 0,1 0 0,0 0 0,0 0 0,0 0 0,0 0 0,1 0 0,0 0 0,1 9 0,0-10 0,1-1 0,-1 1 0,1 0 0,0-1 0,0 1 0,0-1 0,1 0 0,-1 0 0,1 0 0,0 0 0,0 0 0,0 0 0,0-1 0,0 1 0,1-1 0,-1 0 0,1 0 0,0 0 0,-1-1 0,6 2 0,6 3 0,0-2 0,0 0 0,29 4 0,-43-7 0,69 5 0,-63-6 0,1 0 0,-1 0 0,0-1 0,1 1 0,-1-2 0,0 1 0,10-4 0,-15 4 0,-1 0 0,1 0 0,0 0 0,0 0 0,0-1 0,-1 1 0,1 0 0,-1-1 0,1 1 0,-1-1 0,0 0 0,1 1 0,-1-1 0,0 0 0,0 0 0,0 0 0,1-3 0,5-37 0,-5 23 0,-2 18 0,0 1 0,0-1 0,0 0 0,0 0 0,0 1 0,0-1 0,0 0 0,1 1 0,-1-1 0,0 0 0,0 1 0,1-1 0,-1 0 0,0 1 0,1-1 0,-1 1 0,1-1 0,-1 1 0,1-1 0,-1 1 0,1-1 0,-1 1 0,1-1 0,0 1 0,-1-1 0,1 1 0,-1 0 0,1 0 0,0-1 0,0 1 0,1 0 0,0 0 0,-1 0 0,1 1 0,0-1 0,-1 0 0,1 1 0,-1-1 0,1 1 0,0 0 0,-1-1 0,1 1 0,1 2 0,41 34 0,-41-34 0,14 16-1365,-2-1-5461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29:57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1 329 24575,'1'-1'0,"0"0"0,0 0 0,0 0 0,0 1 0,0-1 0,0 0 0,0 0 0,0-1 0,0 1 0,0 0 0,0 0 0,-1 0 0,1 0 0,-1-1 0,1 1 0,-1 0 0,1-1 0,-1 1 0,1 0 0,-1-1 0,0 1 0,0 0 0,0-2 0,1 0 0,3-26 0,0-1 0,-2-45 0,1 4 0,-3 68 0,0 0 0,0 1 0,0-1 0,0 0 0,1 1 0,-1-1 0,1 0 0,0 1 0,0-1 0,0 1 0,0-1 0,0 1 0,1-1 0,-1 1 0,1 0 0,-1 0 0,1-1 0,0 1 0,0 0 0,0 1 0,0-1 0,0 0 0,0 1 0,0-1 0,1 1 0,-1-1 0,1 1 0,-1 0 0,1 0 0,-1 0 0,1 1 0,0-1 0,-1 1 0,1-1 0,0 1 0,-1 0 0,1 0 0,0 0 0,0 0 0,4 1 0,1 1 0,-1-1 0,1 1 0,-1 1 0,0-1 0,0 1 0,0 0 0,0 1 0,0 0 0,-1 0 0,1 0 0,-1 1 0,0 0 0,8 9 0,-3 0 0,0 1 0,-1 0 0,0 1 0,-2 0 0,0 1 0,0-1 0,-2 1 0,0 1 0,4 20 0,-9-152 0,-1 105 0,1 1 0,0-1 0,0 1 0,1-1 0,0 1 0,1 0 0,0 0 0,0 0 0,1 0 0,0 0 0,6-8 0,-7 12 0,0 1 0,0-1 0,1 1 0,-1 0 0,1 0 0,0 0 0,0 1 0,0-1 0,0 1 0,0 0 0,0 0 0,1 0 0,-1 1 0,1-1 0,-1 1 0,1 0 0,0 1 0,-1-1 0,1 1 0,0 0 0,7 1 0,-6 0 5,-1 0 1,1 0-1,-1 1 0,0 0 0,0 0 0,1 0 1,-1 1-1,-1 0 0,1-1 0,0 2 1,-1-1-1,1 1 0,-1-1 0,0 1 0,0 1 1,-1-1-1,1 0 0,-1 1 0,0 0 0,0-1 1,0 1-1,2 8 0,2 3-217,-1 0 0,0 0 0,-2 0-1,0 0 1,0 1 0,1 22 0,-4-16-6614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29:59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88 169 24575,'5'0'0,"1"0"0,-1 0 0,1-1 0,-1 0 0,1 0 0,-1 0 0,0-1 0,0 0 0,0 0 0,0 0 0,0 0 0,0-1 0,0 0 0,-1 0 0,7-6 0,-8 7 0,-1-1 0,0 1 0,0-1 0,0 0 0,-1 0 0,1 0 0,-1 0 0,0 0 0,1 0 0,-1 0 0,-1 0 0,1-1 0,0 1 0,-1 0 0,1-1 0,-1 1 0,0 0 0,0-1 0,-1 1 0,1 0 0,-1-1 0,1 1 0,-1 0 0,0 0 0,0 0 0,-3-6 0,2 6 0,0-1 0,-1 1 0,1 0 0,0 1 0,-1-1 0,0 0 0,1 1 0,-1-1 0,0 1 0,0 0 0,0 0 0,-1 0 0,1 0 0,-1 1 0,1-1 0,-1 1 0,1 0 0,-1 0 0,-6-1 0,4 1 0,-1 0 0,0 0 0,1 1 0,-1 0 0,1 0 0,-1 0 0,1 1 0,-1 0 0,1 0 0,-10 4 0,13-4 0,0 1 0,1-1 0,-1 1 0,1 0 0,0 0 0,-1 0 0,1 0 0,0 1 0,0-1 0,0 0 0,1 1 0,-1-1 0,1 1 0,-1 0 0,1-1 0,0 1 0,0 0 0,0 0 0,0 0 0,0 0 0,1 0 0,-1 4 0,0 8 0,0 1 0,1 0 0,2 17 0,-1-14 0,-1-18 0,0 10 0,0 1 0,1 0 0,1-1 0,0 1 0,6 18 0,-7-26 0,1-1 0,-1 0 0,1 0 0,0 0 0,0 0 0,0-1 0,1 1 0,-1 0 0,1-1 0,-1 1 0,1-1 0,0 0 0,0 0 0,0 0 0,0-1 0,0 1 0,0-1 0,0 1 0,1-1 0,-1 0 0,0 0 0,1 0 0,4 0 0,18 1-1365,-2-1-5461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0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1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3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24575,'0'9'0,"0"12"0,0 3-8191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5.2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0 24575,'-5'0'0,"-11"5"0,-6 1 0,-1 9 0,4 16 0,6 12 0,4 12 0,0 10 0,1 4 0,2-1 0,2-2 0,2-9 0,1-4 0,0-7 0,2-6 0,-1-6 0,0-4 0,1-7-8191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6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24575,'-5'0'0,"3"0"0,12 0 0,12 0 0,12 0 0,6 0 0,4 0 0,-1 0 0,-3 0 0,-3 0 0,-8 0-8191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8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0 24575,'-5'0'0,"-6"0"0,-6 0 0,-4 0 0,-3 0 0,-3 0 0,-1 0 0,0 0 0,0 0 0,0 0 0,0 0 0,1 0 0,-1 0 0,1 0 0,5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0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29 24575,'0'-5'0,"5"-1"0,5 0 0,7 2 0,9 0 0,4 2 0,3 1 0,-1 1 0,-5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11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24575,'1'2'0,"0"0"0,0 0 0,0 0 0,0 0 0,1-1 0,-1 1 0,1 0 0,-1-1 0,1 1 0,-1-1 0,1 0 0,0 1 0,0-1 0,0 0 0,0 0 0,0 0 0,0 0 0,0-1 0,0 1 0,3 0 0,2 2 0,52 22 0,-37-18 0,-1 1 0,-1 2 0,0 0 0,0 0 0,-1 2 0,-1 1 0,28 23 0,-41-30 0,0 1 0,-1 0 0,1 1 0,-1-1 0,-1 1 0,1 0 0,-1 0 0,-1 0 0,0 0 0,0 0 0,0 0 0,-1 1 0,0-1 0,-1 12 0,0 13 0,-2 1 0,-6 39 0,6-58 20,-1 0 0,0-1 0,-2 1 0,1-1 0,-9 17 0,10-25-126,0 1 0,-1-1 0,0 0 0,0-1 0,-1 1 0,1-1-1,-1 0 1,0 0 0,-1 0 0,1 0 0,-1-1 0,0 0 0,-7 3 0,-10 3-6720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12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24575,'4'0'0,"7"0"0,1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12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24575,'0'4'0,"0"7"0,0 5 0,0 6 0,0-2-8191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0:18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24575,'42'2'0,"69"10"0,-22 1 0,67 4-15,708 69-402,9-48 81,-259-83 829,-205 7-218,43 5-275,-342 21 0,33-1 0,39-1 0,36 0 0,439 15-1365,-634-1-5461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6:56.4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1 407 24287,'2108'-406'0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6:59.9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24575,'16'14'0,"1"0"0,0-2 0,1 0 0,22 11 0,-14-8 0,27 20 0,-17-12 0,9 8 0,-42-28 0,-1 0 0,1 0 0,-1-1 0,0 1 0,1 1 0,-1-1 0,-1 0 0,1 0 0,0 1 0,-1-1 0,0 1 0,2 6 0,0 11-151,-1 1-1,-1-1 0,-1 1 0,-1-1 1,0 1-1,-2-1 0,0 0 1,-8 25-1,5-26-6674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04.2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0 488 24575,'46'1'0,"-24"0"0,0 0 0,0-2 0,1 0 0,-1-1 0,0-2 0,0 0 0,21-8 0,30-12 0,133-26 0,-187 46 0,225-68 0,-223 65 0,-1-2 0,-1 0 0,1-2 0,-2 0 0,1-1 0,-2 0 0,26-24 0,48-40 0,-10 22 0,-80 53 0,0 1 0,0-1 0,-1 1 0,1-1 0,0 1 0,0-1 0,0 0 0,0 0 0,-1 0 0,1 1 0,0-1 0,0 0 0,-1 0 0,1 0 0,-1 0 0,1 0 0,-1 0 0,0 0 0,1 0 0,-1 0 0,0 0 0,1 0 0,-1 0 0,0 0 0,0-1 0,0 1 0,0 0 0,0 0 0,0 0 0,-1 0 0,1 0 0,0 0 0,0 0 0,-1 0 0,1 0 0,-1 0 0,1 0 0,-1 0 0,1 0 0,-1 0 0,1 0 0,-1 0 0,0 0 0,0 1 0,1-1 0,-1 0 0,0 0 0,0 1 0,-2-2 0,-5-3 0,0 1 0,-1-1 0,1 2 0,-16-6 0,16 7 0,8 2 0,0 0 0,0-1 0,0 1 0,0 0 0,0 0 0,0 0 0,0 0 0,1 0 0,-1 0 0,0 0 0,0 0 0,0 0 0,0 0 0,0 0 0,0 0 0,0 0 0,0 0 0,0 0 0,0 0 0,0 0 0,0 0 0,0-1 0,0 1 0,0 0 0,0 0 0,0 0 0,0 0 0,0 0 0,0 0 0,0 0 0,0 0 0,0 0 0,0 0 0,0 0 0,0-1 0,0 1 0,0 0 0,0 0 0,0 0 0,0 0 0,0 0 0,0 0 0,0 0 0,0 0 0,0 0 0,0 0 0,0 0 0,16-2 0,22 2 0,-34 0 0,1 1 0,-1-1 0,0 1 0,1 0 0,-1 1 0,0-1 0,0 1 0,0-1 0,0 1 0,0 1 0,0-1 0,0 0 0,-1 1 0,1 0 0,5 5 0,-6-3 0,0-1 0,-1 0 0,1 1 0,-1 0 0,0-1 0,0 1 0,-1 0 0,1 0 0,-1 0 0,0 0 0,0 1 0,-1-1 0,0 6 0,1 19 60,-3 40 0,1-60-246,-1 0 1,1 0-1,-2-1 0,1 1 1,-1-1-1,-1 1 1,-8 16-1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09.20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191 933 24575,'-1'-13'0,"0"0"0,-1 0 0,-4-15 0,-1-12 0,-33-324 0,28 249 0,5 52 0,0-65 0,-34 189 0,35-51 0,1 1 0,-9 24 0,11-27 0,0 1 0,0-1 0,-1 0 0,0 0 0,0 0 0,-7 8 0,10-16 0,1 1 0,0-1 0,0 0 0,-1 0 0,1 0 0,0 0 0,0 0 0,0 0 0,-1 0 0,1 0 0,0 0 0,0 0 0,-1 0 0,1 0 0,0 0 0,0 0 0,-1 0 0,1 0 0,0 0 0,0-1 0,0 1 0,-1 0 0,1 0 0,0 0 0,0 0 0,0 0 0,-1 0 0,1-1 0,0 1 0,0 0 0,0 0 0,0 0 0,0-1 0,-1 1 0,1 0 0,0 0 0,0 0 0,0-1 0,0 1 0,0 0 0,0 0 0,0-1 0,0 1 0,0 0 0,0 0 0,0 0 0,0-1 0,0 1 0,0 0 0,0 0 0,0-1 0,0 1 0,0 0 0,0 0 0,0-1 0,0 1 0,-2-17 0,4-10 0,0 0 0,1 0 0,2 0 0,1 0 0,1 1 0,1 0 0,14-29 0,-20 50 0,0-1 0,1 1 0,-1 0 0,1 0 0,0 0 0,1 0 0,-1 1 0,1-1 0,0 1 0,0 0 0,1 0 0,5-4 0,-7 7 0,-1 0 0,1 0 0,-1 0 0,1 0 0,-1 1 0,1-1 0,0 1 0,-1-1 0,1 1 0,0 0 0,-1 0 0,1 0 0,0 1 0,-1-1 0,1 1 0,0-1 0,-1 1 0,1 0 0,-1 0 0,1 0 0,-1 0 0,1 1 0,-1-1 0,0 0 0,0 1 0,0 0 0,0 0 0,3 2 0,7 8 0,-1 0 0,0 1 0,-1 0 0,12 21 0,7 9 0,-23-35 27,-1 1 0,-1 0 0,0 0-1,5 14 1,12 23-1526,-11-29-5327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17.0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1 241 24575,'10'-1'0,"1"-1"0,-1 0 0,0-1 0,0 0 0,0 0 0,0-1 0,15-8 0,17-7 0,-15 8 0,-2-1 0,39-24 0,17-10 0,-77 44 0,-1 0 0,1-1 0,0 0 0,-1 0 0,1 0 0,-1 0 0,0 0 0,0-1 0,4-7 0,-4 7 0,0 0 0,0 0 0,0 0 0,1 1 0,-1-1 0,1 1 0,0 0 0,4-3 0,-5 4 0,0 0 0,1 0 0,-1 1 0,0 0 0,0-1 0,1 1 0,-1 0 0,1 1 0,-1-1 0,1 0 0,-1 1 0,1 0 0,-1 0 0,1 0 0,0 0 0,-1 1 0,1-1 0,-1 1 0,1 0 0,3 2 0,-5-2 0,1 1 0,-1 0 0,0-1 0,1 1 0,-1 0 0,0 0 0,0 1 0,0-1 0,-1 0 0,1 1 0,-1-1 0,1 1 0,-1-1 0,0 1 0,0 0 0,0 0 0,0-1 0,0 1 0,-1 0 0,1 0 0,-1 0 0,0 0 0,1 0 0,-2 5 0,-2 14-1365,-3-3-5461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20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24575,'27'2'0,"-1"1"0,0 1 0,44 14 0,-63-16 0,26 8 0,35 17 0,-42-16 0,1 0 0,43 9 0,-22-10 0,1-2 0,97 2 0,179-11-1365,-301 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23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24575,'514'0'-1365,"-491"0"-5461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54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23892,'4160'54'0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7:58.1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389 1316 24575,'0'-1248'0,"0"1241"0,0 0 0,0 1 0,-1-1 0,0 1 0,-2-11 0,3 17 0,0 0 0,-1 0 0,1-1 0,0 1 0,0 0 0,0-1 0,0 1 0,-1 0 0,1 0 0,0-1 0,0 1 0,0 0 0,-1 0 0,1-1 0,0 1 0,0 0 0,-1 0 0,1 0 0,0 0 0,-1-1 0,1 1 0,0 0 0,-1 0 0,1 0 0,0 0 0,-1 0 0,1 0 0,0 0 0,-1 0 0,1 0 0,0 0 0,-1 0 0,1 0 0,-1 0 0,-12 8 0,-12 17 0,24-23 0,-132 177 0,90-115 0,-75 84 0,89-124 0,18-20 0,11-5 0,0 1 0,0-1 0,0 1 0,0-1 0,0 1 0,0-1 0,0 1 0,0-1 0,0 1 0,0-1 0,0 1 0,0-1 0,0 1 0,0-1 0,0 1 0,1-1 0,-1 1 0,0-1 0,0 1 0,1-1 0,-1 1 0,0 0 0,1-1 0,-1 1 0,1-1 0,39-61 0,3 3 0,2 1 0,58-56 0,-7 6 0,-84 94 0,-9 9 0,0 1 0,1-1 0,-1 1 0,1 0 0,0 1 0,6-5 0,-9 7 0,0 0 0,1 1 0,-1-1 0,0 1 0,1-1 0,-1 1 0,0-1 0,1 1 0,-1 0 0,0 0 0,1 0 0,-1 0 0,1 0 0,-1 0 0,0 0 0,1 0 0,-1 1 0,0-1 0,1 0 0,-1 1 0,0-1 0,1 1 0,-1 0 0,0-1 0,0 1 0,0 0 0,0 0 0,1 0 0,-1 0 0,1 1 0,17 18 0,-1 0 0,0 2 0,-2 0 0,21 37 0,3 2 0,138 203 0,-175-259-105,0 0 0,0 0 0,1-1 0,0 1 0,-1-1 0,2 0 0,-1 0 0,0-1 0,1 1 0,0-1 0,0 0 0,8 4 0,6-2-6721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00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70 837 24379,'81'-836'0,"-231"1075"0,300-478 0,-49 502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08.0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203 129 24575,'0'652'0,"0"-1383"0,0 729 0,-3-35 0,-3 26 0,5 11 0,0 0 0,1 0 0,-1 0 0,1 0 0,-1 1 0,0-1 0,1 0 0,-1 0 0,1 0 0,-1 1 0,0-1 0,1 0 0,-1 1 0,1-1 0,-1 0 0,1 1 0,-1-1 0,1 1 0,0-1 0,-1 1 0,1-1 0,-1 1 0,1 0 0,-12 16 0,1 1 0,0-1 0,-12 32 0,-19 32 0,15-34 0,17-28 0,-1-1 0,-17 22 0,23-36 0,4-7 0,7-16 0,14-27 0,54-80 0,-35 64 0,-36 58 0,0 1 0,0-1 0,0 1 0,1-1 0,0 1 0,0 0 0,0 1 0,0-1 0,0 1 0,0-1 0,1 1 0,-1 0 0,1 1 0,-1-1 0,1 1 0,0 0 0,-1 0 0,1 1 0,8-1 0,-4 0 0,0 1 0,0 1 0,0-1 0,-1 1 0,1 1 0,0-1 0,-1 1 0,1 1 0,16 7 0,138 84 0,-127-71-1365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12.3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0 731 24575,'10'0'0,"-1"-1"0,0-1 0,0 1 0,0-1 0,0-1 0,0 0 0,0 0 0,14-9 0,67-44 0,-39 22 0,-9 9 0,-10 4 0,1 1 0,1 2 0,52-20 0,-15 6 0,-7 3 0,8-4 0,-54 24 0,1 0 0,-1 1 0,2 1 0,21-5 0,-13 5 0,-1-1 0,37-17 0,12-4 0,124-47 0,-142 56 0,-44 16 0,-1 0 0,-1 0 0,1-1 0,-1-1 0,0 0 0,0-1 0,12-8 0,-23 14 0,1 0 0,-1 0 0,0 0 0,0 0 0,0 0 0,0 0 0,0 0 0,0 0 0,0 0 0,0-1 0,0 1 0,-1 0 0,1 0 0,0-1 0,-1 1 0,1-1 0,-1 1 0,0 0 0,1-1 0,-1 1 0,0-1 0,0 1 0,0-1 0,0 1 0,0-1 0,0 1 0,0-1 0,-1 1 0,1-1 0,0 1 0,-1 0 0,1-1 0,-1 1 0,0 0 0,1-1 0,-1 1 0,0 0 0,0 0 0,0-1 0,0 1 0,0 0 0,0 0 0,-1-1 0,-6-5 0,-1 0 0,0 1 0,0 0 0,-18-8 0,15 7 0,1 1 0,0 1 0,-1 1 0,1 0 0,-1 0 0,0 1 0,0 0 0,-17 0 0,74 10 0,53 17 0,-7-1 0,-84-22 0,0 1 0,-1 0 0,1 0 0,-1 1 0,1 0 0,-1 0 0,0 0 0,0 1 0,0 0 0,-1 0 0,11 10 0,-14-11 0,1 0 0,-1 1 0,0-1 0,0 0 0,0 1 0,0 0 0,0-1 0,-1 1 0,1 0 0,-1 0 0,0 0 0,-1 0 0,1 0 0,-1 0 0,1 0 0,-1 0 0,0 0 0,-1 0 0,1 0 0,-1 0 0,-1 7 0,-3 3 0,0-1 0,-1 0 0,-1 0 0,-11 18 0,-14 28 0,23-40-1365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15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24575,'920'0'-1365,"-897"0"-5461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19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 24575,'47'0'0,"0"-2"0,-1-2 0,1-2 0,63-17 0,-77 16 0,2 2 0,-1 1 0,1 1 0,65 4 0,43-2 0,-53-12 0,20 0 0,14-1 0,19 0 0,-32 15 0,71-2 0,-97-13 0,-60 9 0,52-4 0,385 8 83,-223 3-1531,-216-2-5378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22.5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1 134 23882,'2540'-134'0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44.6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1088 24575,'352'0'0,"-341"0"0,-2-1 0,1-1 0,0 0 0,0 0 0,0-1 0,-1 0 0,1-1 0,-1 0 0,0 0 0,0-1 0,-1 0 0,1 0 0,-1-1 0,0-1 0,12-12 0,7-9 0,-2-2 0,37-56 0,-44 61 0,-13 18 0,-1-1 0,0 0 0,0 0 0,-1 0 0,0 0 0,0 0 0,2-14 0,4-63 0,-4 23 0,5-51 0,-6-134 0,-4 204 0,0 34 0,-1 0 0,0 0 0,-1 0 0,0 0 0,-1 0 0,1 1 0,-2-1 0,1 0 0,-1 1 0,0 0 0,-1 0 0,0 1 0,0-1 0,-1 1 0,0 0 0,-10-9 0,8 9 0,0 0 0,0 0 0,-1 1 0,0 1 0,0-1 0,0 1 0,-1 1 0,1 0 0,-1 0 0,0 1 0,0 0 0,-1 1 0,1 0 0,-12-1 0,-12 1 0,-1 2 0,0 1 0,1 2 0,0 1 0,0 1 0,-63 19 0,96-23 0,-20 5 0,0 2 0,1 1 0,-1 0 0,-28 20 0,2 3 0,21-16 0,2 1 0,0 1 0,-27 26 0,40-32 0,1 0 0,-1 0 0,2 1 0,0 0 0,0 0 0,1 1 0,1 1 0,1-1 0,0 1 0,0 0 0,-5 28 0,2 18 0,3 1 0,2 0 0,7 91 0,-1-34 0,-2-104 20,1 0 0,0 0 0,1-1 0,1 1 0,5 17 0,-6-24-144,1 0 0,1-1 1,-1 1-1,1-1 0,0 0 0,1-1 1,0 1-1,0-1 0,0 1 0,1-2 1,7 7-1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48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1571 58 24575,'-877'0'0,"863"0"0,0 0 0,0 1 0,0 0 0,0 1 0,0 1 0,0 0 0,1 1 0,-1 0 0,1 1 0,0 1 0,0 0 0,1 1 0,0 0 0,-19 15 0,4 1 0,2 1 0,0 1 0,1 2 0,2 0 0,-31 50 0,-77 162 0,123-225 0,-19 43 0,2 1 0,2 2 0,3 0 0,-15 87 0,18-43 0,-4 191 0,22 140 0,2-390 0,2-1 0,2-1 0,2 1 0,1-1 0,3-1 0,1-1 0,3 0 0,37 66 0,-29-65 0,2-1 0,2-1 0,2-2 0,68 64 0,-53-58 0,2-2 0,3-2 0,90 54 0,-111-76 0,2-2 0,0-2 0,1-1 0,0-1 0,1-2 0,1-2 0,-1 0 0,41 1 0,427-10 0,-432-4 0,0-3 0,0-4 0,112-32 0,195-96 0,-327 116 0,-1-3 0,-1-1 0,-1-3 0,-2-2 0,-1-2 0,-1-1 0,-3-3 0,-1-1 0,-2-3 0,46-64 0,-56 64 0,-2-1 0,39-89 0,24-104 0,-49 123 0,7-17 0,33-152 0,-67 219 0,-2 0 0,-4-1 0,-2 0 0,-5-107 0,-3 152 0,0 1 0,-1 0 0,-1 0 0,0 0 0,-2 1 0,0 0 0,-1 0 0,-18-29 0,-10-7 0,-54-64 0,25 35 0,49 62 0,0 0 0,-1 0 0,-1 2 0,-1 0 0,-1 1 0,0 1 0,-1 1 0,-41-24 0,14 19 0,0 1 0,-2 3 0,-71-16 0,68 20 0,17 4 0,1 3 0,-1 1 0,-39 0 0,-110 6 0,61 2 0,-188-3-1365,283 0-5461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2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3057 55 24575,'-35'-9'0,"1"2"0,-2 1 0,-51-2 0,35 3 0,-102-9 0,-225 9 0,359 6 0,0 2 0,1 1 0,-1 0 0,1 1 0,-20 9 0,-91 46 0,11-4 0,-119 24 0,-65 28 0,226-74 0,-98 29 0,-209 62 0,370-120 0,-1 1 0,1 0 0,0 1 0,0 0 0,1 1 0,0 0 0,0 2 0,1-1 0,0 1 0,1 1 0,-13 15 0,-4 10 0,1 1 0,-31 61 0,15-25 0,-2-1 0,-60 104 0,87-140 0,1 1 0,2 0 0,-12 46 0,-114 575 0,130-588 0,-2 109 0,15 72 0,1-79 0,-3-136 0,1 1 0,2-1 0,2 0 0,1 0 0,2 0 0,2-1 0,1 0 0,1-1 0,2 0 0,1-1 0,24 36 0,26 43 0,-32-53 0,2-2 0,68 84 0,-72-106 0,2-2 0,0-1 0,2-1 0,40 26 0,50 25 0,99 54 0,-116-76 0,-66-35 0,1-2 0,1-2 0,0-2 0,2-1 0,0-3 0,1-2 0,88 13 0,254-1 0,-359-25 0,0-1 0,-1-2 0,1-1 0,0-1 0,-1-1 0,0-2 0,48-19 0,163-88 0,-26 13 0,-161 81 0,98-23 0,10-4 0,84-60 0,-175 75 0,-1-1 0,-1-2 0,75-56 0,-93 54 0,81-81 0,32-58 0,51-51 0,-45 46 0,-87 69 0,-32 39 0,4-1 0,54-72 0,-69 98 0,59-97 0,-88 127 0,0 0 0,-1-1 0,-1-1 0,-1 1 0,0-1 0,-2-1 0,-1 1 0,4-42 0,-8-312 0,-2 164 0,1 195 0,1-1 0,-2 1 0,0 0 0,-1 0 0,-1 1 0,0-1 0,-1 1 0,0 0 0,-2 0 0,-13-24 0,-22-28 0,-3 2 0,-88-97 0,66 83 0,3-3 0,-46-51 0,96 119 0,0 0 0,-1 1 0,-1 1 0,0 0 0,-1 1 0,-27-14 0,-137-47 0,-43-20 0,-39-28 0,244 111 0,-11-1 0,0 0 0,-1 2 0,-35-5 0,-52-14 0,76 17-1365,22 7-5461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3.5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127 0 24575,'-1'50'0,"-3"1"0,-15 74 0,-34 93 0,38-165 0,2 28 108,10-58-845,-10 42 1,7-47-6090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4.8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600 1 24575,'-19'1'0,"1"1"0,0 0 0,0 2 0,0 0 0,1 1 0,-1 1 0,-22 10 0,-115 67 0,121-63 0,-38 25 0,-85 71 0,141-102-1365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6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24575,'1'3'0,"0"-1"0,0 1 0,0 0 0,1-1 0,-1 0 0,1 1 0,0-1 0,-1 0 0,1 0 0,0 0 0,1 0 0,-1 0 0,4 3 0,5 4 0,339 337 0,-130-129 0,-200-197-242,-2 0-1,28 40 0,-38-50-394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7.2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1 24575,'0'9'0,"0"8"0,0 14 0,0 17 0,-4 8 0,-2 9 0,0 2 0,1-5 0,2-8 0,1-10 0,1-12-8191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8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488 0 24575,'-5'1'0,"0"1"0,1-1 0,-1 1 0,0 0 0,1 0 0,0 0 0,-1 1 0,1 0 0,0 0 0,0 0 0,0 0 0,1 0 0,-6 7 0,-6 4 0,-197 187 0,65-57 0,99-109-1365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8:59.6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950 160 24575,'-9'0'0,"-22"0"0,-23-4 0,-22-2 0,-15-5 0,-7 0 0,-1-3 0,9 1 0,13-2 0,12 2 0,7-2 0,10 2 0,7 3 0,7-1 0,4 1 0,3 2 0,5 3-8191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01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56 484 24575,'0'-9'0,"0"-8"0,0-10 0,0-10 0,-4-3 0,-3 1 0,1-2 0,1 1 0,2 2 0,1 4 0,-4 8 0,0 2 0,0 2 0,1 0 0,2-1 0,1-1 0,2 3-8191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03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24575,'-1'86'0,"3"94"0,-1-174 0,0 0 0,0 0 0,0 0 0,1 0 0,0 0 0,0-1 0,1 1 0,-1-1 0,1 1 0,0-1 0,1 0 0,-1 0 0,1 0 0,0-1 0,0 1 0,1-1 0,-1 0 0,1 0 0,0-1 0,0 0 0,0 1 0,0-1 0,1-1 0,-1 1 0,11 2 0,0 0 0,1 0 0,-1-2 0,1 0 0,0 0 0,0-2 0,0 0 0,0-1 0,19-3 0,-32 3 0,0-1 0,0 0 0,0 1 0,-1-2 0,1 1 0,0 0 0,-1-1 0,1 0 0,-1 0 0,0 0 0,1 0 0,-1 0 0,0-1 0,0 1 0,-1-1 0,1 0 0,0 0 0,-1 0 0,0 0 0,0-1 0,0 1 0,0 0 0,0-1 0,-1 0 0,1 1 0,-1-1 0,0 0 0,0 1 0,0-6 0,2-13 0,-1 1 0,-1-1 0,0 0 0,-4-26 0,1 16 0,2 6 0,0 17 0,0-1 0,0 1 0,-1-1 0,0 1 0,-4-13 0,4 20 0,1 0 0,-1-1 0,-1 1 0,1 0 0,0 0 0,0-1 0,-1 1 0,1 0 0,-1 0 0,0 1 0,0-1 0,0 0 0,1 1 0,-2-1 0,1 1 0,0-1 0,0 1 0,0 0 0,-1 0 0,1 0 0,0 0 0,-1 0 0,1 1 0,-5-2 0,-15 0-28,-1 1 0,1 0-1,-26 4 1,13-2-1224,6 0-5574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04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297 1 24575,'-5'4'0,"-10"16"0,-12 13 0,-11 16 0,-3 7 0,1 5 0,2-5 0,3-11 0,8-9 0,8-5 0,7-9-8191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05.5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09.9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191 0 24575,'-5'5'0,"2"1"0,-1-1 0,1 1 0,-6 11 0,-4 9 0,-104 191 0,110-201 0,1-1 0,0 2 0,2-1 0,0 0 0,1 1 0,-2 19 0,3 101 0,3-92 0,-1-41 0,0 0 0,0 0 0,0 0 0,1 0 0,0 0 0,-1 0 0,1-1 0,1 1 0,-1 0 0,0 0 0,1-1 0,0 1 0,0-1 0,3 5 0,-2-5 0,0-1 0,0 0 0,0 0 0,0 0 0,0 0 0,0 0 0,0-1 0,1 1 0,-1-1 0,1 0 0,-1 0 0,1 0 0,-1-1 0,1 1 0,-1-1 0,6 0 0,10 1 0,1 0 0,0-2 0,0 0 0,25-5 0,-36 4 0,0-1 0,-1 0 0,1 0 0,0 0 0,-1-1 0,0-1 0,0 1 0,0-1 0,0 0 0,-1-1 0,10-9 0,-9 5 0,0 0 0,0 0 0,-1 0 0,0-1 0,-1 0 0,0 0 0,-1 0 0,0-1 0,4-18 0,-7 24 0,-1 0 0,0 0 0,-1 0 0,1 0 0,-1 0 0,0 0 0,-1 0 0,1 0 0,-3-10 0,2 12 0,-1 0 0,1 1 0,-1-1 0,0 1 0,0-1 0,0 1 0,0 0 0,0-1 0,-1 1 0,1 1 0,-1-1 0,0 0 0,0 1 0,0-1 0,0 1 0,-5-3 0,1 2 5,0 0 0,0 0 0,0 1 0,0 0 1,0 0-1,-1 1 0,1-1 0,-12 1 0,-66 3-249,45 0-923,16-1-5659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44.4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24575,'352'1'0,"419"-4"0,221-81 0,-903 73 0,82-1 0,175 10 0,-161 4 0,853-2-1365,-1011 0-5461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51.9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24575,'3111'0'-1365,"-3089"0"-5461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39:54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24575,'1652'0'0,"-1619"-2"0,1-1 0,-1-2 0,41-12 0,-38 8 0,0 2 0,51-4 0,33-2 0,-77 6 0,54 0 0,-44 7-1365,-30 0-5461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18.4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1137 23 24575,'0'-1'0,"0"0"0,-1-1 0,1 1 0,-1 0 0,1 0 0,-1 0 0,0 0 0,0 0 0,1 0 0,-1 0 0,0 1 0,0-1 0,0 0 0,0 0 0,0 0 0,0 1 0,0-1 0,0 1 0,0-1 0,0 1 0,0-1 0,-1 1 0,1 0 0,0-1 0,0 1 0,0 0 0,0 0 0,-3 0 0,-39-3 0,22 5 0,0 1 0,0 1 0,1 1 0,-1 1 0,-19 8 0,-99 48 0,49-17 0,3 5 0,1 3 0,4 3 0,-120 106 0,174-134 0,1 1 0,1 0 0,1 2 0,2 2 0,-32 57 0,47-74 0,1 1 0,1 0 0,1 0 0,0 1 0,-4 34 0,-1 90 0,9-92 0,3 188 0,-1-233 0,0 0 0,0 1 0,0-1 0,1 0 0,0 0 0,0 0 0,0 0 0,0 0 0,1 0 0,0-1 0,0 1 0,0-1 0,0 1 0,1-1 0,0-1 0,0 1 0,6 4 0,5 3 0,1-1 0,0-1 0,30 12 0,-37-18 0,3 2 0,0-1 0,0 0 0,1-1 0,0-1 0,0 0 0,15 0 0,84-4 0,-46 0 0,-58 1 0,0 1 0,0-1 0,0 0 0,0-1 0,0 0 0,-1 0 0,1-1 0,0 0 0,-1 0 0,0-1 0,0 0 0,0 0 0,0 0 0,0-1 0,-1 0 0,0-1 0,0 1 0,-1-1 0,1 0 0,-1-1 0,0 1 0,-1-1 0,4-7 0,8-17 0,-3 0 0,0 0 0,-2-1 0,9-42 0,-5 19 0,-10 36 0,0 0 0,-1-1 0,-1 0 0,-1 0 0,0 0 0,-3-36 0,0 48 0,0 0 0,0 0 0,-1 0 0,0 1 0,0-1 0,-1 1 0,0-1 0,0 1 0,0 0 0,-1 0 0,0 0 0,-1 1 0,0-1 0,0 1 0,0 0 0,-1 0 0,1 1 0,-1 0 0,-12-8 0,2 3 0,0 1 0,-1 1 0,0 0 0,0 1 0,-1 1 0,-19-5 0,13 5 0,1-2 0,-41-18 0,42 15 0,-2 2 0,-35-10 0,38 13-1365,5-1-5461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24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2302 896 24575,'2'-1'0,"-1"1"0,1-1 0,0 0 0,0 0 0,-1 1 0,1-1 0,0 0 0,-1-1 0,1 1 0,-1 0 0,1 0 0,-1-1 0,2-2 0,22-24 0,-19 19 0,17-19 0,-2-1 0,-1 0 0,25-49 0,-34 57 0,37-85 0,-43 92 0,-1-1 0,0 1 0,-1-1 0,-1 0 0,2-28 0,-4 34 0,0-25 0,-5-44 0,3 66 0,0 0 0,-1 0 0,0 0 0,-1 1 0,0-1 0,-1 1 0,-8-13 0,7 15 0,0 1 0,0-1 0,-1 1 0,-1 0 0,1 0 0,-1 1 0,-10-7 0,-66-39 0,56 37 0,10 6 0,-1 1 0,-1 1 0,1 1 0,-1 1 0,-1 0 0,1 2 0,-28-3 0,-147-2 0,36 8 0,-189 4 0,316 0 0,-1 2 0,1 1 0,0 1 0,0 2 0,0 1 0,2 1 0,-1 2 0,-47 27 0,-1-2 0,45-23 0,-42 25 0,4 4 0,-44 28 0,62-34 0,1 2 0,3 3 0,-61 64 0,34-3 0,55-73 0,-13 24 0,-44 94 0,16-27 0,33-65 0,-43 110 0,61-131 0,1 1 0,1 1 0,3-1 0,-5 55 0,-3 71 0,6-94 0,3 0 0,3 0 0,7 70 0,-2-128 0,0-1 0,1 0 0,0 0 0,1 0 0,0 0 0,0 0 0,10 14 0,4 4 0,23 27 0,-30-40 0,0-1 0,1-1 0,1 0 0,0-1 0,1 0 0,1-1 0,-1-1 0,1 0 0,1-1 0,0 0 0,0-2 0,1 1 0,0-2 0,0-1 0,1 0 0,-1-1 0,1-1 0,34 2 0,118 7 0,183 4 0,-333-18 0,0-1 0,-1-1 0,1-1 0,-1 0 0,0-2 0,0 0 0,25-14 0,26-9 0,6 6 0,-50 17 0,-1-1 0,0-2 0,40-20 0,-24 4 0,-2-1 0,0-2 0,41-41 0,-62 54 0,0-1 0,-2-1 0,0 0 0,-1-1 0,-1-1 0,13-22 0,8-21 0,4 2 0,2 2 0,56-63 0,-43 68 0,-38 39 0,0-1 0,-1 0 0,13-19 0,14-15 0,-9 13 0,-14 15 0,-12 14 0,1-1 0,-1 0 0,-1-1 0,7-11 0,28-61 0,27-63 0,-60 125-115,-2 7-135,-1 0 0,0 0 0,-1-1 0,4-24 0,-6 17-6576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28.2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1027 24575,'37'-3'0,"0"-1"0,-1-2 0,1-1 0,58-21 0,-28 9 0,111-36 0,-85 25 0,149-30 0,-143 40 0,-2-6 0,-1-3 0,97-44 0,-65 28 0,30-13 0,-68 20 0,2 4 0,153-36 0,-14 27 0,93-23 0,-320 65 0,47-11 0,51-22 0,-62 13 0,-34 17 0,1 0 0,0 1 0,-1-1 0,1 1 0,1 1 0,-1-1 0,14-2 0,17-2 0,0-2 0,-1-2 0,43-18 0,20-6 0,-93 33 0,0-1 0,0 1 0,0-1 0,-1-1 0,9-4 0,-15 8 0,1-1 0,0 1 0,-1-1 0,1 1 0,-1-1 0,1 1 0,-1-1 0,1 1 0,-1-1 0,1 0 0,-1 1 0,1-1 0,-1 0 0,0 1 0,0-1 0,1 0 0,-1 1 0,0-1 0,0 0 0,0 0 0,1 0 0,-1 1 0,0-2 0,-1 0 0,0 1 0,1 0 0,-1-1 0,0 1 0,0 0 0,0 0 0,0 0 0,0 0 0,0 0 0,0 0 0,0 0 0,-1 0 0,1 0 0,0 0 0,0 1 0,-1-1 0,1 1 0,-2-1 0,-25-10 0,0 2 0,-1 1 0,0 1 0,-58-6 0,7 1 0,22 5 0,36 5 0,20 4 0,11 1 0,130 44 0,34 10 0,-140-48 0,1-2 0,0-1 0,42 2 0,-56-6 0,0 0 0,0 2 0,0 0 0,0 1 0,-1 1 0,27 12 0,-44-17 0,1 0 0,0 1 0,-1-1 0,1 1 0,0-1 0,-1 1 0,0 0 0,0 0 0,1 0 0,-1 1 0,0-1 0,-1 0 0,1 1 0,0-1 0,-1 1 0,1-1 0,-1 1 0,0 0 0,0 0 0,0 0 0,0-1 0,0 1 0,-1 0 0,1 0 0,-1 0 0,0 0 0,0 0 0,0 0 0,0 0 0,-1 0 0,1 0 0,-2 5 0,-3 9 0,-1-1 0,0 0 0,-1 0 0,-14 24 0,7-15 0,3 2 63,-14 44-1,2-7-1552,17-47-5336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58.5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109 0 24093,'-107'838'0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06.0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23892,'54'864'0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55.3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0 520 24575,'0'140'0,"0"-472"0,1 317 0,0 1 0,1-1 0,0 1 0,1 0 0,1 0 0,0 0 0,1 0 0,1 1 0,7-14 0,-1 5 0,2 1 0,0 0 0,1 0 0,23-22 0,-33 38 0,0 1 0,1-1 0,-1 1 0,1 1 0,0-1 0,-1 1 0,2 0 0,-1 0 0,0 1 0,0 0 0,1 0 0,-1 0 0,1 1 0,0 0 0,-1 0 0,11 1 0,-9 0 0,1 0 0,-1 1 0,0 0 0,0 1 0,0 0 0,0 0 0,0 0 0,0 1 0,-1 0 0,1 1 0,-1 0 0,14 9 0,-13-7 0,0 1 0,0-1 0,-1 1 0,0 1 0,0-1 0,-1 1 0,0 0 0,0 1 0,-1 0 0,0 0 0,-1 0 0,1 0 0,-2 0 0,1 1 0,-2 0 0,1 0 0,-1 0 0,-1 0 0,1 15 0,11 97 0,-1 1 0,-7-69-1365,1-31-5461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57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32 164 24575,'0'0'0,"-1"1"0,0-1 0,0 1 0,0-1 0,0 0 0,1 1 0,-1 0 0,0-1 0,0 1 0,1-1 0,-1 1 0,0 0 0,1-1 0,-1 1 0,1 0 0,-1 0 0,1-1 0,-1 1 0,1 0 0,0 0 0,-1 0 0,1 0 0,0 0 0,-1 1 0,-5 26 0,6-24 0,-4 16 0,1 0 0,1 1 0,1-1 0,1 1 0,3 25 0,-2-40 0,-1 0 0,2-1 0,-1 1 0,1 0 0,-1-1 0,1 1 0,1-1 0,-1 0 0,1 1 0,0-1 0,0 0 0,1-1 0,0 1 0,-1-1 0,1 1 0,1-1 0,-1 0 0,1-1 0,-1 1 0,1-1 0,0 0 0,10 5 0,10 1 0,1 0 0,0-2 0,0-1 0,1-1 0,0-1 0,0-1 0,0-2 0,0-1 0,35-4 0,-56 4 0,0-1 0,0 0 0,0-1 0,-1 1 0,1-1 0,-1-1 0,1 1 0,-1-1 0,0 0 0,1 0 0,-1 0 0,-1-1 0,1 1 0,-1-1 0,1 0 0,-1-1 0,0 1 0,-1-1 0,1 0 0,-1 0 0,0 0 0,0 0 0,0 0 0,-1-1 0,0 1 0,0-1 0,2-11 0,2-10 0,-2-1 0,-1 0 0,-1 0 0,-3-42 0,1 68 0,0-4 0,0 0 0,-1 0 0,0 0 0,0-1 0,0 1 0,-1 0 0,0 1 0,0-1 0,-1 0 0,1 0 0,-1 1 0,0 0 0,-1 0 0,-5-8 0,2 6 0,-1 0 0,1 1 0,-1-1 0,-1 1 0,1 1 0,-1 0 0,0 0 0,-9-3 0,-12-5-151,0 1-1,0 2 0,-1 1 0,0 1 1,0 2-1,-1 1 0,0 1 1,-39 1-1,47 4-6674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01.4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1 24575,'-4'1'0,"0"-1"0,0 1 0,0 0 0,0 0 0,0 1 0,0-1 0,1 1 0,-1 0 0,0 0 0,1 0 0,-1 1 0,1-1 0,0 1 0,0-1 0,0 1 0,0 0 0,0 1 0,0-1 0,1 0 0,-3 5 0,0 0 0,0 0 0,1 1 0,0-1 0,0 1 0,1 0 0,0 0 0,1 0 0,-2 9 0,1 5 0,1 0 0,1 0 0,1 0 0,1 0 0,1 0 0,5 24 0,-5-43 0,-1-1 0,0 1 0,1-1 0,0 1 0,0-1 0,0 0 0,0 0 0,0 0 0,1 0 0,-1 0 0,1 0 0,0-1 0,0 1 0,0-1 0,0 0 0,0 0 0,0 0 0,1 0 0,-1-1 0,0 1 0,1-1 0,0 0 0,-1 0 0,7 1 0,-3-1 0,0 0 0,1-1 0,-1 1 0,1-2 0,-1 1 0,0-1 0,1 0 0,-1 0 0,0-1 0,0 0 0,13-6 0,-16 6-62,-1 1 0,0-2 0,-1 1 0,1 0 0,0-1 0,-1 1 0,1-1 0,-1 0 0,0 0 0,0 0 0,0 0 0,0 0-1,-1 0 1,1 0 0,-1-1 0,0 1 0,0-1 0,0 1 0,0-1 0,0 1 0,-1-7 0,2-12-6764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03.3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110 519 24575,'0'-6'0,"1"1"0,0-1 0,0 0 0,0 1 0,1-1 0,0 1 0,0-1 0,0 1 0,1 0 0,3-6 0,39-50 0,-28 39 0,41-47 0,-39 49 0,0-2 0,-2 0 0,-1-1 0,0 0 0,13-30 0,-27 49 0,-1 1 0,1-1 0,-1 1 0,0-1 0,0 0 0,0 1 0,-1-1 0,0 0 0,1 0 0,-1 0 0,0 1 0,-1-1 0,1 0 0,-1 0 0,0 1 0,0-1 0,0 0 0,0 1 0,0-1 0,-1 1 0,0-1 0,0 1 0,0 0 0,0 0 0,0 0 0,0 0 0,-1 0 0,0 0 0,1 0 0,-1 1 0,0 0 0,0-1 0,-1 1 0,1 0 0,0 1 0,-7-3 0,4 1 0,-1 0 0,0 1 0,0-1 0,0 2 0,0-1 0,0 1 0,0 0 0,-1 1 0,1-1 0,0 2 0,-1-1 0,1 1 0,0 0 0,0 0 0,0 1 0,0 0 0,0 0 0,-12 6 0,9-2 0,-1 1 0,1 0 0,0 0 0,0 1 0,1 1 0,0-1 0,1 2 0,-1-1 0,2 1 0,0 0 0,0 1 0,0-1 0,2 1 0,-1 1 0,1-1 0,1 1 0,0 0 0,1 0 0,-2 14 0,0 3 0,-3 17 0,1 2 0,1 90 0,6-133 0,1 1 0,-1-1 0,1 1 0,1-1 0,-1 0 0,1 1 0,-1-1 0,2 0 0,-1 0 0,0 0 0,1-1 0,0 1 0,0-1 0,1 1 0,7 7 0,-5-7 0,1 0 0,0 0 0,0-1 0,0 1 0,0-2 0,1 1 0,0-1 0,0 0 0,11 3 0,13-1 0,-1 0 0,1-2 0,-1-2 0,41-2 0,-69 0 0,135-2-1365,-116 3-5461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50.7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2171 1 24575,'-17'1'0,"-1"1"0,-29 6 0,-17 3 0,-162-2 0,23-1 0,-61 3 0,75-4 0,77 5 0,72-6 0,-52 2 0,-136 4 0,26 1 0,146-12 0,-233 15 0,269-14 0,-29 6 0,47-7 0,-1-1 0,1 1 0,0 0 0,0 0 0,0 1 0,-1-1 0,1 0 0,0 1 0,0 0 0,1-1 0,-1 1 0,0 0 0,1 0 0,-1 0 0,1 0 0,-1 0 0,-1 3 0,-1 9 0,0 0 0,1 1 0,0-1 0,1 1 0,1-1 0,0 1 0,1 0 0,2 16 0,-2 9 0,7 750-1365,-7-769-5461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0:52.8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2266 1 24575,'0'591'0,"2"-558"0,1-1 0,7 33 0,-4-33 0,2 60 0,-7-68 0,0-12 0,0 0 0,-1 0 0,-3 18 0,2-27 0,1-1 0,-1 1 0,1 0 0,-1-1 0,0 1 0,0 0 0,-1-1 0,1 1 0,0-1 0,-1 0 0,0 1 0,1-1 0,-1 0 0,0 0 0,0 0 0,0 0 0,0 0 0,-1-1 0,1 1 0,-4 1 0,-9 3 0,0-2 0,0 1 0,-1-2 0,1 0 0,-1-1 0,0-1 0,-16 0 0,-21 2 0,-554 90 0,8 44 0,518-118 0,-1-4 0,-1-4 0,0-2 0,-138-6 0,180-5 0,1 2 0,0 2 0,-73 13 0,59-7-1365,31-6-5461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07.7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1 24575,'-1'6'0,"0"1"0,0 0 0,0 0 0,-1 0 0,-5 11 0,-3 10 0,-16 86 0,-13 126 0,5 123 0,24-244 0,6-26-1365,3-71-5461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09.0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24575,'0'18'0,"5"30"0,6 38 0,1 37 0,3 20 0,4 5 0,3-9 0,-3-15 0,-3-19 0,-1-19 0,-3-18 0,-3-17 0,-3-12 0,-3-9 0,-2-8-8191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12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0 630 24575,'1'32'0,"1"1"0,1 0 0,1-1 0,3 1 0,0-2 0,19 49 0,-25-75 0,11 20 0,-12-25 0,0 1 0,0-1 0,0 0 0,0 1 0,1-1 0,-1 0 0,0 0 0,0 1 0,0-1 0,1 0 0,-1 0 0,0 1 0,0-1 0,0 0 0,1 0 0,-1 0 0,0 1 0,1-1 0,-1 0 0,0 0 0,0 0 0,1 0 0,-1 0 0,0 0 0,1 0 0,-1 0 0,0 1 0,1-1 0,-1 0 0,0 0 0,1-1 0,-1 1 0,0 0 0,1 0 0,-1 0 0,0 0 0,0 0 0,1 0 0,-1 0 0,0 0 0,1 0 0,-1-1 0,0 1 0,0 0 0,1 0 0,-1 0 0,0-1 0,0 1 0,1 0 0,-1 0 0,0-1 0,0 1 0,0 0 0,0 0 0,1-1 0,-1 1 0,0 0 0,0-1 0,0 1 0,0 0 0,0-1 0,0 1 0,0 0 0,0-1 0,6-15 0,-1 0 0,0 0 0,-1 0 0,2-31 0,0-72 0,-5 88 0,-1-12 0,0 18 0,1 0 0,4-26 0,-3 41 0,0 1 0,1 0 0,0 0 0,0 0 0,1 0 0,0 1 0,1-1 0,10-14 0,-10 17 0,0-1 0,0 1 0,0 1 0,1-1 0,-1 1 0,1 0 0,1 0 0,-1 1 0,1 0 0,-1 0 0,1 0 0,12-3 0,-14 5 0,-1 1 0,1 1 0,0-1 0,0 1 0,0 0 0,0 0 0,0 0 0,0 1 0,0-1 0,-1 1 0,1 0 0,0 1 0,0-1 0,-1 1 0,1 0 0,-1 0 0,0 0 0,1 1 0,-1 0 0,7 5 0,6 8 0,-1 0 0,0 2 0,-1-1 0,23 39 0,-19-29 0,29 34 0,-40-52 0,-1 1 0,0 0 0,0 0 0,-1 1 0,0-1 0,-1 2 0,5 13 0,20 87 0,-13-41 0,-12-47 0,-3-14 0,0 0 0,1 0 0,0-1 0,0 1 0,6 10 0,-9-19 0,1 1 0,0-1 0,0 1 0,0-1 0,0 0 0,0 0 0,0 1 0,1-1 0,-1 0 0,0 0 0,1 0 0,-1 0 0,1 0 0,-1 0 0,1-1 0,-1 1 0,1 0 0,-1-1 0,1 0 0,0 1 0,-1-1 0,1 0 0,-1 1 0,1-1 0,0 0 0,0 0 0,-1 0 0,1-1 0,0 1 0,-1 0 0,1-1 0,-1 1 0,1-1 0,0 1 0,-1-1 0,3-1 0,9-6 0,0 0 0,-1-1 0,0-1 0,-1 0 0,0 0 0,18-22 0,12-12 0,255-232 0,-286 268 0,-1 0 0,-1 0 0,0-1 0,0 0 0,-1 0 0,0-1 0,0 0 0,-1 0 0,-1-1 0,0 0 0,0 0 0,-1 0 0,0 0 0,-1-1 0,0 1 0,-1-1 0,1-17 0,-7-256 0,4 281 0,0-1 0,-1 1 0,1-1 0,-1 1 0,0 0 0,0-1 0,0 1 0,-1 0 0,0 0 0,0 0 0,0 0 0,0 0 0,0 0 0,-1 1 0,-3-5 0,2 5 0,0 1 0,0-1 0,0 1 0,0 0 0,0 0 0,0 0 0,-1 0 0,1 1 0,-1 0 0,1 0 0,-1 0 0,1 1 0,-1-1 0,-5 1 0,4 0 0,-12-2 0,1 1 0,-1 1 0,0 1 0,-34 6 0,48-6 0,0 0 0,0 0 0,0 1 0,1-1 0,-1 1 0,0 0 0,1 0 0,0 0 0,-1 0 0,1 0 0,0 1 0,0 0 0,0-1 0,0 1 0,1 0 0,-1 1 0,1-1 0,0 0 0,0 1 0,0-1 0,0 1 0,1 0 0,-1-1 0,1 1 0,0 0 0,0 0 0,0 7 0,-3 37 0,3 0 0,5 54 0,-1-1 0,-3-97 0,0 1 0,1-1 0,-1 1 0,1-1 0,0 1 0,0-1 0,0 0 0,1 1 0,-1-1 0,1 0 0,0 0 0,4 5 0,0-1 0,1 0 0,0-1 0,1 0 0,11 9 0,4 0 0,1-1 0,1-1 0,0-1 0,1-2 0,45 15 0,42 19 0,-99-40-105,0 0-1,1-1 0,-1-1 1,1-1-1,0 0 0,0 0 1,0-2-1,27-1 0,-32 0-308,13 1-6412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13.7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110 1 24575,'-48'557'0,"46"-539"0,-30 171 0,20-139 35,8-34-501,0 1-1,-3 29 0,6-24-6359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14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24575,'5'0'0,"5"0"0,20 0 0,19 0 0,15 0 0,14 0 0,18 0 0,10 5 0,6 1 0,-3 4 0,-10 1 0,-13 3 0,-17-1 0,-19 1 0,-15 0 0,-12-4-8191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16.4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1429 82 24575,'-104'-1'0,"0"-5"0,-135-24 0,161 20 0,-1 3 0,-111 4 0,101 4 0,-129-15 0,144 7-235,-113 3 1,144 4-662,20 0-5930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19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1138 28 24575,'1384'0'0,"-1371"-1"0,-1 0 0,1-1 0,-1 0 0,19-7 0,16-3 0,-45 11 0,0 1 0,0 0 0,0 0 0,0 1 0,0-1 0,0 0 0,0 1 0,0-1 0,0 1 0,0-1 0,0 1 0,0 0 0,-1 0 0,1 0 0,0 0 0,0 0 0,-1 0 0,1 0 0,-1 1 0,1-1 0,-1 1 0,0-1 0,1 1 0,-1-1 0,0 1 0,0 0 0,1 3 0,4 6 0,-1 0 0,0 1 0,4 16 0,-4-10 0,83 314 0,-35-115 0,-7-74 0,-32-105 0,-13-34 0,0-1 0,0 1 0,0-1 0,0 1 0,0 0 0,-1-1 0,1 1 0,-1 0 0,0-1 0,-1 1 0,1 0 0,0-1 0,-1 1 0,-1 5 0,0-6 0,0 0 0,1 0 0,-1-1 0,0 1 0,0-1 0,0 1 0,-1-1 0,1 0 0,-1 0 0,1 0 0,-1 0 0,0 0 0,1-1 0,-1 1 0,0-1 0,0 0 0,-4 2 0,-20 6 0,0-2 0,0 0 0,-55 5 0,-90-5 0,12 0 0,-531 9 0,461-18 0,198 4 0,-1 1 0,-33 8 0,-2 0 0,30-4 0,1 2 0,-37 13 0,40-11 0,-1-1 0,-54 8 0,-135 4 0,200-19 0,1 1 0,-1 2 0,1 0 0,-28 12 0,28-10 0,0-1 0,-1-1 0,-38 5 0,-4 1 0,42-8 0,-46 2 0,42-5 0,-55 8 0,-89 25-1365,153-29-5461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1:21.4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24575,'2'25'0,"0"0"0,2 0 0,9 38 0,-1-10 0,79 331 0,-54-238 0,-19-67 0,32 108 0,-46-174-341,-1 0 0,0 0-1,1 17 1,-2-8-6485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09.9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12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1868 866 24575,'-1'-6'0,"0"-1"0,0 1 0,-1 0 0,0 0 0,-1 0 0,1 0 0,-1 0 0,0 0 0,0 0 0,-1 1 0,-5-7 0,0-1 0,-95-151 0,-156-230 0,233 356 0,10 12 0,-24-26 0,31 43 0,-1-1 0,0 2 0,0-1 0,-1 2 0,0-1 0,0 2 0,-1 0 0,1 0 0,-1 1 0,-1 0 0,1 1 0,-1 1 0,-19-2 0,-21-1 0,-1 2 0,-59 4 0,67 1 0,-600 0 0,636-1 0,0 0 0,-1 1 0,1 0 0,0 1 0,0 0 0,-14 6 0,20-6 0,-1 0 0,1 1 0,0 0 0,0 0 0,0 0 0,0 1 0,0 0 0,1 0 0,0 0 0,0 0 0,0 1 0,0-1 0,-5 10 0,-7 15 0,2 1 0,0 1 0,2 0 0,2 1 0,0 0 0,3 0 0,-8 62 0,8 13 0,7 118 0,1-161 0,-1-61 0,0 20 0,1 1 0,7 35 0,-7-52 0,0-1 0,1-1 0,0 1 0,0 0 0,0 0 0,1-1 0,0 1 0,0-1 0,1 0 0,-1 0 0,1 0 0,0 0 0,0-1 0,10 8 0,2-1 0,0-2 0,1 0 0,1 0 0,-1-2 0,1 0 0,0-2 0,29 6 0,136 14 0,-156-23 0,100 8 0,191-11 0,-281-3 0,1-2 0,-1-2 0,56-19 0,40-9 0,-86 24 0,65-24 0,-31 8 0,55-27 0,-136 54-9,18-4-443,0-1 0,27-15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16.6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518 1272 24575,'115'2'0,"124"-5"0,-156-9 0,-51 6 0,36-1 0,-43 6 0,1 0 0,-1-2 0,1 0 0,-1-2 0,0-1 0,-1-1 0,1-1 0,-2-1 0,40-21 0,-21 6 0,-1-2 0,0-2 0,-3-1 0,55-53 0,-79 67 0,-1-2 0,-1 0 0,0-1 0,14-30 0,29-81 0,-32 73 0,-15 33 0,-1 0 0,0-1 0,-2 1 0,-1-1 0,2-29 0,-4-122 0,-3 140 0,1 26 0,0-1 0,0 1 0,-1-1 0,-1 1 0,0 0 0,0 0 0,-1 0 0,0 0 0,0 0 0,-1 0 0,0 1 0,-1 0 0,1-1 0,-2 2 0,1-1 0,-1 1 0,0 0 0,-1 0 0,0 0 0,0 1 0,0 0 0,-1 0 0,-9-5 0,0 1 0,-1 0 0,0 1 0,0 1 0,-1 1 0,-29-8 0,12 7 0,-1 2 0,-40-1 0,-10 0 0,-294-11 0,-192 19 0,562 0 0,0 0 0,1 1 0,-1 0 0,0 1 0,1 0 0,0 1 0,0 0 0,0 0 0,0 1 0,0 0 0,1 1 0,0 0 0,1 1 0,-16 14 0,-4 7 0,1 1 0,-39 55 0,58-71 0,0 1 0,0 0 0,1 0 0,1 1 0,0 0 0,1 0 0,1 0 0,0 1 0,-3 29 0,4 9 0,4 85 0,0-110 0,2 16 0,2-1 0,2 0 0,2-1 0,23 68 0,-1-28 0,53 103 0,-33-101 0,-35-62 0,-2 1 0,22 48 0,12 32-1365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24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487 1624 24575,'1392'0'0,"-1180"15"0,-88-3 0,421 49 0,-464-50 0,-75-10 0,404 36 0,-222-24 0,3 0 0,-46-12 0,378-4 0,-477 0 0,1-2 0,-1-2 0,77-23 0,131-59 0,-99 33 0,-145 53 0,0-1 0,-1 0 0,1-1 0,-1 1 0,0-2 0,0 1 0,0-1 0,-1-1 0,0 0 0,0 0 0,-1 0 0,0-1 0,0 0 0,-1 0 0,0-1 0,0 0 0,-1 0 0,0 0 0,-1-1 0,0 1 0,0-1 0,-1 0 0,2-14 0,4-19 0,-3-2 0,-1 1 0,-2-1 0,-5-59 0,0 84 0,0 0 0,-2 0 0,0 0 0,-1 1 0,-1-1 0,-1 1 0,-1 1 0,-1 0 0,0 0 0,-1 0 0,-20-25 0,-6-2 0,-1 2 0,-80-70 0,-163-107 0,195 156 0,-179-118 0,226 160 0,-2 2 0,0 1 0,-1 2 0,-1 2 0,-50-11 0,-205-19 0,-5 24 0,127 11 0,-546 0 0,452 12 0,158 3 0,-1 6 0,-133 30 0,16-2 0,101-24 0,-112 20 0,-96 61 0,293-81 0,0 2 0,1 2 0,-55 33 0,84-43 0,0 1 0,1 0 0,0 0 0,1 1 0,0 1 0,-9 13 0,-51 83 0,49-71 0,-39 48 0,-4-3 0,2 2 0,-51 95 0,100-155 0,2 0 0,0 0 0,2 1 0,-11 36 0,19-50 0,0 0 0,0 0 0,1 1 0,0-1 0,1 1 0,0-1 0,1 1 0,0-1 0,1 0 0,0 1 0,1-1 0,7 19 0,-5-18 0,1 0 0,1-1 0,0 1 0,0-1 0,1-1 0,1 0 0,-1 0 0,14 11 0,1-2 0,1 0 0,39 22 0,-36-26 0,43 15 0,-45-20 0,-3 0-195,0-2 0,0 0 0,1-2 0,-1-1 0,1 0 0,26 1 0,-25-5-6631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26.4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24575,'4'0'0,"7"0"0,5 0 0,6 0 0,7 0 0,4 0 0,5-5 0,10-1 0,2 0 0,5 2 0,4 0 0,0-2 0,-5-1 0,-3 0 0,-5 3 0,-6 1 0,-10 1-8191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28.3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 24575,'6'-1'0,"-1"0"0,1 0 0,-1 0 0,0 0 0,1-1 0,8-4 0,9-2 0,53-10 0,110-12 0,-107 20 0,108-29 0,-165 34-273,0 0 0,0 1 0,0 1 0,24 1 0,-23 1-6553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32.0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 24575,'1'25'0,"1"-1"0,2 0 0,0 0 0,11 33 0,37 90 0,-49-141 0,8 19 0,-1 0 0,-1 1 0,-1 0 0,-2 0 0,0 1 0,1 28 0,-6-39 0,0 0 0,1 0 0,0 0 0,1 0 0,1-1 0,1 1 0,9 22 0,-6-29 0,-3-13 0,-1-20 0,1-375 0,-8 208 0,3 184 0,-1-11 0,2-1 0,5-35 0,-4 47 0,0 0 0,0 0 0,1 1 0,0-1 0,0 1 0,0-1 0,1 1 0,0 0 0,0 0 0,9-8 0,-9 9 0,0 1 0,1 0 0,0 0 0,0 0 0,0 0 0,0 1 0,1 0 0,0 0 0,-1 1 0,1-1 0,0 1 0,0 1 0,0-1 0,0 1 0,0 0 0,1 0 0,-1 0 0,0 1 0,0 0 0,1 1 0,-1-1 0,11 3 0,-5 1 0,0-1 0,-1 1 0,0 1 0,1 0 0,-2 1 0,1 0 0,-1 0 0,0 1 0,0 1 0,15 14 0,173 203 0,-184-209 0,4 11 0,0 0 0,-1 1 0,-2 1 0,-1 1 0,-2 0 0,0 0 0,12 60 0,-20-70-257,-1 0 0,-1 0 0,-1 27 0,-1-42-80,1 23-6489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33.8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190 0 24575,'-3'1'0,"-1"-1"0,0 1 0,0-1 0,0 1 0,1 1 0,-1-1 0,0 0 0,1 1 0,-1 0 0,1 0 0,-1 0 0,1 0 0,0 0 0,0 1 0,0-1 0,0 1 0,1 0 0,-1 0 0,1 0 0,-3 4 0,-5 8 0,1 1 0,0 0 0,-6 18 0,4-10 0,0-1 0,1 1 0,1-1 0,0 1 0,2 1 0,1-1 0,1 1 0,2 1 0,0-1 0,1 42 0,3-62 0,0 0 0,0 1 0,1-1 0,0 0 0,0 1 0,0-1 0,1 0 0,0-1 0,-1 1 0,2 0 0,-1-1 0,1 1 0,-1-1 0,1 0 0,0-1 0,5 5 0,3 1 0,0-1 0,0 0 0,1 0 0,24 10 0,-20-12 0,1-1 0,-1 0 0,1-1 0,0-1 0,25 2 0,95-4 0,-92-2 0,-36 1 0,0-1 0,0 1 0,0-2 0,0 1 0,17-6 0,-24 5 0,1 1 0,-1-1 0,0 1 0,1-1 0,-1 0 0,0 0 0,0-1 0,0 1 0,-1 0 0,1-1 0,-1 0 0,1 0 0,-1 0 0,0 0 0,0 0 0,0 0 0,0 0 0,-1-1 0,2-4 0,3-11 0,-1-1 0,-2 1 0,0-1 0,1-28 0,-6-86 0,0 71 0,2 54 0,0 0 0,-1 0 0,0 0 0,0 0 0,-1 1 0,0-1 0,-1 0 0,0 1 0,0-1 0,-8-11 0,7 14 0,0 1 0,0 0 0,-1 0 0,1 0 0,-1 1 0,0 0 0,0-1 0,-1 2 0,1-1 0,-1 1 0,0 0 0,0 0 0,0 0 0,-13-3 0,-61-10 109,33 8-1583,22 3-5352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36.2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357 0 24575,'0'649'0,"0"-641"0,0 0 0,-1 0 0,0 1 0,-3 13 0,4-21 0,-1 1 0,1-1 0,-1 0 0,1 1 0,-1-1 0,1 1 0,-1-1 0,0 0 0,0 0 0,0 1 0,0-1 0,0 0 0,0 0 0,0 0 0,0 0 0,0 0 0,0 0 0,-1 0 0,1-1 0,0 1 0,-1 0 0,1-1 0,0 1 0,-1-1 0,1 1 0,-1-1 0,1 0 0,-1 1 0,1-1 0,-1 0 0,1 0 0,-1 0 0,-1 0 0,-7-3 0,0 1 0,0-2 0,0 1 0,0-1 0,1-1 0,-1 0 0,-13-9 0,16 9 0,0 0 0,-1 0 0,1 1 0,-1 0 0,-1 0 0,1 1 0,0 0 0,-1 1 0,1 0 0,-1 0 0,-13 0 0,19 2 0,0 1 0,0 0 0,0 0 0,0 1 0,0-1 0,0 1 0,0-1 0,1 1 0,-1 0 0,0 0 0,1 0 0,0 0 0,-1 0 0,1 1 0,0-1 0,0 1 0,0 0 0,0-1 0,1 1 0,-3 5 0,-4 9 0,0 1 0,-6 22 0,11-32 0,-3 13 0,1 0 0,1 1 0,1-1 0,-2 32 0,7 90 0,1-63 0,-4-46 0,0-19 0,1-1 0,1 1 0,0 0 0,3 16 0,-3-27 0,0-1 0,0 0 0,0 1 0,0-1 0,1 0 0,-1 1 0,1-1 0,0 0 0,0 0 0,0-1 0,0 1 0,1 0 0,-1-1 0,1 1 0,-1-1 0,1 0 0,0 1 0,0-2 0,0 1 0,0 0 0,7 2 0,5 2 0,1-1 0,0 0 0,0-2 0,1 1 0,-1-2 0,20 1 0,-29-3 0,-1-1 0,0 1 0,0-1 0,0 0 0,1 0 0,-1-1 0,0 0 0,-1 0 0,1-1 0,0 1 0,-1-1 0,1 0 0,-1-1 0,0 1 0,0-1 0,0 0 0,0 0 0,-1-1 0,5-5 0,-3 2 0,0-1 0,0-1 0,-1 1 0,0-1 0,-1 0 0,0 0 0,4-17 0,-1-7 0,3-36 0,-5 34 0,1-34-91,-4-104-1,-2 108-1090,0 43-5644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38.5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57 547 24575,'4'-1'0,"0"0"0,1 0 0,-1 0 0,0-1 0,0 0 0,0 0 0,0 0 0,0-1 0,-1 1 0,7-6 0,9-5 0,231-159 0,-233 160 0,-12 8 0,-1 0 0,0-1 0,0 1 0,0-1 0,0 0 0,-1 0 0,1-1 0,-1 1 0,-1-1 0,1 1 0,-1-1 0,0 0 0,0 0 0,-1 0 0,1 0 0,-1 0 0,-1 0 0,1-8 0,-1-7 0,0 1 0,-2 0 0,0-1 0,-7-25 0,8 42 0,0 0 0,0 0 0,0 0 0,0 0 0,0 0 0,-1 0 0,0 0 0,0 0 0,0 1 0,0-1 0,-1 1 0,1-1 0,-1 1 0,0 0 0,0 0 0,0 0 0,0 0 0,-1 1 0,1-1 0,-1 1 0,1 0 0,-1 0 0,0 0 0,0 1 0,0-1 0,0 1 0,0 0 0,0 0 0,0 0 0,-1 1 0,1-1 0,-7 1 0,-2 0 0,1 0 0,-1 0 0,1 1 0,0 0 0,-1 1 0,1 1 0,0 0 0,0 1 0,0 0 0,-21 11 0,24-10 0,1 0 0,0 1 0,0 0 0,1 0 0,-1 1 0,2 0 0,-1 1 0,1-1 0,0 1 0,0 0 0,1 1 0,0-1 0,1 1 0,-6 13 0,-5 17 0,2 0 0,1 0 0,2 1 0,-8 80 0,16 94 0,4-119 0,-2-89 0,1 0 0,0 0 0,0 1 0,0-1 0,1 0 0,0 0 0,0 0 0,1 0 0,-1-1 0,1 1 0,0-1 0,1 1 0,0-1 0,-1 0 0,2 0 0,-1-1 0,0 1 0,1-1 0,7 5 0,9 5 0,0 0 0,2-1 0,34 14 0,-35-17 0,-12-6-195,0 0 0,0-1 0,1 0 0,-1-1 0,1 0 0,20 1 0,-9-2-6631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41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49 24575,'5'0'0,"6"0"0,5 0 0,6 0 0,2 0 0,3 0 0,1-4 0,0-2 0,0 0 0,0 1 0,0 2 0,-1 1 0,0-4 0,0 0 0,1 0 0,-6 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49.4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760 1057 24575,'1030'0'0,"-1014"-1"0,0-1 0,-1 0 0,1-1 0,-1-1 0,0 0 0,0-1 0,0-1 0,0 0 0,-1-1 0,0 0 0,-1-2 0,0 1 0,0-2 0,20-17 0,-2-3 0,-2-1 0,-1-2 0,-1 0 0,27-46 0,-47 66 0,1 0 0,-2-1 0,1 0 0,-2-1 0,0 1 0,-1-1 0,0 0 0,-2 0 0,2-17 0,-1-11 0,-8-83 0,3 112 0,0 0 0,-1 1 0,0-1 0,-2 1 0,1 0 0,-1 0 0,-1 1 0,0 0 0,-1 0 0,-1 0 0,-13-17 0,8 14 0,0 1 0,0 0 0,-1 1 0,-1 1 0,-1 0 0,1 1 0,-31-16 0,21 16 0,0 2 0,-49-12 0,18 6 0,-9-4 0,-1 2 0,-1 3 0,0 3 0,-112-3 0,-627 16 0,776-1 0,1 2 0,0 2 0,1 0 0,-1 2 0,1 1 0,-48 21 0,41-12 0,-54 35 0,80-46 0,-5 2 0,1 0 0,0 2 0,0-1 0,1 2 0,1 0 0,0 0 0,0 1 0,-15 21 0,13-10 0,1 0 0,1 0 0,1 2 0,1-1 0,2 1 0,0 0 0,1 1 0,-2 28 0,1 30 0,4 96 0,2-171 0,1 1 0,1-1 0,-1 0 0,2 0 0,-1 1 0,1-1 0,1 0 0,0 0 0,0-1 0,0 1 0,1-1 0,1 1 0,-1-1 0,1 0 0,1-1 0,-1 1 0,1-1 0,0 0 0,1-1 0,0 1 0,8 5 0,8 5 0,1-1 0,0 0 0,2-2 0,-1-1 0,2-1 0,-1-1 0,2-1 0,-1-2 0,1-1 0,0-1 0,1-1 0,-1-1 0,1-2 0,52-3 0,-20-1-1365,-38 1-5461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51.7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27 24119,'1541'-27'0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53.6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3:57.7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1382 24575,'31'-28'0,"37"-27"0,7-5 0,311-289 0,-64 55 0,-212 192 0,51-44 0,-136 126 0,-12 11 0,0-1 0,-1-1 0,18-20 0,98-119 0,-125 147 0,0 0 0,-1 0 0,1-1 0,-1 0 0,0 1 0,0-1 0,0 0 0,0 0 0,1-7 0,-2 10 0,-1-1 0,0 1 0,0 0 0,0-1 0,0 1 0,0-1 0,0 1 0,-1-1 0,1 1 0,0-1 0,-1 1 0,1 0 0,-1-1 0,1 1 0,-1 0 0,0-1 0,1 1 0,-1 0 0,0 0 0,0 0 0,0 0 0,0-1 0,0 1 0,0 0 0,0 1 0,0-1 0,-1 0 0,1 0 0,0 0 0,-1 1 0,-1-2 0,-16-5 0,1 1 0,-1 0 0,0 2 0,0 0 0,-36-3 0,100 7 0,140 3 0,-182-3 0,0 1 0,0-1 0,-1 1 0,1-1 0,0 1 0,0 0 0,-1 0 0,1 1 0,-1-1 0,1 0 0,-1 1 0,0 0 0,1-1 0,-1 1 0,0 0 0,0 0 0,0 0 0,0 0 0,0 1 0,-1-1 0,1 0 0,-1 1 0,0-1 0,1 1 0,-1 0 0,0-1 0,0 1 0,-1 0 0,1-1 0,0 5 0,1 9 0,-1 0 0,0 0 0,-1 0 0,-3 21 0,1-10 0,-1 4 0,-10 43 0,7-45 0,-4 57 0,10-60-1365,0-3-5461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29.5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24075,'3485'-55'0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32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1 460 24575,'30'-1'0,"0"-1"0,0-1 0,0-2 0,32-10 0,111-44 0,-107 35 0,87-21 0,112 8 0,-263 37 0,0 0 0,1 0 0,-1 0 0,0-1 0,0 1 0,0-1 0,1 1 0,-1-1 0,0 0 0,0 0 0,0 0 0,0 0 0,0 0 0,0-1 0,0 1 0,-1 0 0,1-1 0,0 0 0,-1 1 0,1-1 0,-1 0 0,0 0 0,0 0 0,1 0 0,-1 0 0,0 0 0,0 0 0,-1 0 0,1 0 0,0 0 0,-1-1 0,1-3 0,-1 2 0,0 0 0,0 1 0,-1-1 0,0 0 0,1 1 0,-1-1 0,0 0 0,-1 1 0,1-1 0,-1 1 0,1-1 0,-1 1 0,0 0 0,0 0 0,-1 0 0,1 0 0,-1 0 0,1 0 0,-5-3 0,-23-16 0,-1 2 0,-1 0 0,0 2 0,-2 2 0,0 1 0,0 2 0,-46-12 0,93 25 0,21 0 0,37 4 0,-20 8 0,-1 2 0,87 38 0,-101-38 0,-32-13 0,-1 1 0,1-1 0,-1 1 0,1 0 0,-1 0 0,0 0 0,0 1 0,0-1 0,0 1 0,0 0 0,0-1 0,-1 1 0,1 1 0,-1-1 0,0 0 0,0 0 0,0 1 0,0-1 0,1 6 0,0 2 0,-1 0 0,-1 0 0,0 0 0,0 0 0,-2 18 0,-9 103 0,7-112 0,-1-1 0,-1 1 0,-1-1 0,-13 29 0,7-23-1365,1-4-5461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34.0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38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516 1380 24575,'515'14'0,"-17"0"0,2130-15 0,-2443 15 0,-14-1 0,646-11 0,-394-4 0,-386 0 0,64-12 0,-40 5 0,-23 2 0,-1-2 0,39-14 0,-39 11 0,-29 9 0,0-1 0,0 0 0,0 0 0,-1-1 0,0 0 0,1 0 0,-2-1 0,1 0 0,-1 0 0,0-1 0,0 1 0,0-1 0,-1-1 0,0 1 0,-1-1 0,0 0 0,0 0 0,0 0 0,2-10 0,3-11 0,-1 0 0,-1 0 0,-2-1 0,3-37 0,-6-174 0,-5 130 0,2 101 0,0 0 0,0 0 0,-2 0 0,1 1 0,-1-1 0,0 1 0,-1-1 0,0 1 0,-1 0 0,0 1 0,0-1 0,-1 1 0,0 0 0,0 1 0,-1-1 0,0 1 0,-15-11 0,0 0 0,-1 2 0,-1 0 0,-1 2 0,0 0 0,-30-10 0,12 8 0,-1 3 0,0 1 0,-1 3 0,0 1 0,-74-2 0,12 1 0,-189-39 0,8 5 0,159 27 0,-55-7 0,-229 1 0,295 23 0,-297-11 0,86-29 0,-92-9 0,-54 37 0,306 12 0,148-2 0,1-2 0,0 0 0,-1-1 0,-32-12 0,30 9 0,0 1 0,-47-7 0,-149 8 0,-21-2 0,-462-11 0,493 19 0,173 0 0,-1 0 0,0 3 0,1 1 0,0 2 0,-46 14 0,61-14 0,0 1 0,1 1 0,0 1 0,0 1 0,1 0 0,0 2 0,1 0 0,1 1 0,-32 32 0,22-15 0,-9 6 0,3 2 0,-56 84 0,80-109 0,2 1 0,0 0 0,0 0 0,2 0 0,0 1 0,0 0 0,2 0 0,0 0 0,1 0 0,-1 27 0,6 301 0,-3-332 0,1 1 0,0-1 0,1 1 0,0-1 0,1 0 0,6 18 0,-6-23 0,0 0 0,1 0 0,0 0 0,0 0 0,1 0 0,0-1 0,0 0 0,0 0 0,1 0 0,0-1 0,7 6 0,6 3 0,16 12 0,0-2 0,40 20 0,45 8 0,-32-15 0,-70-30-1365,0-1-5461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41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0 245 24575,'97'-4'0,"110"-20"0,-202 23 0,426-75 0,-55 9 0,-329 59 0,270-30 0,-181 27 0,94-3 0,1253 13 0,-716 3 0,-346-2-1365,-399 0-5461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43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0 162 23782,'2541'-162'0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44.4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21389,'540'0'0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50.9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56 24575,'340'1'0,"385"-3"0,-374-11 0,99-1 0,241 15 0,-513-15 0,-15 0 0,329 14 87,-233 1-1539,-236-1-5374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4:58.3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1 888 24575,'6'-1'0,"1"0"0,-1-1 0,1 0 0,-1 0 0,1 0 0,-1-1 0,0 1 0,0-2 0,-1 1 0,7-5 0,13-6 0,525-247 0,-95 89 0,-267 105 0,-79 36 0,-7 3 0,-100 27 0,0 1 0,-1-1 0,1 0 0,0 1 0,0-1 0,-1 0 0,1 0 0,0 0 0,-1 0 0,1 0 0,-1 0 0,1-1 0,-1 1 0,0 0 0,0-1 0,1 1 0,-1-1 0,0 0 0,1-2 0,-2 3 0,0 0 0,0-1 0,0 1 0,0-1 0,0 1 0,0 0 0,0-1 0,-1 1 0,1 0 0,0 0 0,-1-1 0,1 1 0,-1 0 0,0 0 0,1-1 0,-1 1 0,0 0 0,0 0 0,0 0 0,-1-1 0,-7-6 0,0 0 0,0 0 0,-1 2 0,-17-11 0,27 17 0,-63-36 0,-1 2 0,-1 3 0,-81-26 0,126 51 0,14 5 0,0 0 0,0-1 0,0 0 0,0 0 0,1 0 0,-1-1 0,-8-5 0,44 13 0,213 110 0,84 32 0,-304-139 0,-5-2 0,0 0 0,33 18 0,-47-22 0,0 1 0,0-1 0,-1 1 0,1 0 0,-1-1 0,1 2 0,-1-1 0,0 0 0,0 1 0,-1-1 0,1 1 0,-1 0 0,0 0 0,0 0 0,0 0 0,0 0 0,-1 0 0,2 5 0,-1 11 0,0-1 0,-1 1 0,-1 0 0,-1 0 0,-1 0 0,-1 0 0,0-1 0,-11 35 0,3-21 0,-2 0 0,-1 0 0,-2-2 0,-22 35 0,24-48-1365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01.4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175 1598 24575,'0'-5'0,"1"1"0,0-1 0,0 1 0,0-1 0,0 1 0,2-5 0,5-16 0,73-521 0,-60 354 0,-4-226 0,-17 413 0,1-50 0,-3 1 0,-13-76 0,11 95 0,4 29 0,0 0 0,0 0 0,-1 0 0,1 0 0,-2 1 0,1-1 0,-1 0 0,1 1 0,-2-1 0,1 0 0,-1 1 0,-5-9 0,7 13 0,0 0 0,-1 0 0,1 1 0,0-1 0,-1 0 0,1 1 0,0-1 0,-1 1 0,1-1 0,-1 1 0,1 0 0,-1-1 0,1 1 0,-1 0 0,1 0 0,-1 0 0,1 0 0,-1 0 0,0 1 0,1-1 0,-1 0 0,1 1 0,0-1 0,-1 1 0,1-1 0,-1 1 0,1 0 0,0 0 0,-1 0 0,1-1 0,0 1 0,0 0 0,0 1 0,-2 0 0,-5 6 0,1 0 0,-1 0 0,-8 13 0,14-18 0,-135 192 0,135-192 0,0 0 0,1-1 0,0 1 0,-1-1 0,0 0 0,1 1 0,-1-1 0,0 0 0,0 0 0,0 0 0,-1 0 0,1-1 0,0 1 0,-4 1 0,6-3 0,0 1 0,-1-1 0,1 0 0,0 0 0,0 0 0,0 0 0,-1 0 0,1 0 0,0 0 0,0 0 0,0 0 0,-1 0 0,1 0 0,0 0 0,0-1 0,0 1 0,-1 0 0,1 0 0,0 0 0,0 0 0,0 0 0,-1 0 0,1 0 0,0 0 0,0-1 0,0 1 0,0 0 0,0 0 0,-1 0 0,1 0 0,0-1 0,0 1 0,0 0 0,0 0 0,0 0 0,0-1 0,0 1 0,0 0 0,0 0 0,0 0 0,0-1 0,0 1 0,0 0 0,0 0 0,0 0 0,0-1 0,0 1 0,0 0 0,0 0 0,0 0 0,0-1 0,0 1 0,0 0 0,5-14 0,12-17 0,2 1 0,30-36 0,16-25 0,-62 86 0,1-1 0,-1 1 0,1 0 0,1 0 0,-1 0 0,1 1 0,-1-1 0,1 1 0,11-7 0,-14 10 0,1 0 0,0 0 0,0 0 0,-1 0 0,1 0 0,0 1 0,0-1 0,0 1 0,0-1 0,0 1 0,0 0 0,0 1 0,0-1 0,0 0 0,0 1 0,0-1 0,0 1 0,0 0 0,-1 0 0,1 0 0,0 1 0,-1-1 0,4 2 0,8 8 0,0 0 0,0 1 0,-1 0 0,-1 1 0,0 0 0,-1 1 0,16 25 0,-16-22 0,1-1 0,0 0 0,1-1 0,1 0 0,27 22 0,-36-33-96,6 3-221,-1 0 0,1 0-1,15 7 1,-7-7-6509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04.9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924 1 24575,'-14'12'0,"0"-1"0,-1 0 0,0-1 0,0 0 0,-18 7 0,-26 17 0,0 6 0,-102 91 0,-39 66 0,156-151 0,1 2 0,3 2 0,2 2 0,-36 64 0,58-87 0,2 1 0,1 0 0,1 1 0,1 1 0,2 0 0,1 0 0,2 1 0,1 0 0,-1 61 0,6-86 0,1 38 0,8 73 0,-6-103 0,1-1 0,0 1 0,1-1 0,0 0 0,1 0 0,1-1 0,0 1 0,12 16 0,18 22 0,1-2 0,2-2 0,80 75 0,-81-89 0,1-2 0,2-1 0,1-3 0,74 39 0,-65-45 0,0-3 0,2-1 0,0-3 0,1-3 0,0-1 0,1-4 0,0-1 0,62-2 0,242-8 0,-357 4 0,0-1 0,1 0 0,-1-1 0,0 1 0,0-1 0,1 1 0,-1-1 0,0 0 0,5-2 0,-8 3 0,0 0 0,1 0 0,-1-1 0,0 1 0,0 0 0,1 0 0,-1-1 0,0 1 0,0 0 0,0 0 0,1-1 0,-1 1 0,0 0 0,0-1 0,0 1 0,0 0 0,0-1 0,0 1 0,0 0 0,0-1 0,0 1 0,0 0 0,0-1 0,0 1 0,0 0 0,0 0 0,0-1 0,0 1 0,0 0 0,0-1 0,0 1 0,0-1 0,-16-15 0,-67-44 0,84 60 0,-1 0 0,0 0 0,1 0 0,-1 0 0,0 0 0,1 0 0,-1 0 0,0 0 0,1 0 0,-1 0 0,0-1 0,0 1 0,1 0 0,-1 0 0,0 0 0,1 0 0,-1-1 0,0 1 0,0 0 0,0 0 0,1 0 0,-1-1 0,0 1 0,0 0 0,0-1 0,1 1 0,-1 0 0,0 0 0,0-1 0,0 1 0,0 0 0,0-1 0,0 1 0,0 0 0,0-1 0,0 1 0,0 0 0,0 0 0,0-1 0,0 1 0,0 0 0,0-1 0,0 1 0,0 0 0,0-1 0,0 1 0,0 0 0,0-1 0,-1 1 0,1 0 0,0 0 0,0-1 0,0 1 0,-1 0 0,1 0 0,0-1 0,0 1 0,0 0 0,-1 0 0,1 0 0,0 0 0,-1-1 0,1 1 0,0 0 0,0 0 0,-1 0 0,0 0 0,30-4 0,-27 4 0,146-4 0,86-6 0,-232 9-37,44-1 199,-43 3-262,0-1 1,-1 0 0,1 1-1,-1 0 1,1 0 0,0 0-1,-1 0 1,0 0 0,1 0 0,-1 0-1,0 1 1,1-1 0,-1 1-1,3 3 1,7 11-6727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06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24575,'40'21'0,"43"33"0,-61-40 0,12 9 0,-2 2 0,31 28 0,-61-52 0,-1 1 0,0 0 0,1 0 0,-1-1 0,0 1 0,0 0 0,0 0 0,0 0 0,-1 0 0,1 0 0,0 0 0,-1 0 0,1 0 0,-1 1 0,0-1 0,0 0 0,0 0 0,0 0 0,0 0 0,0 0 0,0 1 0,-1-1 0,1 0 0,-1 0 0,0 0 0,0 0 0,1 0 0,-1 0 0,-2 2 0,-4 7 0,1 0 0,-2-1 0,-16 18 0,12-15 0,-84 82 116,62-64-857,-31 36 1,47-44-6086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11.3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24575,'1'3'0,"-1"0"0,1 0 0,0 0 0,1 0 0,-1 0 0,0-1 0,1 1 0,-1 0 0,1-1 0,0 1 0,0-1 0,0 1 0,0-1 0,1 0 0,2 3 0,39 27 0,179 85 0,-192-101 0,-5-4 0,0-2 0,0-1 0,1-1 0,0-1 0,0-1 0,50 3 0,171-8 0,-125-4 0,245 3-1365,-345 0-5461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14.5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2 251 24575,'0'168'0,"-2"-282"0,5-131 0,-3 242 0,1 1 0,-1-1 0,0 1 0,1 0 0,0-1 0,0 1 0,0 0 0,0 0 0,0-1 0,0 1 0,0 0 0,1 0 0,-1 0 0,1 0 0,-1 0 0,1 1 0,0-1 0,0 0 0,2-1 0,0 1 0,0 0 0,0 0 0,1 0 0,-1 0 0,0 1 0,1 0 0,-1 0 0,1 0 0,7 0 0,0 1 0,-1 0 0,1 0 0,-1 1 0,0 1 0,0 0 0,0 1 0,20 7 0,13 8 0,-13-6 0,-1 1 0,56 34 0,-78-42-124,-1-1 0,1 1 0,1-2 0,-1 1 0,0-1 0,1 0-1,0-1 1,0 0 0,0-1 0,16 2 0,-3-2-6702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21.6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24575,'21'2'0,"0"1"0,0 0 0,0 2 0,0 0 0,-1 2 0,0 0 0,29 15 0,40 14 0,118 40 0,-111-38 0,164 42 0,-157-55-1365,-79-18-5461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5:24.7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2 116 24575,'0'191'0,"-1"-267"0,3-94 0,-2 167 0,0 1 0,1-1 0,-1 0 0,1 1 0,0-1 0,0 1 0,0-1 0,0 1 0,1-1 0,-1 1 0,0 0 0,1-1 0,0 1 0,0 0 0,-1 0 0,1 0 0,0 1 0,1-1 0,-1 0 0,0 1 0,0-1 0,1 1 0,-1 0 0,1 0 0,-1 0 0,1 0 0,-1 0 0,1 0 0,0 1 0,4-1 0,9-1 0,1 1 0,-1 1 0,1 0 0,17 3 0,0 0 0,179-1-1365,-188-2-5461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7:46:21.5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0 639 24575,'2'0'0,"0"-1"0,0 1 0,0-1 0,0 0 0,-1 0 0,1 0 0,0 0 0,-1 0 0,1 0 0,-1 0 0,1-1 0,-1 1 0,2-3 0,10-6 0,68-39 0,99-43 0,-109 67 0,-52 19 0,1-1 0,33-16 0,-21 6 0,45-15 0,-50 23 0,-1-2 0,0-1 0,40-26 0,-54 29 0,2 1 0,-1 0 0,1 1 0,0 0 0,0 1 0,26-7 0,10-3 0,-48 15 0,1 0 0,-1 0 0,1 0 0,-1-1 0,0 1 0,0-1 0,1 1 0,-1-1 0,0 0 0,0 0 0,0 0 0,-1 0 0,1 0 0,0 0 0,-1 0 0,2-4 0,-3 5 0,0-1 0,0 1 0,0-1 0,0 1 0,0 0 0,0-1 0,-1 1 0,1-1 0,0 1 0,-1-1 0,1 1 0,-1 0 0,0-1 0,1 1 0,-1 0 0,0 0 0,0-1 0,0 1 0,0 0 0,0 0 0,0 0 0,0 0 0,0 0 0,0 0 0,-1 1 0,1-1 0,0 0 0,-3-1 0,-44-19 0,40 18 0,-26-10 0,6 3 0,-42-23 0,58 27 0,4 2 0,1 0 0,-1-1 0,1 0 0,-1 0 0,1-1 0,-7-7 0,14 13 0,-1 0 0,1-1 0,0 1 0,-1-1 0,1 1 0,0 0 0,-1-1 0,1 1 0,0-1 0,-1 1 0,1-1 0,0 1 0,0-1 0,0 1 0,0-1 0,-1 1 0,1-1 0,0 1 0,0-1 0,0 1 0,0-1 0,0 1 0,0-1 0,0 1 0,0-1 0,0 1 0,1-1 0,-1 1 0,0-1 0,0 0 0,16-5 0,24 8 0,-1 6 0,0 2 0,-1 3 0,0 0 0,43 24 0,-32-16 0,-6-5 0,-30-12 0,-1 0 0,-1 0 0,21 12 0,-28-13 0,-1-1 0,0 1 0,0-1 0,1 1 0,-2 0 0,1 0 0,0 0 0,0 1 0,-1-1 0,0 1 0,0-1 0,0 1 0,0 0 0,-1 0 0,3 6 0,0 17 0,0-1 0,-2 0 0,-1 1 0,0 0 0,-5 30 0,0 10 0,4-56-69,0 20 168,-5 33 0,3-53-313,-1 0 1,1 0 0,-2 0-1,1 0 1,-1-1-1,-9 15 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08:58.3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1 732 24575,'22'-10'0,"1"1"0,34-10 0,7-1 0,66-27 0,100-40 0,-112 43 0,157-37 0,-40 14 0,123-21 0,-95 28 0,-218 47 0,67-30 0,-109 42 0,-1 0 0,0 0 0,0 0 0,0 0 0,1-1 0,-1 1 0,0-1 0,-1 0 0,3-2 0,-3 3 0,-1 1 0,1-1 0,-1 0 0,1 1 0,-1-1 0,0 0 0,1 0 0,-1 1 0,0-1 0,0 0 0,1 0 0,-1 0 0,0 1 0,0-1 0,0 0 0,0 0 0,0 0 0,0 0 0,-1-1 0,0 0 0,0 0 0,0 0 0,0 1 0,-1-1 0,1 0 0,0 1 0,-1-1 0,0 1 0,1-1 0,-1 1 0,0 0 0,0 0 0,1 0 0,-1 0 0,0 0 0,0 0 0,0 0 0,0 1 0,-5-2 0,-97-24 0,-34-10 0,44 14 0,124 28 0,0 2 0,0 1 0,48 21 0,34 10 0,-76-31 0,-14-4 0,41 14 0,-58-18 0,-1 1 0,0 0 0,1 0 0,-1 1 0,0-1 0,0 1 0,0 0 0,-1 0 0,1 0 0,-1 0 0,0 1 0,1-1 0,-2 1 0,6 7 0,-7-6 0,1-1 0,-1 0 0,-1 1 0,1-1 0,0 1 0,-1-1 0,0 1 0,0 0 0,-1-1 0,1 1 0,-1-1 0,0 0 0,0 1 0,0-1 0,-1 1 0,1-1 0,-1 0 0,0 0 0,0 0 0,-1 0 0,-4 6 0,-7 8 0,0 0 0,-31 29 0,44-46 0,-146 124 134,25-23-1633,104-85-5327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09:39.2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24575,'811'0'-1365,"-787"0"-5461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09:45.7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979 1353 24575,'4'-1'0,"-1"0"0,1 0 0,-1 0 0,0 0 0,0-1 0,1 0 0,-1 1 0,0-1 0,-1-1 0,1 1 0,4-4 0,13-9 0,153-93 0,-169 104 0,0 1 0,-1-1 0,1 1 0,-1-1 0,0 0 0,0 0 0,0 0 0,-1-1 0,1 1 0,2-9 0,16-54 0,-7 20 0,-9 31 0,0 0 0,-1-1 0,-1 1 0,-1-1 0,1-16 0,-5-88 0,0 46 0,4-43 0,-5-115 0,1 223 0,0 0 0,0 1 0,-1-1 0,0 1 0,-1 0 0,0 0 0,0 0 0,-1 1 0,0-1 0,0 1 0,-8-9 0,-12-11 0,-43-40 0,53 54 0,-2 0 0,-1 0 0,-1 1 0,0 0 0,0 2 0,-1 0 0,0 2 0,-1 0 0,-23-6 0,36 12 0,-14-5 0,1 0 0,-2 2 0,1 0 0,-1 2 0,-44-3 0,-114 13 0,162-3 0,-1 0 0,0 1 0,1 0 0,0 2 0,0 0 0,0 2 0,-17 9 0,11-4 0,1 2 0,1 0 0,1 1 0,0 2 0,1 0 0,1 2 0,0 0 0,2 1 0,0 0 0,2 2 0,0 0 0,-17 35 0,6 2 0,2 1 0,-25 90 0,42-118 0,1 0 0,2 1 0,1 0 0,1 0 0,3 0 0,4 53 0,-2-78 0,0 1 0,1-1 0,0 0 0,0-1 0,1 1 0,0-1 0,1 1 0,0-1 0,0 0 0,1-1 0,0 1 0,0-1 0,0 0 0,1-1 0,0 0 0,1 0 0,8 6 0,18 9 0,0-1 0,64 26 0,-67-32 0,-14-6 0,96 39 0,-97-43 0,-1 1 0,2-2 0,-1 0 0,0-1 0,24 0 0,228-5-1365,-245 3-5461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09:49.0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24575,'860'0'-1365,"-831"0"-5461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4:36.8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24575,'0'5'0,"0"6"0,0 5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4:38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0 721 24575,'1'6'0,"-1"0"0,1 0 0,1 0 0,-1 0 0,1 0 0,3 6 0,4 16 0,81 437 0,-90-462 0,1-1 0,-1 1 0,0 0 0,1-1 0,0 1 0,-1 0 0,1-1 0,0 1 0,0-1 0,1 1 0,-1-1 0,0 0 0,1 1 0,-1-1 0,1 0 0,0 0 0,0 0 0,0 0 0,0 0 0,3 1 0,-2-2 0,-1 0 0,1 0 0,0-1 0,0 1 0,0-1 0,0 0 0,-1 1 0,1-2 0,0 1 0,0 0 0,0 0 0,0-1 0,0 0 0,-1 1 0,1-1 0,0 0 0,-1 0 0,1-1 0,3-1 0,9-6 0,-1 0 0,0-1 0,-1 0 0,0-1 0,19-20 0,-23 22 0,375-421 0,-143 149 0,24 19 0,-248 248-62,33-30 125,1 3 1,62-38-1,-97 70-178,0 0 0,0 1 0,1 0 1,0 1-1,0 1 0,1 1 0,0 0 0,0 2 0,0 0 1,0 1-1,0 0 0,28 2 0,-18 4-6711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4:39.7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1157 24575,'2'12'0,"0"-1"0,0 0 0,1 0 0,1 0 0,0 0 0,8 16 0,-5-10 0,12 36 0,-14-35 0,2-1 0,10 23 0,-15-38 0,-1 1 0,1 0 0,0-1 0,0 0 0,0 1 0,1-1 0,-1 0 0,1 0 0,-1 0 0,1 0 0,-1-1 0,1 1 0,0-1 0,0 1 0,0-1 0,0 0 0,0 0 0,0-1 0,0 1 0,0 0 0,0-1 0,1 0 0,-1 0 0,0 0 0,0 0 0,0 0 0,0-1 0,0 1 0,1-1 0,4-2 0,7-2 0,-1 0 0,0-1 0,0 0 0,-1-1 0,18-13 0,30-23 0,91-84 0,49-71 0,-85 82 0,662-599 0,-754 694 0,94-71 0,-104 82 0,1 1 0,0 0 0,0 1 0,1 1 0,0 1 0,20-6 0,-5 7-1365,-8 7-5461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4:41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4 888 24575,'-1'49'0,"-1"-32"0,1-1 0,1 1 0,1-1 0,0 1 0,7 30 0,-7-45 0,-1-1 0,1 1 0,-1 0 0,1-1 0,0 1 0,0 0 0,0-1 0,0 1 0,0-1 0,0 1 0,0-1 0,0 0 0,1 0 0,-1 1 0,0-1 0,1 0 0,-1 0 0,1 0 0,0 0 0,-1-1 0,1 1 0,-1 0 0,1-1 0,0 1 0,0-1 0,-1 1 0,1-1 0,0 0 0,0 0 0,0 0 0,-1 0 0,1 0 0,2 0 0,3-2 0,0 0 0,0 0 0,-1 0 0,1 0 0,-1-1 0,0 0 0,12-8 0,57-45 0,-3-2 0,68-72 0,-71 65 0,-18 17 0,312-278 0,-270 250 0,3 5 0,111-62 0,-158 107-455,2 2 0,87-27 0,-113 43-6371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4:44.4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 24575,'42'3'0,"0"1"0,81 20 0,-20-4 0,252 12 0,3-32 0,-266-1 0,-54 1 0,0-2 0,-1-2 0,0-1 0,0-2 0,0-2 0,-1-1 0,41-17 0,-59 21 0,1 1 0,-1 1 0,1 0 0,0 2 0,0 0 0,19 1 0,34-5 0,152-35 0,-105 16 0,-77 17 0,-3 0 0,1 1 0,67-2 0,-19 8 0,-20 0 0,100 10 0,14 30 0,-98-18 0,-61-16-341,-1 1 0,0 1-1,29 13 1,-29-8-6485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45.5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47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24575,'4'0'0,"12"0"0,6 0 0,15 0 0,9 0 0,6 0 0,4 0 0,-3 0 0,-7 0 0,-5 0 0,-11 0-8191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52.4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1 542 24575,'0'-3'0,"0"0"0,1 0 0,0 0 0,-1 0 0,1 0 0,0 0 0,1 0 0,-1 0 0,0 0 0,1 1 0,0-1 0,-1 0 0,1 1 0,4-5 0,39-31 0,-22 19 0,106-81 0,-43 37 0,-82 60 0,0-1 0,-1 1 0,1-1 0,-1 0 0,0 0 0,0 0 0,0-1 0,-1 1 0,1-1 0,-1 1 0,0-1 0,-1 0 0,1 0 0,-1 0 0,0 0 0,0 0 0,0 0 0,-1 0 0,1 0 0,-1 0 0,-1 0 0,1 0 0,-1 0 0,0 0 0,0 0 0,0 0 0,-1 0 0,1 0 0,-1 0 0,0 1 0,-1-1 0,-3-5 0,0 2 0,0 0 0,-1 0 0,0 1 0,0 0 0,-10-7 0,-15-15 0,32 28 0,-1 1 0,0-1 0,1 1 0,-1-1 0,1 1 0,-1-1 0,1 0 0,-1 1 0,1-1 0,-1 0 0,1 1 0,0-1 0,-1 0 0,1 0 0,0 1 0,0-1 0,-1 0 0,1 0 0,0 1 0,0-1 0,0 0 0,0 0 0,0 0 0,0 0 0,0 1 0,0-1 0,1 0 0,-1 0 0,1 0 0,0 0 0,0 0 0,0 0 0,0 0 0,0 0 0,0 1 0,0-1 0,0 0 0,0 1 0,0-1 0,1 1 0,-1-1 0,0 1 0,0 0 0,3-1 0,6-1 0,0 1 0,0 1 0,14 0 0,-2 1 0,0 1 0,25 5 0,-38-5 0,0 0 0,0 1 0,-1 0 0,1 0 0,-1 1 0,0 0 0,0 0 0,9 7 0,-14-8 0,0 0 0,0 0 0,-1 1 0,1-1 0,-1 0 0,0 1 0,0-1 0,0 1 0,0 0 0,-1 0 0,1 0 0,-1 0 0,0 0 0,0 0 0,0 5 0,0 9 0,0 0 0,-2 22 0,0-21 0,-5 158-1365,6-152-5461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41.1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24575,'572'-18'0,"-352"9"0,0-3 0,154-3 0,-66-1 0,111 4-131,-294 13-1103,-95-1-5592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42.3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 0 24575,'0'10'0,"0"11"0,0 35 0,0 45 0,0 37 0,0 27 0,-4 4 0,-3-12 0,1-25 0,1-30 0,2-27 0,1-27-8191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5:44.0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24575,'0'865'-1365,"0"-842"-5461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07.3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 1381 24575,'668'-28'0,"-142"3"0,-404 22 0,341-13 0,-128 5 0,-330 10 0,0 0 0,-1 0 0,1 0 0,0-1 0,-1 0 0,1 0 0,-1 0 0,0 0 0,0-1 0,0 1 0,0-1 0,0 0 0,0 0 0,-1-1 0,1 1 0,-1-1 0,0 1 0,0-1 0,4-8 0,3-7 0,0 0 0,-1-1 0,7-24 0,-10 25 0,76-227 0,-68 193 0,-1-1 0,7-96 0,-19 130 0,-1-1 0,-1 1 0,-1-1 0,-1 1 0,-1 0 0,-1 0 0,-1 0 0,-12-30 0,5 23 0,0 0 0,-2 0 0,-1 2 0,-2 0 0,-23-28 0,30 42 0,0 1 0,-1-1 0,0 2 0,0 0 0,-1 0 0,-1 1 0,-26-12 0,-107-31 0,128 45 0,6 2 0,-18-7 0,0 2 0,-1 1 0,0 2 0,-63-5 0,73 10 0,0-2 0,-29-5 0,28 3 0,-47-3 0,-628 6 0,339 4 0,351-2 0,-8 0 0,-1 0 0,0 1 0,-23 5 0,34-4 0,-1 0 0,1 0 0,0 0 0,0 1 0,1 0 0,-1 0 0,1 1 0,-1-1 0,1 1 0,0 0 0,0 1 0,-4 5 0,-7 9 0,2 1 0,0 1 0,-16 34 0,-11 16 0,5-19 0,19-29 0,0 1 0,2 1 0,0 1 0,2 0 0,1 0 0,1 1 0,-8 32 0,5 14 0,3 0 0,4 1 0,2 117 0,4-120 0,0-26 0,7 73 0,-5-105 0,1-1 0,1 1 0,0-1 0,1 1 0,0-1 0,1 0 0,0-1 0,1 1 0,0-1 0,10 14 0,-11-20 0,1 0 0,-1 0 0,1 0 0,0-1 0,0 1 0,0-1 0,1-1 0,-1 1 0,1-1 0,0 0 0,0-1 0,0 0 0,0 0 0,14 2 0,9 0 0,1-2 0,37-2 0,-50 0 0,290-2-1365,-284 2-5461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13.3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3484 0 24575,'-2100'0'0,"1915"14"0,6 0 0,51-16 0,53 0 0,-1 3 0,-80 12 0,20 2 0,-21 4 0,-4 8 0,132-22-682,-49 1-1,55-6-6143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19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0 409 24579,'838'-405'0,"-1120"401"0,564 8 0,-454 219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29.7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24575,'603'0'0,"-579"2"0,-1 0 0,0 2 0,0 0 0,33 12 0,0-1 0,-1-2 0,0-3 0,1-2 0,107 1 0,-143-8 0,0 1 0,38 8 0,-35-5 0,44 3 0,361-7 0,-206-2 0,-194 3 0,-1 1 0,0 1 0,47 13 0,-42-8 0,63 8 0,173-14 51,-145-5-1467,-99 2-5410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30.2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32.3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21389,'1730'0'0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48.1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1 455 24575,'48'0'0,"49"-7"0,-79 5 0,0-2 0,0 0 0,0-1 0,-1-1 0,32-15 0,25-13 0,125-41 0,85-4 0,-221 62 0,6-2 0,151-36 0,-167 45 0,2 1 0,60 0 0,-108 8 0,34-3 0,-41 4 0,0 0 0,0 0 0,1 0 0,-1 0 0,0 0 0,0 0 0,0 0 0,1 0 0,-1 0 0,0 0 0,0 0 0,0-1 0,1 1 0,-1 0 0,0 0 0,0 0 0,0 0 0,0 0 0,0-1 0,1 1 0,-1 0 0,0 0 0,0 0 0,0 0 0,0-1 0,0 1 0,0 0 0,0 0 0,0 0 0,1-1 0,-1 1 0,0 0 0,0 0 0,0 0 0,0-1 0,0 1 0,0 0 0,0 0 0,0 0 0,0-1 0,-1 1 0,-7-8 0,-14-2 0,-66-12 0,63 18 0,1-2 0,-31-11 0,54 17 0,0-1 0,0 1 0,0 0 0,0-1 0,0 1 0,0-1 0,0 1 0,0-1 0,1 1 0,-1-1 0,0 0 0,0 1 0,0-1 0,1 0 0,-1 0 0,0-1 0,1 2 0,0 0 0,0-1 0,0 1 0,0 0 0,0-1 0,0 1 0,1 0 0,-1-1 0,0 1 0,0 0 0,1-1 0,-1 1 0,0 0 0,0 0 0,1-1 0,-1 1 0,0 0 0,1 0 0,-1 0 0,0 0 0,1-1 0,-1 1 0,0 0 0,1 0 0,-1 0 0,0 0 0,1 0 0,0 0 0,37-3 0,-20 4 0,0 1 0,0 1 0,1 0 0,-2 2 0,1 0 0,0 0 0,31 17 0,-45-19 0,-1 0 0,0 0 0,0 0 0,0 1 0,0-1 0,-1 1 0,1-1 0,-1 1 0,0 0 0,0 0 0,-1 0 0,1 0 0,-1 0 0,0 0 0,0 1 0,0-1 0,0 0 0,-1 5 0,1 9 0,0 0 0,-2 0 0,-3 19 0,-7 21 0,-2-1 0,-3 0 0,-34 78 0,28-76 0,-21 50-1365,36-88-5461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6:51.3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24072,'2944'108'0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22.5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1 976 24575,'31'-17'0,"38"-28"0,-2 2 0,228-161 0,-19-28 0,-256 216 0,41-25 0,1-1 0,-23 15 0,78-41 0,-71 44 0,55-40 0,-99 64 0,-1-1 0,0 0 0,0 0 0,0 0 0,0 0 0,1 0 0,-2 0 0,1 0 0,0-1 0,0 1 0,0 0 0,0 0 0,-1-1 0,1 1 0,-1 0 0,1-1 0,-1 1 0,1-1 0,-1 1 0,0-1 0,0 1 0,1-3 0,-2 1 0,0 1 0,1-1 0,-1 1 0,0 0 0,0 0 0,0-1 0,0 1 0,0 0 0,-1 0 0,1 0 0,-1 0 0,-3-3 0,-5-4 0,-1 0 0,0 1 0,-23-14 0,30 20 0,-70-32 0,74 34 0,0 0 0,0 0 0,0 0 0,0 0 0,0 0 0,0 0 0,0-1 0,1 1 0,-1 0 0,0 0 0,0 0 0,0 0 0,0 0 0,0 0 0,0 0 0,0 0 0,0 0 0,0 0 0,0 0 0,0-1 0,0 1 0,0 0 0,0 0 0,0 0 0,0 0 0,0 0 0,0 0 0,0 0 0,0 0 0,0 0 0,0-1 0,0 1 0,0 0 0,0 0 0,0 0 0,0 0 0,0 0 0,0 0 0,0 0 0,0 0 0,0 0 0,-1 0 0,1 0 0,0-1 0,0 1 0,0 0 0,0 0 0,0 0 0,0 0 0,0 0 0,0 0 0,0 0 0,0 0 0,0 0 0,-1 0 0,1 0 0,0 0 0,0 0 0,0 0 0,0 0 0,0 0 0,0 0 0,0 0 0,13-2 0,18 2 0,-20 1 0,1 1 0,-1 0 0,0 1 0,0 0 0,0 1 0,0 0 0,12 8 0,-18-10 0,-1 0 0,0 1 0,0 0 0,0 0 0,0 0 0,0 1 0,-1-1 0,0 1 0,1 0 0,-1 0 0,-1 0 0,1 0 0,0 1 0,-1-1 0,0 1 0,0-1 0,-1 1 0,3 9 0,-2 1 0,0 0 0,-1 0 0,0 0 0,-2 1 0,1-1 0,-2 0 0,0 0 0,-1 0 0,-1 0 0,0-1 0,-9 22 0,7-23-227,1 0-1,0 0 1,0 0-1,1 1 1,-2 16-1,3-7-6598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24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 24575,'5'0'0,"10"0"0,7 0 0,10 0 0,3 0 0,1 0 0,-2 0 0,-1 0 0,-7-5 0,-3-1 0,-1 1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26.5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24575,'189'15'0,"-7"0"0,320-16 0,-482 0-341,0 0 0,0-1-1,23-6 1,-18 2-6485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27.8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24575,'5'0'0,"10"0"0,8 0 0,9 0 0,8 0 0,2 0 0,-2 0 0,-3 0 0,-7 0-8191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29.2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24575,'5'-4'0,"10"-3"0,17 1 0,7 1 0,7-3 0,-1 0 0,-2 1 0,-5-3 0,-9 1-8191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30.2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24119,'1054'-53'0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36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38.7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0 867 24575,'252'-11'0,"-64"1"0,286 6 0,-23 1 0,-344-2 0,183-34 0,-237 32 0,82-2 0,26-2 0,-41-10 0,175-53 0,106-70 0,-394 141 0,11-4 0,0-1 0,0 0 0,27-19 0,-44 26 0,0 1 0,0-1 0,0 0 0,0 1 0,0-1 0,0 0 0,-1 0 0,1 0 0,0 0 0,0 0 0,-1 0 0,1 0 0,-1 0 0,1 0 0,-1 0 0,1 0 0,-1 0 0,0 0 0,0 0 0,1-1 0,-1 1 0,0 0 0,0 0 0,0 0 0,0 0 0,0-1 0,-1 1 0,1 0 0,0 0 0,0 0 0,-1 0 0,1 0 0,-1 0 0,1 0 0,-1-1 0,1 1 0,-1 1 0,0-1 0,1 0 0,-1 0 0,0 0 0,0 0 0,0 0 0,0 1 0,-1-2 0,-6-5 0,-1 0 0,0 0 0,-18-10 0,20 13 0,-217-106 0,153 77 0,-574-206 0,630 234 0,39 12 0,908 401 0,-717-288 0,-212-118 0,0 0 0,0 0 0,-1 0 0,1 0 0,-1 1 0,0-1 0,1 1 0,-1-1 0,0 1 0,-1 0 0,1 0 0,0 0 0,-1 0 0,1 0 0,-1 0 0,1 6 0,-1-3 0,0-1 0,-1 0 0,0 0 0,0 1 0,0-1 0,-1 0 0,0 0 0,0 0 0,-3 10 0,-4 4 0,-1-1 0,0 0 0,-1-1 0,-17 24 0,-15 11 0,-2-2 0,-2-1 0,-70 56 0,42-38 0,-70 53-1365,115-96-5461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40.8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1224 24575,'0'152'0,"22"545"0,-22-692 0,10 46 0,-10-50 0,0 0 0,0 1 0,1-1 0,-1 1 0,1-1 0,-1 0 0,1 1 0,0-1 0,0 0 0,-1 0 0,1 0 0,0 1 0,0-1 0,0 0 0,0 0 0,0 0 0,0 0 0,1-1 0,-1 1 0,0 0 0,0 0 0,1-1 0,-1 1 0,0-1 0,1 1 0,-1-1 0,0 1 0,1-1 0,1 0 0,1 0 0,0-1 0,-1 0 0,1 0 0,0 0 0,-1 0 0,0-1 0,1 1 0,-1-1 0,0 0 0,6-4 0,33-31 0,-27 23 0,259-263 0,-101 97 0,401-380-1130,396-414-582,-884 878-3637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47.3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0 302 24575,'5'0'0,"10"0"0,26-5 0,29-15 0,34-9 0,32-4 0,21-5 0,6 3 0,-6 3 0,-16 3 0,-18 5 0,-26 4 0,-19 4 0,-20 5 0,-14 5 0,-15 3-8191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48.7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24575,'4'0'0,"11"0"0,26 0 0,34 0 0,40-5 0,33-6 0,24-1 0,9-3 0,-2 0 0,-22 4 0,-25-1 0,-26 1 0,-25 2 0,-23 4 0,-16 2 0,-15 1-8191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53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1682 24575,'2'-1'0,"1"-1"0,0 1 0,0 0 0,0-1 0,-1 1 0,1-1 0,-1 0 0,0 0 0,1 0 0,-1 0 0,0 0 0,2-3 0,5-4 0,168-177 0,-115 117 0,554-647 0,-522 598 0,135-132 0,-200 228 0,-25 19 0,1 0 0,-1 0 0,0-1 0,0 1 0,0-1 0,0 0 0,-1 0 0,0 0 0,0-1 0,4-5 0,0-1 0,0 0 0,0 1 0,14-15 0,-13 17 0,-1 0 0,0-1 0,0 0 0,-1-1 0,0 0 0,8-18 0,-13 26 0,0 0 0,-1 0 0,1-1 0,-1 1 0,0 0 0,0-1 0,0 1 0,0 0 0,0-1 0,0 1 0,-1 0 0,1 0 0,-1-1 0,1 1 0,-3-3 0,1 1 0,0 1 0,0 0 0,0 0 0,-1 0 0,1 0 0,-1 1 0,0-1 0,0 1 0,0-1 0,0 1 0,-1 0 0,-3-2 0,-3 0 0,1 0 0,-1 0 0,0 1 0,0 0 0,0 1 0,0 0 0,-21 0 0,-79 4 0,48 1 0,58-3 0,-64 4 0,62-3 0,0 0 0,-1 0 0,1 1 0,1 0 0,-1 0 0,0 0 0,0 1 0,-9 5 0,15-7 0,-1-1 0,1 0 0,-1 0 0,1 1 0,-1-1 0,1 0 0,0 1 0,-1-1 0,1 1 0,0-1 0,-1 0 0,1 1 0,0-1 0,-1 1 0,1-1 0,0 1 0,0-1 0,-1 1 0,1-1 0,0 1 0,0-1 0,0 1 0,0-1 0,0 1 0,0-1 0,0 1 0,0 0 0,0-1 0,0 1 0,0-1 0,0 1 0,0-1 0,0 1 0,0-1 0,1 1 0,-1-1 0,0 1 0,0-1 0,1 1 0,-1-1 0,0 1 0,1-1 0,-1 0 0,0 1 0,1-1 0,-1 1 0,1-1 0,-1 0 0,1 1 0,-1-1 0,1 0 0,-1 0 0,1 1 0,-1-1 0,1 0 0,-1 0 0,2 0 0,33 13 0,-34-13 0,73 16 0,0-3 0,1-3 0,0-4 0,106-4 0,-175-2 0,-1 0 0,0 0 0,0 0 0,0 1 0,1 0 0,-1 0 0,0 0 0,0 0 0,0 1 0,0 0 0,0 0 0,-1 1 0,1-1 0,-1 1 0,8 6 0,-7-4 0,-1 0 0,1 0 0,-1 1 0,-1 0 0,1 0 0,-1 0 0,0 0 0,0 1 0,-1-1 0,1 1 0,1 10 0,6 31-273,-2 0 0,-2 1 0,-2 0 0,-3 52 0,-2-78-6553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55.0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1762 24575,'4'-2'0,"-1"0"0,1 0 0,-1 0 0,1-1 0,-1 0 0,0 1 0,0-1 0,0 0 0,-1-1 0,3-2 0,15-17 0,685-689-491,-597 607 14,-53 51 396,293-279-24,23 25 382,-363 301-249,-4 5-33,-1 0-1,0 0 1,0 0 0,0-1-1,-1 1 1,1-1 0,4-6-1,-7 9 14,1-1 0,-1 1 0,0-1 0,0 1 1,0-1-1,0 1 0,0-1 0,0 1 0,0-1 0,0 1 0,0-1 0,0 1 0,0-1 0,0 1 0,0-1 0,0 1 0,0-1 0,0 1 0,-1-1 0,1 1 0,0-1 0,-1 0 0,-15-12 553,-190-105-415,206 118-146,-1 0 0,1 0 0,-1 0 0,1-1 0,-1 1 0,0 0 0,1-1 0,-1 1 0,1 0 0,-1-1 0,1 1 0,0-1 0,-1 1 0,1-1 0,-1 1 0,1 0 0,0-1 0,-1 0 0,1 1 0,0-1 0,0 1 0,-1-1 0,1-1 0,11-3 0,29 3 0,-35 2 0,24 0 0,-9-2 0,0 2 0,0 1 0,0 0 0,-1 2 0,39 8 0,-55-10 0,-1 1 0,1-1 0,0 0 0,-1 1 0,1-1 0,-1 1 0,0 0 0,1 0 0,-1 0 0,0 0 0,0 0 0,0 0 0,-1 0 0,1 1 0,0-1 0,1 5 0,-1-2 0,0 1 0,0-1 0,-1 1 0,0-1 0,0 1 0,0-1 0,0 1 0,-1 6 0,-1 5 0,-1-1 0,-1 1 0,0-1 0,-1 0 0,-6 17 0,-40 99-44,28-79-286,2 2-1,2 0 1,-18 100 0,31-111-6496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7:57.3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1138 24575,'11'-2'0,"-1"1"0,1-1 0,-1-1 0,1 0 0,-1-1 0,0 0 0,0 0 0,-1-1 0,1 0 0,-1-1 0,16-12 0,-4 4 0,685-508 0,-628 461 0,251-206 0,-320 261 0,-2 1 0,-1 0 0,1-1 0,-1 0 0,0 0 0,9-12 0,-14 17 0,0 0 0,-1-1 0,1 1 0,0-1 0,-1 1 0,1-1 0,-1 1 0,1-1 0,-1 1 0,0-1 0,0 0 0,0 1 0,0-1 0,0 0 0,0 1 0,0-1 0,0 1 0,0-1 0,-1 0 0,1 1 0,-1-1 0,1 1 0,-1-1 0,0 1 0,0-1 0,1 1 0,-1 0 0,0-1 0,0 1 0,0 0 0,-1 0 0,1 0 0,0 0 0,0 0 0,-2-1 0,-9-7 0,0 2 0,0 0 0,-1 0 0,1 1 0,-1 1 0,-1 0 0,-23-5 0,19 5 0,1-1 0,-1 0 0,-22-12 0,40 18 0,-1 0 0,1 0 0,0-1 0,-1 1 0,1 0 0,0 0 0,-1 0 0,1 0 0,0 0 0,0 0 0,-1 0 0,1-1 0,0 1 0,-1 0 0,1 0 0,0-1 0,0 1 0,-1 0 0,1 0 0,0-1 0,0 1 0,0 0 0,0 0 0,-1-1 0,1 1 0,0 0 0,0-1 0,0 1 0,0 0 0,0-1 0,0 1 0,0 0 0,0-1 0,0 1 0,0 0 0,0 0 0,0-1 0,0 1 0,0 0 0,0-1 0,0 1 0,0-1 0,17-5 0,27 2 0,-44 4 0,9 0 0,-1-1 0,0 2 0,0-1 0,0 1 0,0 0 0,0 1 0,9 3 0,-14-4 0,1 1 0,0 0 0,-1 0 0,0 0 0,1 0 0,-1 0 0,0 1 0,0 0 0,-1-1 0,1 1 0,0 0 0,-1 1 0,0-1 0,0 0 0,0 1 0,0-1 0,2 5 0,2 11 14,0 0-1,-1 0 0,-1 0 1,-1 1-1,2 36 1,-7 106-635,0-119-204,0-5-6001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8:03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1706 24575,'423'-386'0,"-288"270"0,709-570-1109,-603 512 1312,76-56-34,-302 212 364,-15 18-524,1-1 0,-1 1 0,0-1 0,0 1 0,0-1 0,0 0 0,0 1 0,0-1 0,0 1 0,0-1 0,0 0 0,0 1-1,0-1 1,0 1 0,0-1 0,-1 0 0,1 1 0,0-1 0,0 1 0,-1-1 0,0 0 0,-1-2-10,-1 1 0,0-1 0,0 1 0,0 0 0,0 0 0,0 0 0,-1 0 0,-3-1-1,-1-1 19,-17-5-17,21 8 0,0 0 0,0-1 0,0 1 0,0-1 0,0 0 0,0 0 0,1 0 0,-1-1 0,0 1 0,1-1 0,-5-5 0,8 8 0,-1 0 0,1 0 0,0-1 0,0 1 0,0 0 0,0 0 0,0-1 0,0 1 0,0 0 0,0 0 0,0-1 0,0 1 0,0 0 0,0 0 0,0-1 0,0 1 0,0 0 0,0-1 0,0 1 0,0 0 0,0 0 0,0-1 0,0 1 0,0 0 0,0 0 0,0 0 0,1-1 0,-1 1 0,0 0 0,0 0 0,0-1 0,0 1 0,1 0 0,-1 0 0,0 0 0,0 0 0,1-1 0,-1 1 0,16-5 0,17 1 0,-33 4 0,7 0 0,4-1 0,-1 1 0,0 0 0,1 0 0,-1 1 0,18 4 0,-25-4 0,0 0 0,0 0 0,0 1 0,0-1 0,0 1 0,-1 0 0,1 0 0,0 0 0,-1 0 0,0 0 0,1 0 0,-1 1 0,0-1 0,0 1 0,0 0 0,-1 0 0,1-1 0,0 1 0,-1 0 0,0 0 0,0 1 0,1 3 0,3 19 2,-1 0-1,-1 1 0,-1-1 1,-2 1-1,-5 50 0,1 7-1374,4-61-5453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8:29.6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1 589 24575,'26'-1'0,"0"-1"0,0-1 0,0-2 0,38-11 0,98-42 0,-98 33 0,-8 4 0,45-19 0,2 5 0,111-22 0,-166 51 0,53-2 0,34-3 0,84-24 0,-188 30 0,1-2 0,-1-1 0,-1-2 0,47-20 0,-39 18 0,-28 10 0,0-1 0,0 0 0,0 0 0,0-1 0,13-8 0,-21 11 0,-1 0 0,1 0 0,-1 0 0,1-1 0,-1 1 0,0 0 0,0-1 0,0 1 0,1-1 0,-1 1 0,0-1 0,-1 0 0,1 1 0,0-1 0,0 0 0,-1 0 0,1 1 0,-1-1 0,0 0 0,1 0 0,-1 0 0,0 0 0,0 0 0,0 0 0,0 1 0,-1-1 0,1 0 0,0 0 0,-1 0 0,1 0 0,-1 1 0,0-1 0,1 0 0,-1 1 0,-2-4 0,0 0 0,-1 0 0,1 0 0,-1 0 0,0 0 0,0 1 0,0 0 0,-1-1 0,1 2 0,-7-5 0,-48-26 0,43 26 0,2-3 0,23 8 0,28 10 0,38 12 0,-51-14 0,1 1 0,44 18 0,-63-21 0,0 1 0,0-1 0,-1 1 0,1 0 0,-1 0 0,0 1 0,0-1 0,0 1 0,-1 1 0,0-1 0,0 0 0,0 1 0,-1 0 0,1 0 0,-1 0 0,-1 0 0,1 0 0,-1 1 0,2 10 0,0 8 0,-1 0 0,-1 0 0,-3 48 0,1-48 0,-1-15 11,0 0 0,0 0 0,-1-1 0,0 1 0,0-1 0,-1 1-1,-1-1 1,0 0 0,0 0 0,-7 11 0,-3 1-506,-2 0 0,-29 31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8:44.4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0 650 24575,'70'-2'0,"121"-20"0,65-30 0,-107 20 0,388-62 0,-310 53 0,-222 40 0,0 0 0,-1 0 0,1 0 0,0 0 0,0-1 0,-1 0 0,1 0 0,-1 0 0,1 0 0,-1-1 0,0 0 0,0 0 0,6-6 0,-8 7 0,0-1 0,0 0 0,-1 0 0,1 0 0,-1 0 0,0 0 0,0 0 0,0 0 0,-1 0 0,1 0 0,-1-1 0,1 1 0,-1 0 0,0 0 0,0-1 0,-1 1 0,1 0 0,0 0 0,-1 0 0,0 0 0,-2-6 0,0 0 0,-1 0 0,0 0 0,0 1 0,-1 0 0,0 0 0,-1 0 0,-6-8 0,-52-49 0,10 10 0,42 42 0,-19-22 0,30 33 0,0 1 0,-1-1 0,1 1 0,0-1 0,0 0 0,0 0 0,0 0 0,1 0 0,-1 0 0,0 0 0,1 0 0,-1 0 0,1 0 0,0 0 0,0 0 0,0-3 0,0 4 0,1-1 0,0 1 0,0 0 0,0-1 0,0 1 0,0 0 0,0 0 0,0-1 0,0 1 0,0 0 0,0 0 0,1 0 0,-1 0 0,1 1 0,-1-1 0,0 0 0,1 1 0,-1-1 0,1 1 0,0-1 0,-1 1 0,1-1 0,-1 1 0,1 0 0,2 0 0,4-1 0,-1 1 0,0 0 0,0 1 0,11 1 0,9 5 0,-1 1 0,45 21 0,0 0 0,-67-27 0,-1-1 0,1 1 0,-1 0 0,0-1 0,0 1 0,0 1 0,0-1 0,0 0 0,0 1 0,-1-1 0,1 1 0,-1 0 0,1 0 0,-1 0 0,0 0 0,0 1 0,-1-1 0,1 0 0,-1 1 0,0-1 0,1 1 0,-2-1 0,2 7 0,0 6 0,-1-1 0,-1 1 0,0 0 0,-3 20 0,1-23 0,0 1 0,0-1 0,-2 1 0,0-1 0,0 0 0,-1 0 0,-1 0 0,-10 17 0,-61 85 0,58-88 0,-14 18 0,14-20 0,0 0 0,2 1 0,1 1 0,-22 52 0,1 21-1365,31-81-5461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8:55.3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1 786 24575,'17'-1'0,"0"0"0,0-1 0,0-1 0,0-1 0,28-10 0,79-39 0,-77 31 0,297-157 0,-333 174 0,0 0 0,0 1 0,1 0 0,18-3 0,-17 4 0,0-1 0,1 0 0,11-6 0,4-2 0,1 1 0,0 2 0,52-10 0,-45 11 0,68-23 0,-40 8 0,0 2 0,2 3 0,98-13 0,-139 27 0,3 1 0,43-12 0,-62 12 0,-1 0 0,0 0 0,0-1 0,-1 0 0,1-1 0,-1 0 0,0 0 0,12-11 0,5-4 0,-16 13 0,-1 1 0,0-1 0,0-1 0,-1 0 0,1 0 0,6-11 0,-13 17 0,0 0 0,0 0 0,0 0 0,0 0 0,-1-1 0,1 1 0,-1 0 0,1 0 0,-1-1 0,0 1 0,0 0 0,0-1 0,0 1 0,0 0 0,-1-1 0,1 1 0,-1 0 0,1 0 0,-1-1 0,0 1 0,0 0 0,0 0 0,0 0 0,0 0 0,0 0 0,-1 0 0,1 0 0,-1 0 0,1 1 0,-1-1 0,0 1 0,1-1 0,-1 1 0,-3-2 0,-5-5 0,-1 1 0,0 1 0,0 0 0,-17-7 0,10 6 0,59 2 0,-34 5 0,0 1 0,0-1 0,0 1 0,0 0 0,0 1 0,0 0 0,0 0 0,0 1 0,-1-1 0,1 1 0,11 8 0,-14-8 0,0 0 0,0 1 0,0 0 0,-1-1 0,1 2 0,-1-1 0,0 0 0,0 0 0,-1 1 0,1 0 0,-1 0 0,0-1 0,0 1 0,-1 0 0,1 1 0,0 9 0,2 10-124,-2 1 0,-1-1 0,-1 1 0,-1 0 0,-1-1 0,-1 1-1,-1-1 1,-2 0 0,-1 0 0,-13 35 0,12-43-6702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9:05.3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1356 1845 24575,'1118'0'0,"-1067"-2"0,1-2 0,66-13 0,99-34 0,-151 34 0,280-59 0,-329 73 0,-1 0 0,0-2 0,0 0 0,-1-1 0,1 0 0,-1-1 0,-1-1 0,1 0 0,-1-1 0,-1-1 0,0 0 0,0-1 0,-1 0 0,0-1 0,-1 0 0,0-1 0,-1 0 0,-1-1 0,0 0 0,-1-1 0,0 1 0,5-18 0,0-2 0,-2 0 0,-1-1 0,9-68 0,-12 40 0,-2-88 0,-6 120 0,-2-1 0,-1 1 0,-1 0 0,-2 0 0,-1 0 0,-19-47 0,10 40 0,-2 1 0,-1 0 0,-2 1 0,-41-52 0,27 47 0,-1 0 0,-2 3 0,-2 1 0,-1 2 0,-2 2 0,-1 2 0,-1 2 0,-51-23 0,30 20 0,-1 3 0,-2 4 0,-1 2 0,0 3 0,-2 4 0,0 3 0,-140-7 0,-210 23 0,170 1 0,138-3 0,1 6 0,-156 28 0,215-23 0,0 1 0,1 3 0,1 3 0,1 1 0,0 3 0,-91 56 0,-275 220 0,396-281 0,1 1 0,0 2 0,2 0 0,0 0 0,1 2 0,1 1 0,2 0 0,0 0 0,2 2 0,0 0 0,-14 45 0,8-8 0,2 0 0,4 1 0,-12 129 0,20-115 0,8 145 0,0-209 0,-1 0 0,2 0 0,0 0 0,1 0 0,0-1 0,1 1 0,0-1 0,1-1 0,1 1 0,0-1 0,0-1 0,1 1 0,1-1 0,0-1 0,0 0 0,17 12 0,0-2 0,1-1 0,0-1 0,1-2 0,1 0 0,1-3 0,32 11 0,-6-7 0,1-2 0,1-3 0,97 8 0,183-11 0,390-12-1365,-704 4-5461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9:50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1 911 24575,'33'-2'0,"0"-2"0,0-1 0,49-14 0,-51 11 0,283-77 0,-212 56 0,-50 11 0,-1-3 0,-2-2 0,92-56 0,-72 38 0,214-109 0,303-131 0,-582 280 0,-1 0 0,0-1 0,0 0 0,0 0 0,0 0 0,0 0 0,-1 0 0,1-1 0,4-4 0,-7 6 0,0 1 0,1 0 0,-1-1 0,0 1 0,0-1 0,0 1 0,0-1 0,0 1 0,1-1 0,-1 1 0,0-1 0,0 1 0,0-1 0,0 1 0,0-1 0,-1 1 0,1 0 0,0-1 0,0 1 0,0-1 0,0 1 0,0-1 0,-1 1 0,1-1 0,0 1 0,0 0 0,-1-1 0,0-1 0,-1 1 0,1 0 0,-1 0 0,0 0 0,1 0 0,-1 0 0,0 0 0,0 0 0,0 0 0,-3 0 0,-45-13 0,-2 3 0,-86-8 0,-9-1 0,143 19 0,-1 0 0,-1 0 0,0 0 0,1-1 0,0 1 0,-1-1 0,-6-4 0,12 6 0,0 0 0,0 0 0,-1 0 0,1 0 0,0 0 0,0 0 0,0-1 0,-1 1 0,1 0 0,0 0 0,0 0 0,0 0 0,-1-1 0,1 1 0,0 0 0,0 0 0,0 0 0,0-1 0,0 1 0,0 0 0,0 0 0,-1 0 0,1-1 0,0 1 0,0 0 0,0 0 0,0-1 0,0 1 0,0 0 0,0 0 0,0-1 0,0 1 0,0 0 0,0 0 0,0-1 0,0 1 0,1 0 0,-1 0 0,0-1 0,0 1 0,0 0 0,0 0 0,0 0 0,0-1 0,0 1 0,1 0 0,-1 0 0,0 0 0,0-1 0,14-4 0,-1 4 0,1 0 0,-1 1 0,0 0 0,0 1 0,24 5 0,71 21 0,-79-18 0,91 24 0,155 42 0,-271-75 0,-1 1 0,0 0 0,0 0 0,0 0 0,0 0 0,0 0 0,0 1 0,-1-1 0,1 1 0,0 0 0,-1 0 0,1 0 0,-1 0 0,1 0 0,-1 1 0,0-1 0,0 1 0,0-1 0,1 4 0,0 0 0,-2 1 0,1-1 0,0 0 0,-1 0 0,-1 1 0,1-1 0,-1 1 0,0 10 0,-11 234-1365,11-227-5461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29:03.4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24575,'3136'0'-1365,"-3112"0"-5461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29:36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0 999 24575,'20'-16'0,"0"0"0,1 2 0,1 0 0,0 2 0,0 0 0,39-13 0,-26 10 0,153-60 0,2 8 0,343-72 0,-210 89 0,-7 1 0,-305 47 0,1-1 0,0 0 0,-1 0 0,0-1 0,18-9 0,-26 11 0,0 0 0,-1 0 0,1 0 0,0 0 0,-1-1 0,0 1 0,1-1 0,-1 1 0,0-1 0,0 0 0,-1 0 0,1 0 0,0 0 0,-1 0 0,0-1 0,0 1 0,0 0 0,0-1 0,0 1 0,-1-1 0,0 1 0,1 0 0,-2-6 0,0-3 0,0 1 0,-1 0 0,-1 0 0,0 0 0,0 0 0,-1 0 0,0 1 0,-1 0 0,-11-18 0,-2 0 0,-2 1 0,-23-26 0,20 28 0,-1 1 0,-1 2 0,-1 0 0,-46-29 0,72 51 0,1 0 0,-1 0 0,0 0 0,0 0 0,1 0 0,-1 0 0,0 0 0,1 0 0,-1-1 0,0 1 0,0 0 0,1 0 0,-1 0 0,0 0 0,0 0 0,0-1 0,1 1 0,-1 0 0,0 0 0,0 0 0,0-1 0,1 1 0,-1 0 0,0 0 0,0-1 0,0 1 0,0 0 0,0-1 0,0 1 0,0 0 0,0 0 0,0-1 0,1 1 0,-1 0 0,0 0 0,0-1 0,0 1 0,-1 0 0,1-1 0,0 1 0,0 0 0,0 0 0,0-1 0,0 1 0,0 0 0,0 0 0,0-1 0,-1 1 0,1 0 0,0 0 0,0-1 0,0 1 0,0 0 0,-1 0 0,1 0 0,0-1 0,0 1 0,-1 0 0,1 0 0,0 0 0,-1-1 0,30-1 0,-8 3 0,-1 2 0,1 0 0,-1 1 0,0 0 0,0 2 0,0 1 0,-1 0 0,30 16 0,1 5 0,87 64 0,-122-80 0,-1-1 0,0 2 0,-1 0 0,-1 0 0,0 2 0,0-1 0,9 18 0,-14-20 0,-1 1 0,0-1 0,-1 1 0,0 1 0,-1-1 0,0 1 0,-1 0 0,-1-1 0,2 27 0,-4-26 0,1 0 0,-2 0 0,0-1 0,0 1 0,-2 0 0,1-1 0,-2 0 0,0 1 0,0-1 0,-1-1 0,-1 1 0,0-1 0,-1 0 0,-11 15 0,-17 22-273,-2-3 0,-2 0 0,-2-3 0,-75 62 0,92-86-6553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29:38.4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1056 24575,'60'-34'0,"76"-58"0,-72 47 0,782-550 0,-792 559 0,-31 21 0,-1-1 0,24-21 0,-44 36 0,-1 0 0,0 0 0,1 0 0,-1 0 0,0-1 0,0 1 0,0 0 0,0-1 0,0 1 0,0-1 0,0 1 0,-1-1 0,1 1 0,0-1 0,-1 1 0,0-1 0,1 0 0,-1 1 0,0-1 0,0 0 0,0 1 0,0-1 0,0 0 0,0 1 0,0-1 0,0 0 0,-1 1 0,1-1 0,-1 0 0,1 1 0,-1-1 0,0 1 0,1-1 0,-1 1 0,0-1 0,0 1 0,0 0 0,0-1 0,0 1 0,-1 0 0,1 0 0,-3-2 0,-6-5 0,0 1 0,-1 0 0,0 1 0,-20-9 0,19 9 0,-21-9 0,-1-1 0,-34-21 0,68 37 0,0 0 0,0 0 0,0 0 0,1 0 0,-1 0 0,0 0 0,0 0 0,0 0 0,0 0 0,0 0 0,0 0 0,0 0 0,1 0 0,-1 0 0,0 0 0,0 0 0,0 0 0,0 0 0,0 0 0,0 0 0,0 0 0,0 0 0,1 0 0,-1 0 0,0 0 0,0 0 0,0 0 0,0-1 0,0 1 0,0 0 0,0 0 0,0 0 0,0 0 0,0 0 0,0 0 0,0 0 0,0 0 0,0-1 0,1 1 0,-1 0 0,0 0 0,0 0 0,0 0 0,0 0 0,0 0 0,0 0 0,0-1 0,0 1 0,0 0 0,-1 0 0,1 0 0,0 0 0,0 0 0,0 0 0,0 0 0,0 0 0,0-1 0,0 1 0,0 0 0,0 0 0,0 0 0,0 0 0,0 0 0,0 0 0,13-1 0,24 5 0,0 2 0,69 20 0,-26-6 0,-39-11 0,-22-6 0,1 1 0,-1 1 0,0 0 0,0 2 0,22 10 0,-39-15 0,1 0 0,0 0 0,0 0 0,-1 0 0,0 0 0,1 1 0,-1-1 0,0 1 0,0-1 0,0 1 0,0 0 0,0 0 0,-1 0 0,0 0 0,1 0 0,0 6 0,0-3 0,-1 0 0,-1 0 0,1 1 0,-1-1 0,0 0 0,-1 1 0,1-1 0,-3 8 0,-2 6 0,-1 0 0,-1 0 0,-1 0 0,-13 22 0,-48 77 0,-7 13 0,33-51-1365,33-65-5461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04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1 359 24575,'7'-1'0,"0"0"0,0 0 0,0 0 0,-1-1 0,12-4 0,11-3 0,215-59 0,118-24 0,-302 82 0,-8 3 0,71-21 0,-96 22 0,1 0 0,38-2 0,-44 6 0,-1 0 0,0-2 0,0 0 0,0-1 0,29-12 0,16-9 51,-38 16-759,41-22 0,-50 21-6118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06.2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1 269 24575,'12'-5'0,"0"0"0,1 1 0,0 1 0,0 0 0,0 0 0,19 0 0,5-1 0,176-32 0,117-16 0,-235 42 0,142 2 0,-308-17 0,-94-15 0,107 27 0,51 11 0,-1 0 0,1 0 0,0-1 0,0 0 0,1 0 0,-1-1 0,-12-9 0,19 13 0,-1 0 0,1 0 0,0 0 0,-1 0 0,1-1 0,0 1 0,-1 0 0,1 0 0,0-1 0,0 1 0,-1 0 0,1-1 0,0 1 0,0 0 0,-1-1 0,1 1 0,0 0 0,0-1 0,0 1 0,0-1 0,-1 1 0,1 0 0,0-1 0,0 1 0,0 0 0,0-1 0,0 1 0,0-1 0,0 1 0,0 0 0,0-1 0,0 1 0,1-1 0,-1 1 0,0 0 0,0-1 0,0 1 0,0-1 0,0 1 0,1 0 0,-1-1 0,0 1 0,0 0 0,1 0 0,-1-1 0,0 1 0,1 0 0,-1-1 0,0 1 0,0 0 0,1 0 0,-1 0 0,1-1 0,-1 1 0,0 0 0,1 0 0,-1 0 0,0 0 0,1 0 0,-1 0 0,1 0 0,-1 0 0,1 0 0,29-5 0,-10 5 0,1 1 0,-1 1 0,0 0 0,0 2 0,34 10 0,98 44 0,-66-22 0,3-7 0,-47-16 0,62 29 0,-102-41 0,1 0 0,-1 0 0,1 1 0,-1-1 0,0 1 0,0 0 0,0 0 0,0 0 0,0 0 0,0 0 0,0 0 0,-1 0 0,1 1 0,-1-1 0,0 0 0,0 1 0,1-1 0,-1 1 0,1 4 0,-2-2 0,1 0 0,-1 0 0,0 1 0,0-1 0,-1 0 0,1 0 0,-1 0 0,0 0 0,-1 0 0,-1 4 0,-5 11 0,-1-1 0,-1 0 0,-24 33 0,-35 39-46,-98 99 0,87-102-1227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08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137 104 24575,'-7'-7'0,"-1"1"0,-1 0 0,1 1 0,-1 0 0,0 0 0,-10-3 0,8 3 0,0 0 0,1-1 0,-14-9 0,23 15 0,0-1 0,1 0 0,-1 1 0,0-1 0,0 0 0,1 1 0,-1-1 0,0 0 0,1 0 0,-1 0 0,1 0 0,-1 0 0,1 1 0,-1-1 0,1 0 0,-1 0 0,1-2 0,0 3 0,0-1 0,0 1 0,0-1 0,0 1 0,1-1 0,-1 1 0,0-1 0,0 1 0,0 0 0,1-1 0,-1 1 0,0-1 0,1 1 0,-1 0 0,0-1 0,1 1 0,-1 0 0,0-1 0,1 1 0,-1 0 0,1 0 0,-1-1 0,1 1 0,0 0 0,3-2 0,-1 1 0,1 0 0,0 1 0,0-1 0,-1 1 0,1-1 0,8 2 0,32 3 0,1 3 0,-1 2 0,0 1 0,-1 3 0,47 19 0,135 70 0,-217-98 0,-1-1 0,1 1 0,-1 1 0,0-1 0,0 1 0,-1 1 0,1-1 0,-1 1 0,-1 0 0,1 0 0,-1 1 0,0 0 0,0 0 0,4 9 0,-4-5 0,0 1 0,-1 1 0,0-1 0,-1 0 0,-1 1 0,0 0 0,0-1 0,-1 22 0,-2 19-1365,1-29-5461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10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24575,'0'-2'0,"0"1"0,1-1 0,-1 0 0,1 0 0,0 1 0,-1-1 0,1 0 0,0 1 0,0-1 0,0 0 0,0 1 0,0-1 0,1 1 0,-1 0 0,0 0 0,1-1 0,-1 1 0,1 0 0,-1 0 0,1 0 0,0 0 0,-1 0 0,1 1 0,0-1 0,0 0 0,2 0 0,50-11 0,-53 12 0,61-6 0,77 3 0,-84 3 0,1-2 0,62-10 0,-39 2-1365,-57 9-5461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15.5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85 24575,'27'1'0,"-1"-2"0,1 0 0,0-2 0,-1-1 0,1-1 0,-1-2 0,40-14 0,-45 12 0,-1 2 0,1 0 0,0 2 0,1 0 0,-1 1 0,1 1 0,39 0 0,-18 3 0,-10-1 0,57 7 0,-80-5 0,0 1 0,-1 0 0,0 1 0,0 0 0,1 0 0,-2 1 0,1 0 0,0 1 0,-1 0 0,12 9 0,-5-3-1365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17.7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22 24575,'115'2'0,"123"-5"0,-173-12-1365,-47 10-5461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19.1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0 114 24575,'1549'0'0,"-1475"-2"0,127-21 0,70-31 0,-232 45 0,15-1 0,0 3 0,67-1 0,112 10 0,-81 1 0,318-3-1365,-448 0-5461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20.8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81 23706,'704'-80'0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28.4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1191 24289,'2972'-1190'0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35.4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0 108 24575,'680'0'0,"-660"-2"0,0 0 0,36-8 0,-35 5 0,0 1 0,27-1 0,-12 2 0,-1-1 0,58-15 0,15-3 0,-70 18 0,47 2 0,-52 2 0,-1-1 0,51-8 0,-3-4-1365,-57 11-5461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36.9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39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1324 24575,'351'-191'0,"-147"77"0,-9-5 0,-90 57 0,-37 24 0,47-21 0,19-12 0,197-132 0,-269 164 0,83-67 0,11-9 0,-106 86 0,64-28 0,-110 55 0,1 0 0,-1-1 0,0 0 0,0 0 0,0 0 0,-1 0 0,6-6 0,-8 8 0,0 0 0,-1 1 0,1-1 0,-1 1 0,1-1 0,-1 0 0,0 0 0,1 1 0,-1-1 0,0 0 0,1 0 0,-1 0 0,0 1 0,0-1 0,0 0 0,0 0 0,0 0 0,0 1 0,0-1 0,0 0 0,0 0 0,0 0 0,0 0 0,0 1 0,-1-1 0,1 0 0,0 0 0,-1 1 0,1-1 0,0 0 0,-1 0 0,1 1 0,-1-1 0,1 0 0,-1 1 0,1-1 0,-1 1 0,0-1 0,1 1 0,-1-1 0,0 1 0,1-1 0,-1 1 0,0 0 0,0-1 0,1 1 0,-1 0 0,0-1 0,0 1 0,0 0 0,1 0 0,-1 0 0,-1 0 0,-61-17 0,-26-9 0,32 10 0,118 27 0,-44-9 0,0 1 0,-1 0 0,1 1 0,22 10 0,-34-13 0,-1 2 0,0-1 0,0 0 0,0 1 0,0 0 0,0 0 0,0 0 0,-1 1 0,1-1 0,-1 1 0,0 0 0,0 0 0,0 0 0,-1 0 0,0 0 0,1 0 0,-1 1 0,-1-1 0,1 1 0,1 7 0,2 23 0,-2 0 0,-1 1 0,-1 0 0,-6 41 0,1 20 0,4-71-1365,0-3-5461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6:42.8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24575,'38'0'0,"-14"-1"0,-1 0 0,1 2 0,-1 1 0,1 1 0,-1 0 0,0 2 0,26 9 0,-34-9 0,0 2 0,-1-1 0,1 2 0,-1 0 0,24 19 0,-29-21 0,-1 1 0,0 0 0,0 1 0,-1 0 0,0 0 0,-1 0 0,0 1 0,0 0 0,0 0 0,-2 1 0,1-1 0,-1 1 0,0 0 0,-1 1 0,0-1 0,-1 0 0,0 1 0,-1-1 0,0 1 0,0 18 0,-1-22-105,0-1 0,-1 0 0,1 0 0,-1 1 0,0-1 0,-1 0 0,1 0 0,-1 0 0,0-1 0,-1 1 0,0 0 0,-5 8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9:52.6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 24575,'2141'0'0,"-2046"-1"-455,0-4 0,166-31 0,-227 29-6371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9:54.9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56 24575,'615'17'0,"258"-5"0,-572-14 0,-246-1 0,0-3 0,-1-2 0,82-22 0,-48 9 0,-61 16-455,0 1 0,42-1 0,-46 4-6371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39:59.4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24575,'5'0'0,"6"0"0,5 0 0,10 0 0,5 0 0,6 0 0,1 0 0,4 0 0,4 0 0,-2 0 0,6 0 0,4 0 0,-4 0 0,0 0 0,-4 0 0,-6 0 0,-4 0 0,-9 0-8191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01.6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24575,'1022'0'-1365,"-994"0"-5461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03.8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21389,'1512'0'0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08.4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84 24575,'506'0'0,"-483"-1"0,-1-1 0,36-8 0,-34 5 0,48-4 0,-47 9 0,0-2 0,1-1 0,-1 0 0,0-2 0,0-1 0,29-11 0,-34 11-79,-1 2 0,1 0 0,-1 1 0,1 1-1,0 1 1,36 2 0,-32 0-732,-1-1-6015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15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1 460 23892,'2025'-460'0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19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1302 1652 24575,'851'0'0,"-799"3"0,-1 3 0,92 21 0,-128-24 0,134 34 0,101 18 0,-197-47 0,84 24 0,-111-25 0,0-2 0,1 0 0,44 1 0,84-8 0,-63 0 0,-51 2 0,138-5 0,-145 2 0,0-2 0,-1-1 0,43-13 0,60-31 0,152-79 0,-270 120 0,108-57 0,-112 57 0,0 0 0,-1-1 0,-1 0 0,1-1 0,-2 0 0,16-19 0,-23 25 0,-1-1 0,0 1 0,-1-1 0,1 1 0,-1-1 0,0 0 0,-1 1 0,1-1 0,-1 0 0,1-9 0,-2-65 0,-2 44 0,0-522 0,2 547 0,-1 1 0,1 0 0,-2 0 0,1-1 0,-2 1 0,-3-11 0,4 15 0,0 1 0,-1 0 0,0-1 0,0 1 0,0 0 0,-1 1 0,0-1 0,1 0 0,-2 1 0,1 0 0,0 0 0,-7-4 0,-148-117 0,57 46 0,33 24 0,-99-59 0,116 85 0,-2 3 0,0 2 0,-2 2 0,0 3 0,-64-12 0,41 16 0,-1 3 0,-1 4 0,-97 2 0,-1200 9 0,869-4 0,464 3 0,1 1 0,-1 3 0,1 1 0,-49 15 0,-169 67 0,89-28 0,147-52 0,1 0 0,0 2 0,-45 26 0,56-27 0,0 0 0,1 1 0,0 0 0,0 1 0,1 0 0,1 1 0,-14 20 0,-3 13 0,2 1 0,1 1 0,3 1 0,2 1 0,-24 94 0,-32 267 0,74-400 0,-6 38 0,2 0 0,2 0 0,2 0 0,5 52 0,-2-95 0,0-1 0,1 1 0,-1-1 0,1 0 0,1 1 0,-1-1 0,1 0 0,0 0 0,0 0 0,0-1 0,1 1 0,0-1 0,0 0 0,0 0 0,0 0 0,0 0 0,1-1 0,0 0 0,8 5 0,10 3 0,0 0 0,1-2 0,29 8 0,-14-4 0,9 4 0,1-1 0,0-3 0,0-3 0,2-1 0,-1-2 0,71-1 0,5-5 0,219 30 0,-113 5-1365,-205-30-5461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21.2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24575,'1553'0'0,"-1376"13"0,-22 0 0,-93-11 0,241-4 0,-221-11 0,-56 8 0,50-4 0,6 3 0,161-33 0,-217 34-1365,-3 2-5461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37.7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24575,'22'1'0,"0"1"0,30 7 0,25 3 0,68 2 0,76 2 0,931-15 87,-546-2-1539,-574 1-5374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38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24575,'9'0'0,"17"4"0,27 2 0,27 0 0,19-1 0,15-2 0,7 4 0,-3 0 0,-4-1 0,-8-1 0,-16-2 0,-19-1 0,-18-2 0,-13 1 0,-13-2-8191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42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542 1355 24575,'1'2'0,"0"0"0,0-1 0,0 1 0,0 0 0,0 0 0,0 0 0,1-1 0,-1 1 0,0-1 0,1 1 0,0-1 0,-1 1 0,1-1 0,0 0 0,-1 0 0,4 1 0,1 3 0,14 8 0,0 0 0,0-2 0,1 0 0,1-2 0,0 0 0,38 9 0,145 22 0,-138-29 0,115 13 0,1-7 0,194-9 0,-195-6 0,151-5 0,-231-11 0,-66 9 0,57-4 0,-41 6 0,0-3 0,1-2 0,-2-2 0,0-2 0,0-3 0,85-37 0,-133 50 0,10-3 0,0-1 0,0 0 0,-1-1 0,13-9 0,-21 13 0,-1 0 0,0 0 0,1 0 0,-1-1 0,-1 1 0,1-1 0,0 0 0,-1 0 0,0 0 0,0 0 0,0 0 0,0 0 0,-1-1 0,0 1 0,0 0 0,1-9 0,3-51 0,-8-102 0,0 47 0,2 99 0,-1 0 0,-1 0 0,0 0 0,-2 0 0,0 1 0,-1 0 0,-1 0 0,-1 1 0,0-1 0,-2 2 0,0-1 0,-1 2 0,0-1 0,-2 1 0,0 1 0,-27-25 0,-27-22 0,-2 3 0,-3 4 0,-96-58 0,117 86 0,0 2 0,-2 3 0,0 1 0,-96-22 0,-231-23 0,93 19 0,-101-21 0,264 53 0,-145 0 0,161 14 0,-192 6 0,288-3 0,0 0 0,0 1 0,0 0 0,1 1 0,-1 0 0,1 1 0,0 0 0,0 1 0,1 0 0,0 1 0,-11 9 0,1 0 0,0 2 0,2 0 0,0 1 0,-17 24 0,25-28 0,0 0 0,2 1 0,-1 0 0,2 0 0,0 0 0,2 1 0,-1 0 0,2 0 0,-3 21 0,2 5 0,2 0 0,4 69 0,2-77 0,1 0 0,2-1 0,1 0 0,2 0 0,24 61 0,-20-71 0,0 0 0,2-1 0,1 0 0,0-1 0,24 24 0,26 35 0,-42-48 0,2-2 0,36 37 0,-8-16-682,68 51-1,-104-91-6143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0:48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24119,'729'0'0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1:0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80 23769,'1540'-80'0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41:06.43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24575,'779'32'0,"612"17"0,39-50 66,-733 2-1497,-673-1-5395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05.6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1859 24575,'214'345'0,"-184"-301"0,-16-23 0,-5-5 0,2-2 0,-1 1 0,14 12 0,-23-26 0,0 0 0,0 0 0,0 0 0,0 0 0,0 0 0,0 0 0,0 0 0,1-1 0,-1 1 0,0 0 0,0-1 0,1 1 0,-1-1 0,1 1 0,-1-1 0,0 0 0,1 0 0,-1 1 0,1-1 0,1 0 0,-2-1 0,1 0 0,0 0 0,0 0 0,-1 0 0,1 0 0,-1 0 0,1-1 0,-1 1 0,1 0 0,-1-1 0,0 1 0,0-1 0,1 0 0,-1 1 0,0-1 0,-1 0 0,2-2 0,15-33 0,-1 0 0,17-66 0,-14 42 0,-13 42-3,161-488-2,33 8-728,-137 366 679,6 2 0,130-187 1,-154 259 60,2 3 0,84-79 0,-92 101-8,2 1-1,1 2 0,2 2 0,63-32 1,-90 53-243,0 1 1,1 0-1,-1 1 1,25-5 0,-8 6-5842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12.0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23839,'4622'0'0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32.5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55 23513,'1593'-55'0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35.5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 39 24575,'-5'-5'0,"-6"-1"0,-6 0 0,-4 1 0,1-3 0,0-1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37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24575,'5'0'0,"5"0"0,7 0 0,9 0 0,5 0 0,1 0 0,0 0 0,0 0 0,-2 0 0,-5 0-8191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0:58.3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24575,'117'45'0,"-80"-30"0,1243 473-1220,-1006-400 1119,3-13-1,502 69 1,-624-127 193,215-4 1,-320-14-73,0-3 1,0-2-1,0-2 1,-1-2-1,0-2 1,-1-3 0,0-1-1,59-31 1,19-25 191,40-21 384,-141 81-527,1 2 1,0 0-1,1 2 0,50-9 0,10 9-69,1 3 0,99 9 0,-52 0 0,16-2 0,317-3 0,-434-3 0,0 0 0,53-16 0,-57 12 0,-1 2 0,1 0 0,52-1 0,11 9 0,-35 0 0,59-5 0,-104 1 0,0-1 0,0-1 0,-1 0 0,1 0 0,-1-1 0,13-8 0,41-15 0,-11 15 0,66-8 0,-107 19 0,83-7-1365,-70 8-5461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1:03.8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23706,'4053'-54'0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1:06.1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24575,'204'16'0,"-103"-6"0,224 22 0,92 6 0,4-24 0,92-16 0,-291 3 0,-188-3 0,62-11 0,-61 7 0,57-2 0,42 9-1365,-111-1-5461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12.8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24143,'7107'54'0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23.7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3738 717 24523,'-2'28'0,"-2"0"0,-3 0 0,-3 0 0,-3 0 0,-3-1 0,-3 0 0,-2 0 0,-3 0 0,-3-1 0,-2 0 0,-3-1 0,-3 0 0,-2-1 0,-2 0 0,-3-1 0,-3 0 0,-1-2 0,-3 0 0,-2 0 0,-2-2 0,-2 0 0,-1-1 0,-3-1 0,-1-1 0,-2-1 0,-1-1 0,-2-1 0,-1 0 0,-1-2 0,-1-1 0,-2 0 0,0-2 0,-1-1 0,-1-1 0,0-1 0,-1-1 0,0-2 0,0 0 0,0-1 0,-1-2 0,1-1 0,0 0 0,0-2 0,1-1 0,1-1 0,0-1 0,0-1 0,2-2 0,1 0 0,0-1 0,2-2 0,2 0 0,0-1 0,3-1 0,0-1 0,3-1 0,1-1 0,2-1 0,2 0 0,2-2 0,3 0 0,1 0 0,3-2 0,2 0 0,2-1 0,3 0 0,3-1 0,2 0 0,2-1 0,4 0 0,1-1 0,4 0 0,3 0 0,2 0 0,3-1 0,3 0 0,3 0 0,2 0 0,4 0 0,2 0 0,4 0 0,2 0 0,3 0 0,3 0 0,3 0 0,2 1 0,3 0 0,4 1 0,1-1 0,4 2 0,2-1 0,2 2 0,3-1 0,3 2 0,2-1 0,2 2 0,3 0 0,1 1 0,3 1 0,2 0 0,2 2 0,2 0 0,1 1 0,3 1 0,0 1 0,3 0 0,0 2 0,2 1 0,2 1 0,0 0 0,1 2 0,2 1 0,0 1 0,0 1 0,1 1 0,1 1 0,0 1 0,0 2 0,1 0 0,-1 2 0,0 0 0,0 2 0,0 1 0,-1 1 0,0 1 0,-1 1 0,-1 1 0,0 1 0,-2 2 0,-1 0 0,-1 1 0,-1 1 0,-2 2 0,-1 0 0,-2 1 0,-1 1 0,-3 1 0,-1 0 0,-2 2 0,-2 0 0,-2 1 0,-3 1 0,-1 0 0,-3 2 0,-3-1 0,-2 2 0,-2-1 0,-3 2 0,-3-1 0,-2 2 0,-3-1 0,-3 1 0,-2 0 0,-3 1 0,-3 0 0,-3 0 0,-3 0 0,-3 0 0,-2 0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33.4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55 24065,'2081'-55'0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39.6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1 164 24575,'142'-1'0,"542"19"0,-26-5 0,-423-15 0,804 2 0,-1033 0 0,0-1 0,0 0 0,0 0 0,0 0 0,0 0 0,0-1 0,0 0 0,0-1 0,0 1 0,-1-1 0,6-4 0,5-4 0,0-1 0,17-17 0,-23 20 0,2 1 0,-1 0 0,1 1 0,16-7 0,-13 6 0,0 0 0,16-12 0,-26 16-124,1 0 0,0 0 0,0 1 0,0 0 0,1 0 0,-1 1-1,1 0 1,-1 0 0,1 0 0,7 0 0,7-1-6702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42.5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360 816 24575,'0'-3'0,"1"-1"0,0 0 0,-1 0 0,1 1 0,1-1 0,-1 1 0,0-1 0,1 1 0,0-1 0,0 1 0,0 0 0,0 0 0,5-6 0,42-37 0,-24 23 0,1-6 0,-1-1 0,-2-1 0,-1-1 0,34-65 0,-40 57 0,5-7 0,-16 39 0,0 0 0,-1 0 0,0-1 0,0 0 0,-1 0 0,0 0 0,0 0 0,-1 0 0,-1-1 0,1 1 0,-2-1 0,1 1 0,-1-1 0,-1 1 0,1-1 0,-4-13 0,1 12 0,-1 0 0,0 0 0,-1 0 0,0 0 0,-1 0 0,0 1 0,-1 0 0,0 1 0,0-1 0,-1 1 0,0 1 0,-17-15 0,15 15 0,1 1 0,-2 0 0,1 0 0,-1 1 0,0 1 0,-1 0 0,1 0 0,-1 1 0,-16-4 0,2 4 0,0 1 0,0 0 0,-38 3 0,11 0 0,28-1 0,-1 1 0,0 1 0,1 1 0,-50 11 0,70-11 0,0 0 0,0 0 0,1 0 0,-1 1 0,1 0 0,0 0 0,0 0 0,0 0 0,0 0 0,0 1 0,1 0 0,-1 0 0,1 0 0,0 0 0,1 0 0,-1 1 0,1-1 0,-1 1 0,1 0 0,1-1 0,-1 1 0,1 0 0,-2 10 0,0 9 0,1 0 0,0 1 0,5 45 0,-1-31 0,-1-32 0,-1 9 0,1 0 0,4 25 0,-3-35 0,-1 0 0,1-1 0,1 1 0,-1 0 0,1-1 0,0 0 0,0 1 0,0-1 0,1 0 0,5 5 0,15 15 0,2-2 0,0-1 0,1-1 0,2-1 0,0-1 0,39 18 0,0-6 0,129 41 0,-168-65-227,-1 0-1,1-2 1,0-1-1,0-1 1,55-2-1,-60-2-6598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55.3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0 190 24575,'0'-2'0,"1"0"0,-1 0 0,1 0 0,-1 0 0,1 0 0,0 1 0,0-1 0,0 0 0,0 1 0,0-1 0,0 0 0,0 1 0,1-1 0,-1 1 0,0-1 0,1 1 0,-1 0 0,1 0 0,0 0 0,-1 0 0,1 0 0,0 0 0,3-1 0,2-1 0,1 0 0,-1 0 0,1 1 0,12-2 0,40-5 0,-2 0 0,80-2 0,155-3 0,25 1 0,1731 14 0,-1632-33 0,-250 14 0,-72 10 0,58-7 0,-60 6-1365,-69 8-5461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7:56.9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24575,'25'2'0,"1"2"0,-1 1 0,0 1 0,-1 1 0,1 1 0,35 17 0,-9-5 0,-21-9 0,-4-2 0,-1 1 0,-1 1 0,24 14 0,-46-24 0,0 0 0,0 0 0,0 1 0,0-1 0,-1 0 0,1 1 0,0 0 0,-1-1 0,1 1 0,-1 0 0,0 0 0,0 0 0,1 0 0,-1 0 0,0 0 0,-1 0 0,1 0 0,1 3 0,-2-3 0,0 0 0,0 0 0,-1 0 0,1 0 0,0 0 0,-1 0 0,1 0 0,-1 0 0,0 0 0,1 0 0,-1 0 0,0 0 0,0 0 0,-1-1 0,1 1 0,-2 2 0,-7 5 0,1 1 0,-2-2 0,1 1 0,-1-2 0,-13 8 0,8-5 0,7-4-52,-67 45-605,-110 55 1,166-98-6170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2.6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24575,'5'0'0,"6"0"0,10 0 0,6 0 0,8 0 0,3 0 0,-1 0 0,-2 0 0,2 0 0,-1 0 0,-1 0 0,-2 0 0,-3 0 0,-1 0 0,-2 0 0,0 0 0,-5 0-8191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3.9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24575,'5'2'0,"1"-1"0,-1 1 0,0 0 0,0 0 0,1 0 0,-1 1 0,-1 0 0,1 0 0,7 6 0,8 4 0,-13-9 0,0 0 0,0 1 0,0 0 0,-1 0 0,0 0 0,0 1 0,0 0 0,-1 0 0,1 1 0,5 9 0,-9-11 0,1 0 0,-1 0 0,0 0 0,-1 0 0,1 1 0,-1-1 0,0 1 0,0-1 0,-1 1 0,1-1 0,-1 1 0,-1-1 0,1 1 0,-1 0 0,0-1 0,-2 9 0,0-7-47,0 0-1,-1 1 1,1-2 0,-1 1-1,-1 0 1,1-1-1,-1 1 1,0-1-1,-7 6 1,2-2-844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4.9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24575,'10'0'0,"16"-5"0,8-1 0,13 0 0,12 1 0,0 1 0,4 2 0,1 1 0,-6 1 0,-4 0 0,-6 0 0,-8 0 0,-4 0 0,-10 0-8191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6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24575,'31'1'0,"0"1"0,0 1 0,-1 2 0,48 14 0,111 51 0,-175-65 0,-7-2 0,1-1 0,0 1 0,-1 0 0,0 1 0,0 0 0,0 0 0,0 1 0,-1-1 0,0 1 0,0 1 0,9 9 0,-15-14 0,1 0 0,0 0 0,-1 0 0,1 0 0,-1 0 0,1 0 0,-1 0 0,0 0 0,0 1 0,1-1 0,-1 0 0,0 0 0,0 0 0,0 1 0,0-1 0,0 0 0,0 0 0,-1 0 0,1 0 0,0 1 0,-1-1 0,1 0 0,-1 0 0,0 1 0,0 1 0,-1-1 0,0 0 0,0 1 0,0-1 0,0 0 0,-1 0 0,1 0 0,0 0 0,-5 1 0,-3 3 0,-1 0 0,0-2 0,-19 7 0,-14 4-1365,25-9-5461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7.2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513 0 24575,'-5'0'0,"-6"0"0,-5 0 0,-15 0 0,-10 0 0,-8 0 0,-5 0 0,-7 5 0,-2 1 0,5 0 0,8-2 0,8 0 0,10-2-8191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8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82 1 24575,'0'4'0,"-5"2"0,-2 9 0,1 7 0,1 8 0,-3 4 0,0 1 0,-3-1 0,0-2 0,1-1 0,4-2 0,2-1 0,6-6 0,8-6 0,6-5 0,2-1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09.6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957 0 24575,'-5'0'0,"-15"0"0,-23 0 0,-22 5 0,-23 6 0,-15 1 0,-8 3 0,0 0 0,6 0 0,12-1 0,16-3 0,18-4 0,13-3 0,15-2-8191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11.9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164 0 24575,'-1'13'0,"-1"0"0,-1-1 0,0 1 0,-1-1 0,0 0 0,-1 0 0,0 0 0,-1-1 0,-8 12 0,-9 22 0,-2 13 0,-27 55 0,50-110 0,-1 1 0,1 0 0,1 1 0,-1-1 0,1 0 0,-1 0 0,1 1 0,0-1 0,1 1 0,-1-1 0,1 0 0,0 5 0,1-6 0,-1-1 0,1 0 0,0 0 0,0 0 0,0 0 0,0 0 0,0 0 0,0 0 0,1 0 0,-1 0 0,1 0 0,-1-1 0,1 1 0,0 0 0,0-1 0,-1 0 0,1 1 0,0-1 0,0 0 0,0 0 0,1 0 0,-1 0 0,0-1 0,0 1 0,4 0 0,17 5 13,0-1-1,1-1 1,-1-1-1,25-1 0,100-5-411,-90 1-629,-21 0-5798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16.0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8383 1115 24490,'-3'44'0,"-7"-1"0,-6 1 0,-6-1 0,-7 0 0,-7 0 0,-5-1 0,-7 0 0,-6-1 0,-6 0 0,-6-1 0,-6 0 0,-5-2 0,-6 0 0,-6-1 0,-5-1 0,-6-2 0,-4 0 0,-5-1 0,-5-1 0,-5-2 0,-4-1 0,-4-1 0,-5-2 0,-3-1 0,-3-1 0,-4-2 0,-3-2 0,-4-1 0,-1-1 0,-4-2 0,-1-2 0,-3-1 0,-1-2 0,-2-2 0,-1-1 0,-1-2 0,-1-2 0,0-1 0,0-2 0,-1-2 0,1-2 0,0-1 0,1-2 0,1-2 0,1-1 0,2-2 0,1-2 0,3-1 0,2-2 0,2-2 0,3-1 0,2-1 0,4-2 0,4-2 0,3-1 0,4-1 0,3-2 0,5-1 0,5-1 0,4-2 0,4-1 0,6-1 0,5 0 0,4-2 0,7-1 0,4-1 0,7 0 0,5-2 0,6 0 0,6-1 0,6 0 0,6-1 0,7 0 0,6-1 0,6 0 0,6 0 0,7-1 0,6 1 0,7-1 0,6 0 0,7 0 0,6 1 0,7 0 0,6-1 0,6 2 0,6-1 0,7 2 0,6-1 0,6 1 0,6 1 0,6 1 0,5 0 0,7 2 0,4 0 0,7 1 0,4 1 0,5 1 0,6 2 0,4 0 0,4 2 0,5 1 0,5 1 0,3 2 0,4 1 0,3 1 0,4 2 0,4 1 0,2 2 0,3 2 0,2 1 0,2 1 0,3 3 0,1 1 0,2 1 0,1 3 0,1 1 0,1 1 0,0 3 0,1 1 0,-1 2 0,0 1 0,0 3 0,-1 1 0,-1 1 0,-1 3 0,-2 1 0,-1 1 0,-3 3 0,-1 1 0,-4 1 0,-1 2 0,-4 2 0,-3 1 0,-4 2 0,-3 1 0,-3 1 0,-5 2 0,-4 1 0,-4 1 0,-5 2 0,-5 0 0,-5 2 0,-4 1 0,-6 1 0,-5 1 0,-6 0 0,-6 2 0,-5 0 0,-6 1 0,-6 1 0,-6 1 0,-6-1 0,-7 2 0,-5-1 0,-7 2 0,-7-1 0,-6 0 0,-6 1 0,-7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35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6539 0 24575,'-1669'0'0,"1343"28"0,32-1 0,-46-14 0,-125 2 0,115-2 0,23 0 0,-1481-11 81,875-4-1527,907 2-5380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38.0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4328 372 24575,'-3727'0'0,"3713"-1"0,-1 1 0,0-2 0,0 0 0,0-1 0,1 0 0,0-1 0,-1-1 0,2 0 0,-18-10 0,10 3 0,1 0 0,1-2 0,0 0 0,1-2 0,-18-19 0,9 9 0,0 1 0,-47-32 0,26 16 0,40 33 0,-1 0 0,0 1 0,0 0 0,0 0 0,-1 1 0,-14-7 0,-13-4-1365,21 11-5461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18:43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 24575,'182'-12'0,"-53"2"0,362 4 0,-444 6 0,-2-2 0,53-10 0,28-1 0,578 10 0,-359 6 0,-86-3-1365,-227 0-5461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22:42.7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442 1 24479,'-400'84'0,"358"321"0,414-238 0,-99-471 0,-476-48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22:48.4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22:56.5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4957 835 24493,'-2'33'0,"-4"-1"0,-4 1 0,-3-1 0,-4 1 0,-4-1 0,-3-1 0,-5 1 0,-3-1 0,-3-1 0,-4 0 0,-3 0 0,-4-1 0,-4-1 0,-2 0 0,-4-2 0,-2 1 0,-4-2 0,-3-1 0,-2 0 0,-3-1 0,-3-1 0,-2-2 0,-3 0 0,-2-1 0,-2-1 0,-2-2 0,-1 0 0,-3-2 0,-1-1 0,-2-1 0,-1-1 0,-1-2 0,-1 0 0,-1-2 0,-1-2 0,0 0 0,-1-2 0,0-1 0,0-1 0,-1-2 0,1-1 0,0-1 0,1-2 0,0 0 0,1-2 0,1-2 0,1 0 0,1-2 0,1-1 0,2-1 0,2-1 0,1-2 0,2 0 0,2-2 0,2-1 0,2-1 0,3 0 0,3-2 0,1-1 0,4-1 0,2 0 0,4-1 0,2-2 0,3 1 0,4-2 0,3 0 0,3-1 0,3-1 0,4 0 0,4 0 0,3-1 0,4-1 0,3 1 0,4-1 0,4-1 0,4 1 0,3-1 0,5 1 0,3-1 0,4 0 0,3 0 0,5 1 0,3-1 0,4 1 0,4 0 0,4 0 0,3 1 0,4 0 0,3 0 0,4 1 0,4 1 0,3 0 0,3 1 0,3 0 0,4 1 0,3 1 0,2 1 0,4 0 0,2 2 0,4 0 0,1 1 0,3 1 0,3 1 0,2 2 0,2 0 0,2 1 0,2 2 0,1 1 0,2 1 0,2 1 0,1 1 0,1 1 0,1 2 0,1 1 0,1 1 0,0 2 0,1 1 0,0 1 0,1 1 0,-1 2 0,0 1 0,0 1 0,-1 1 0,0 2 0,-1 1 0,-1 1 0,-1 2 0,-1 1 0,-1 1 0,-2 1 0,-1 1 0,-3 1 0,-1 2 0,-2 1 0,-2 0 0,-2 2 0,-3 1 0,-2 1 0,-3 1 0,-3 0 0,-2 2 0,-3 0 0,-4 1 0,-2 1 0,-4 1 0,-2 0 0,-4 1 0,-4 0 0,-3 1 0,-4 1 0,-3 0 0,-3 0 0,-5 1 0,-3 0 0,-4 0 0,-4 1 0,-3-1 0,-4 1 0,-4 0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23:07.6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844 872 24575,'1'-15'0,"0"-1"0,1 1 0,1 0 0,0 0 0,1 0 0,1 0 0,10-23 0,2 3 0,41-60 0,-49 82 0,0-1 0,-1 0 0,8-19 0,-14 27 0,0-1 0,0 0 0,-1 0 0,0 1 0,0-1 0,0 0 0,-1 0 0,0 0 0,0 0 0,-3-10 0,-1-3 0,-1 0 0,-1 0 0,-1 1 0,0 0 0,-2 1 0,-11-20 0,1 7 0,0 2 0,-41-46 0,45 58 0,0 2 0,-1-1 0,-1 2 0,0 0 0,-24-14 0,29 21 0,-1 1 0,1 0 0,-1 1 0,-1 1 0,1 0 0,-1 0 0,1 2 0,-1-1 0,-21 1 0,-5 0 0,1 1 0,-1 3 0,1 1 0,-65 13 0,92-12 0,-1-1 0,1 2 0,0-1 0,0 2 0,0 0 0,1 0 0,0 1 0,0 0 0,0 1 0,1 0 0,0 1 0,1 0 0,0 0 0,0 1 0,1 0 0,1 1 0,-1 0 0,-5 12 0,-4 15 0,1 0 0,1 1 0,3 1 0,1 0 0,-5 42 0,5-8 0,1 144 0,9-212 0,1 0 0,0 0 0,0 0 0,1 0 0,-1 0 0,1 0 0,1-1 0,-1 1 0,1 0 0,0-1 0,0 1 0,1-1 0,-1 0 0,1 1 0,1-1 0,-1-1 0,1 1 0,-1 0 0,1-1 0,1 0 0,-1 0 0,0 0 0,1 0 0,0-1 0,0 0 0,0 0 0,10 4 0,18 8 0,-1-3 0,1 0 0,1-2 0,52 8 0,140 6 0,95-21-71,-213-5-1223,-85 2-5532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23:09.6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22982,'3000'0'0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1:30.4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0 243 24401,'8431'-243'0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2:31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2243 27 24575,'-1917'0'0,"1720"-14"74,98 4-1513,69 8-5387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2:32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1 308 24575,'-1'94'0,"3"100"0,-2-191 0,1 1 0,-1-1 0,0 1 0,1-1 0,0 0 0,0 1 0,0-1 0,0 0 0,1 0 0,-1 1 0,1-1 0,2 3 0,-3-5 0,0 0 0,0 0 0,1 0 0,-1 0 0,0 0 0,1-1 0,-1 1 0,1 0 0,-1-1 0,1 1 0,-1-1 0,1 1 0,-1-1 0,1 0 0,-1 1 0,1-1 0,-1 0 0,1 0 0,0 0 0,-1 0 0,1-1 0,-1 1 0,1 0 0,-1-1 0,1 1 0,-1-1 0,1 1 0,1-2 0,8-3 0,-1 0 0,0-1 0,0 0 0,-1 0 0,0-1 0,15-15 0,50-58 0,-37 38 0,-1 2 0,314-329 0,-316 335-1365,-10 8-5461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2:34.7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1 889 24575,'0'95'0,"1"107"0,-1-194 0,1 0 0,0-1 0,0 1 0,0-1 0,1 1 0,6 13 0,-7-19 0,0 0 0,0 0 0,0 0 0,0 0 0,0-1 0,1 1 0,-1 0 0,1-1 0,-1 1 0,1-1 0,0 0 0,0 1 0,-1-1 0,1 0 0,0 0 0,0 0 0,0 0 0,0-1 0,0 1 0,0 0 0,1-1 0,-1 1 0,0-1 0,0 0 0,0 0 0,0 0 0,1 0 0,-1 0 0,3-1 0,6-2 0,0-1 0,-1 0 0,1 0 0,-1-1 0,0 0 0,0-1 0,-1 0 0,0-1 0,16-15 0,200-192 0,-14-22 0,-156 172 0,473-557 0,-488 572-1365,-15 17-5461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2:40.2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819 250 24575,'-74'-58'0,"45"30"0,6 4 0,-2 1 0,0 1 0,-1 1 0,-50-29 0,66 46 0,-1 0 0,1 0 0,-1 1 0,0 1 0,0-1 0,0 2 0,-14-1 0,-5 1 0,-43 6 0,63-4 0,1 1 0,-1 1 0,1 0 0,0 0 0,0 0 0,0 1 0,1 1 0,-1 0 0,1 0 0,0 0 0,1 1 0,-11 9 0,-9 12 0,-42 53 0,46-52 0,13-17 0,0 0 0,1 1 0,1 0 0,0 1 0,1 0 0,0 0 0,1 0 0,0 1 0,1 0 0,1 0 0,0 0 0,1 1 0,0-1 0,-1 29 0,2 74 0,15 137 0,-9-223 0,1-1 0,2 1 0,20 56 0,-21-74 0,-1 1 0,2-1 0,0-1 0,0 1 0,1-1 0,0 0 0,2-1 0,-1 0 0,1-1 0,19 16 0,-24-22 0,1-1 0,0 0 0,0 0 0,1-1 0,-1 1 0,0-1 0,1-1 0,-1 1 0,1-1 0,13 0 0,8 0 0,37-5 0,-15 1 0,0 2 0,-15 1 0,66-8 0,-87 5 0,-1 0 0,0 0 0,0-1 0,-1-1 0,1-1 0,-1 1 0,0-2 0,16-11 0,94-76 0,-105 80 0,-2-1 0,1-1 0,-2 0 0,0-1 0,12-20 0,-21 27 0,0 0 0,-1 0 0,0-1 0,-1 1 0,0-1 0,0 0 0,-1 0 0,1-16 0,-2-10 0,-3-44 0,0 34 0,1 20 0,-1 1 0,-1-1 0,-9-35 0,9 51 0,0 0 0,-1 0 0,0 1 0,-1-1 0,0 1 0,-1 0 0,0 1 0,0-1 0,-1 1 0,-12-12 0,4 7-117,-97-87-1131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03.1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383 1864 24575,'245'-3'0,"265"6"0,-363 10 0,34 1 0,-11-14 0,252 10 0,470 9 0,-622-21 0,-69 2 0,1044-17 0,-468 6 0,-755 10 0,0-1 0,34-8 0,28-3 0,-75 12 0,1 0 0,-1-1 0,-1 0 0,1 0 0,0-1 0,0 0 0,-1-1 0,0 0 0,0 0 0,0-1 0,11-8 0,4-6 0,-1-1 0,24-27 0,-1 0 0,21-17 0,95-121 0,-141 160 0,-13 17 0,1-1 0,-1 0 0,-1-1 0,0 1 0,0-1 0,-1 0 0,0-1 0,-1 1 0,0-1 0,3-15 0,0-32 0,-4-1 0,-1 1 0,-9-73 0,6 100 0,-1 8 0,0 0 0,-1 1 0,-1-1 0,-1 1 0,-1 0 0,-1 0 0,-1 1 0,-1 0 0,-12-20 0,12 24 0,0 1 0,-1 1 0,-1 0 0,0 0 0,-1 1 0,0 1 0,-2 0 0,1 0 0,-1 2 0,-27-18 0,-38-19 0,35 21 0,0 2 0,-62-26 0,-17 10 0,-162-32 0,257 66 0,-161-27 0,-236-13 0,228 29 0,-403-46 0,419 39 0,-58-4 0,68 16 0,-24 0 0,-146 13 0,-251-11 0,-161-5 0,726 18 0,1 1 0,0 2 0,0 0 0,1 2 0,-37 13 0,-115 63 0,75-33 0,-161 83 0,147-74 0,-190 130 0,289-176 0,0 0 0,1 1 0,1 0 0,0 1 0,1 1 0,1 0 0,1 1 0,0 1 0,1-1 0,1 2 0,0 0 0,2 0 0,-10 31 0,8-5 0,2-1 0,2 1 0,2 0 0,2 57 0,1-12 0,-1-45 0,2 0 0,11 83 0,-7-108 0,2 0 0,0-1 0,2 0 0,0 0 0,1-1 0,20 31 0,-6-16 0,1-1 0,43 44 0,-46-57-148,40 29-1,-43-35-919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06.4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23314,'1054'-54'0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10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5473 1172 24554,'-2'46'0,"-4"0"0,-5-1 0,-3 1 0,-5-1 0,-4 0 0,-5 0 0,-3-1 0,-4-1 0,-4 0 0,-4-1 0,-4 0 0,-4-2 0,-3 0 0,-4-2 0,-3 0 0,-4-1 0,-3-2 0,-4 0 0,-2-2 0,-4-1 0,-2-2 0,-3 0 0,-3-3 0,-2 0 0,-2-3 0,-3 0 0,-2-3 0,-2-1 0,-1-1 0,-2-2 0,-2-2 0,0-2 0,-2-1 0,-1-3 0,-1 0 0,-1-3 0,0-2 0,0-1 0,0-2 0,-1-2 0,1-2 0,0-1 0,1-2 0,0-3 0,1 0 0,1-3 0,1-1 0,2-2 0,1-2 0,1-2 0,3-1 0,1-1 0,2-3 0,3 0 0,1-3 0,4 0 0,2-3 0,2 0 0,4-2 0,2-1 0,4-2 0,3 0 0,3-2 0,4-1 0,3 0 0,3-2 0,5 0 0,3-2 0,4 0 0,4-1 0,3 0 0,5-1 0,4-1 0,4 0 0,4 0 0,4-1 0,5 1 0,4-1 0,3 0 0,6 0 0,3 0 0,4 0 0,5 1 0,4-1 0,4 1 0,4 1 0,4 0 0,5 0 0,3 2 0,4-1 0,4 2 0,3 1 0,5 0 0,3 1 0,3 1 0,4 2 0,3 0 0,3 2 0,4 1 0,2 1 0,4 1 0,2 2 0,2 1 0,4 2 0,1 1 0,3 2 0,2 1 0,1 2 0,3 2 0,1 1 0,1 2 0,2 2 0,1 1 0,1 2 0,1 2 0,0 2 0,1 1 0,0 3 0,1 1 0,-1 2 0,0 1 0,0 3 0,0 1 0,-1 2 0,-1 2 0,-1 2 0,-2 1 0,0 2 0,-2 2 0,-2 1 0,-1 2 0,-2 2 0,-2 1 0,-3 2 0,-2 1 0,-2 2 0,-3 1 0,-3 2 0,-2 1 0,-4 1 0,-2 1 0,-4 2 0,-3 0 0,-4 2 0,-3 1 0,-4 1 0,-3 0 0,-4 1 0,-4 2 0,-4-1 0,-4 2 0,-4 0 0,-3 0 0,-5 1 0,-4 1 0,-5-1 0,-3 1 0,-5 0 0,-4 0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14.0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 23513,'5817'0'0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20.81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24575,'4'0'0,"7"0"0,5 0 0,10 0 0,5 0 0,-3 5 0,-2 1 0,0 1 0,-1-3 0,1 0 0,0-2 0,1-1 0,-1 0 0,1-1 0,0-1 0,-5 1-8191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3:25.0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 22982,'4864'-54'0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12.0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24575,'719'37'0,"-410"3"0,480 56 0,3-51 0,132-47 0,-794-3 0,175-28 0,-11-35 0,-200 42 0,-54 15-48,-25 6-281,1 0 0,0 2-1,29-4 1,-23 6-6497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22.4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0 192 24575,'37'-2'0,"0"-2"0,-1-1 0,41-12 0,-36 8 0,0 1 0,44-2 0,25-4 0,-72 8 0,57-2 0,-52 8 0,19 0 0,1-2 0,63-11 0,-67 6 0,1 3 0,99 4 0,36 0 0,-93-12 0,22-2 0,95-13 0,-147 15 0,81-4 0,445 15 80,-292 3-1525,-277-2-5381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24.9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24575,'39'0'0,"-1"-1"0,1 2 0,0 1 0,62 12 0,-73-9-341,-1-1 0,1-2-1,39-1 1,-44-1-6485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29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0 975 24575,'463'-17'0,"-146"9"0,-58 4 0,-142-9 0,28-1 0,287 15 0,-413-2 0,1-1 0,36-9 0,-34 7 0,-1 0 0,29-1 0,40 4 0,-28 1 0,78-9 0,-40-1 0,141 6 0,-5 1 0,-167-5 0,96-22 0,-157 29 0,0-1 0,-1 0 0,1 0 0,-1-1 0,1 0 0,-1 0 0,0-1 0,11-8 0,-14 9 0,-1 0 0,0 0 0,0-1 0,0 0 0,-1 0 0,1 1 0,-1-1 0,0-1 0,0 1 0,0 0 0,0 0 0,-1-1 0,0 1 0,0-1 0,0 0 0,0-5 0,2-30 0,-1 0 0,-3 0 0,-6-49 0,6 84 0,0 0 0,0 1 0,-1-1 0,0 0 0,0 0 0,0 1 0,-1-1 0,1 1 0,-1 0 0,0 0 0,0 0 0,-1 0 0,1 0 0,-8-5 0,-7-5 0,0 0 0,-22-11 0,-9-7 0,27 16 0,-42-25 0,55 36 0,0 0 0,-1 1 0,0 0 0,0 1 0,0 0 0,-1 1 0,-17-2 0,-58-9 0,57 8 0,-47-3 0,13 7 0,-84-14 0,82 4 0,10 1 0,0 2 0,-74-1 0,101 9 0,15 2 0,0-2 0,0 0 0,1 0 0,-1-2 0,0 1 0,1-1 0,-1-1 0,1 0 0,-18-8 0,-25-12 0,0 3 0,-1 2 0,-1 3 0,-95-14 0,111 24 0,-52 1 0,53 3 0,-61-9 0,44 2 0,-2 4 0,-86 3 0,-43-3 0,102-8 0,55 6 0,-50-2 0,34 6 0,-220 5 0,258-2 0,1 0 0,-1 0 0,1 1 0,0 0 0,0 1 0,0-1 0,0 2 0,0-1 0,0 1 0,1 0 0,0 1 0,0 0 0,0 0 0,0 0 0,1 1 0,0 0 0,0 0 0,1 1 0,0-1 0,0 1 0,0 0 0,1 1 0,0-1 0,0 1 0,1 0 0,0 0 0,0 0 0,-2 13 0,-45 170-1365,44-168-5461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33.6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1 116 24575,'728'0'0,"-717"0"11,0-1-1,0-1 0,0 0 0,0 0 1,0-1-1,0-1 0,-1 1 0,0-2 1,14-7-1,8-7-514,43-34-1,-62 43 46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37.9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82 24044,'1432'-81'0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43.8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80 23778,'2459'-80'0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45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24575,'704'0'0,"-681"1"0,1 1 0,31 8 0,-27-5 0,37 3 0,113 5 0,86 2 0,288-16-1365,-525 1-5461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34:54.3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27 23932,'3649'-26'0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16.4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23619,'1811'110'0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22.0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24575,'37'2'0,"0"1"0,-1 2 0,66 16 0,103 45 0,-152-48 0,137 49 0,161 53 0,-233-86 0,124 20 0,-154-43 0,0-5 0,117-6 0,-87-2 0,-107 2 11,-1-1-1,1 0 1,-1-1-1,1 0 1,-1-1-1,1 0 1,-1 0-1,0-1 1,15-9-1,2-3-362,-1-2-1,23-20 1,-37 29-61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26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29.5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30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31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3:32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29.1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54 24143,'649'-53'0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28.0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83 24575,'78'-4'0,"151"-27"0,-36 3 0,540 9-569,-632 20-227,-74-1-6030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30.50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74 0 24575,'-4'0'0,"-7"0"0,-6 0 0,-4 0 0,1 0-8191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34.29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410 1166 24575,'1677'0'0,"-1664"0"0,0-1 0,0 0 0,0 0 0,0-2 0,-1 0 0,1 0 0,-1-1 0,1 0 0,-1-1 0,0-1 0,-1 0 0,0 0 0,0-1 0,0-1 0,0 0 0,-1 0 0,-1-1 0,0 0 0,13-16 0,-18 18 0,0-1 0,0 0 0,0-1 0,-1 1 0,0 0 0,-1-1 0,0 0 0,0 1 0,-1-1 0,1-10 0,-1-18 0,-4-42 0,0 29 0,3 18 0,-3 0 0,0 0 0,-2 0 0,-1 0 0,-21-60 0,19 73 0,0 1 0,-2-1 0,0 2 0,-1-1 0,0 1 0,-2 1 0,0 0 0,-1 1 0,0 0 0,-26-19 0,-13-6 0,-1 3 0,-2 2 0,-1 3 0,-1 2 0,-2 3 0,-1 2 0,-1 3 0,-1 3 0,-1 2 0,0 4 0,-123-11 0,-245 20 0,219 7 0,193-2 0,-1 1 0,1 1 0,0 0 0,-1 2 0,2 0 0,-36 15 0,-111 63 0,146-72 0,-10 6 0,1 2 0,1 1 0,1 1 0,0 1 0,-42 48 0,49-45 0,2 2 0,-17 33 0,26-45 0,5-7 0,1 0 0,-1 0 0,2 1 0,-1-1 0,1 1 0,0-1 0,1 1 0,-1 11 0,4 77 0,0-50 0,-2 39 0,2 68 0,0-142 0,0 1 0,1-1 0,1 1 0,0-1 0,1 0 0,0-1 0,0 1 0,1-1 0,1 0 0,0 0 0,1-1 0,10 12 0,-6-8 0,1-1 0,1 0 0,0-1 0,0-1 0,1 0 0,0-1 0,34 17 0,-32-22 23,0 1 0,0-2-1,1-1 1,32 3 0,23 5-1502,-53-7-5347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41.9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1 329 24575,'33'-1'0,"-1"-2"0,0-1 0,36-9 0,94-32 0,-74 19 0,62-16 0,582-135 0,-630 166 0,1 4 0,127 9 0,-71 1 0,-113 0 0,1 1 0,75 18 0,34 5 0,-98-19 0,104 30 0,24 5 0,96-22 0,5-22 0,-117-2 0,1936 3-1365,-2083 0-5461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55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24143,'460'0'0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56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24575,'9'0'0,"8"0"0,5 0 0,9 0 0,7 0 0,7 0 0,15 0 0,5 0 0,6 0 0,5 0 0,-6 0 0,-6 0 0,-9 0 0,-10 0 0,-7 5 0,-11 1-8191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7:57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21389,'486'0'0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8:00.0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24143,'2080'0'0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8:01.6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81 23380,'2053'-81'0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48:09.0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0 135 23960,'2513'-134'0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11.0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24575,'618'22'21,"-6"28"-206,-314-23-331,775 53 368,1-40 160,347-40 398,-569-4-4,443 4-1771,-1272 0-5461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30.6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1 594 24575,'43'-3'0,"0"-2"0,0-1 0,57-17 0,-26 6 0,101-20 0,265-54 0,5 32 0,-38 54 0,-214 8 0,-167-2 0,-12-1 0,-1 0 0,27-3 0,-35 2 0,0-1 0,0 1 0,0-1 0,-1 0 0,1 0 0,0 0 0,-1-1 0,1 1 0,-1-1 0,0 0 0,5-5 0,12-14 0,-1-2 0,0 0 0,-2 0 0,21-40 0,-7 13 0,-31 49 0,1-1 0,0 0 0,-1 1 0,0-1 0,1 0 0,-1 0 0,0 0 0,-1 1 0,1-1 0,0 0 0,-1 0 0,0 0 0,1 0 0,-2-5 0,1 6 0,-1 1 0,1-1 0,-1 0 0,0 1 0,1-1 0,-1 0 0,0 1 0,0-1 0,0 1 0,-1-1 0,1 1 0,0 0 0,0-1 0,-1 1 0,1 0 0,-1 0 0,1 0 0,-1 0 0,1 0 0,-1 1 0,0-1 0,1 0 0,-1 1 0,0-1 0,-2 0 0,-8-1 0,9 2 0,1 0 0,-1-1 0,1 1 0,-1-1 0,1 1 0,-1-1 0,1 0 0,-1 0 0,1 0 0,0 0 0,-1 0 0,1-1 0,0 1 0,0-1 0,-2-1 0,4 2 0,0 1 0,1-1 0,-1 0 0,0 1 0,1-1 0,-1 1 0,1-1 0,-1 1 0,1-1 0,-1 1 0,1-1 0,-1 1 0,1 0 0,-1-1 0,1 1 0,-1 0 0,1-1 0,0 1 0,-1 0 0,1 0 0,0 0 0,-1 0 0,1-1 0,0 1 0,-1 0 0,1 0 0,0 0 0,1 1 0,21-4 0,-19 4 0,0-1 0,-1 1 0,1-1 0,0 1 0,-1 0 0,1 1 0,-1-1 0,1 1 0,-1-1 0,1 1 0,-1 0 0,0 0 0,0 0 0,0 1 0,0-1 0,-1 1 0,1-1 0,-1 1 0,1 0 0,-1 0 0,0 0 0,0 1 0,0-1 0,0 0 0,-1 1 0,0-1 0,1 1 0,-1 0 0,0 4 0,4 11 0,-2 0 0,0 1 0,-1 0 0,-1 24 0,-4 132-1365,2-146-5461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35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165 869 24575,'3'-2'0,"1"-1"0,-1 1 0,1 0 0,-1 0 0,1 0 0,0 0 0,0 1 0,0 0 0,0-1 0,0 2 0,5-2 0,51-2 0,-44 3 0,59-1 0,-29 1 0,88-13 0,-98 9 0,1 2 0,64 2 0,21-1 0,-117 1 0,0 0 0,0 0 0,0-1 0,0 1 0,0-1 0,0 0 0,0-1 0,0 1 0,-1-1 0,1 0 0,-1 0 0,0 0 0,0-1 0,0 1 0,-1-1 0,1 0 0,-1 0 0,0 0 0,0-1 0,0 1 0,0-1 0,-1 0 0,0 1 0,0-1 0,2-8 0,3-12 0,0-1 0,-2 0 0,3-47 0,-7 66 0,4-243 0,-6 178 0,1 65 0,-1 0 0,1 0 0,-1 0 0,0 0 0,-1 1 0,0-1 0,0 0 0,0 1 0,-1 0 0,0-1 0,0 1 0,0 0 0,-1 0 0,0 1 0,-9-10 0,4 6 0,-1 1 0,0 0 0,0 0 0,-1 1 0,0 1 0,0 0 0,-21-8 0,3 2 0,-1 0 0,0 3 0,-1 0 0,0 2 0,0 1 0,-1 1 0,-53 0 0,23 5 0,31-1 0,-1 1 0,0 1 0,-31 7 0,44-2 0,1 0 0,0 1 0,1 1 0,0 1 0,0 1 0,-18 13 0,2-2 0,23-15 0,1 0 0,0 1 0,0-1 0,0 2 0,1-1 0,0 1 0,1 0 0,0 1 0,0 0 0,1 0 0,0 1 0,0-1 0,1 1 0,1 0 0,-1 1 0,2-1 0,-1 1 0,2 0 0,-4 19 0,1 32 0,6 107 0,1-66 0,-2-94 0,0 0 0,1-1 0,0 1 0,1 0 0,0 0 0,0 0 0,0-1 0,1 1 0,1-1 0,0 0 0,0 0 0,0 0 0,1-1 0,0 1 0,1-1 0,-1 0 0,1-1 0,1 1 0,-1-1 0,1-1 0,0 1 0,14 7 0,14 13-1365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37.1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 24575,'0'40'0,"9"66"0,-7-90 0,2-1 0,-1 1 0,2-1 0,0 0 0,1-1 0,1 0 0,10 18 0,-16-30 0,0 0 0,1 1 0,-1-1 0,1 0 0,-1 0 0,1 0 0,0 0 0,0 0 0,0 0 0,0 0 0,0-1 0,1 1 0,-1-1 0,0 0 0,1 1 0,-1-1 0,1 0 0,-1-1 0,1 1 0,0 0 0,-1-1 0,1 1 0,0-1 0,-1 0 0,1 0 0,0 0 0,0 0 0,-1 0 0,1-1 0,0 1 0,-1-1 0,1 0 0,-1 0 0,1 0 0,-1 0 0,1 0 0,3-3 0,6-3 0,0-2 0,0 0 0,-1 0 0,0-1 0,14-18 0,-15 18 0,177-215 0,-161 192-1365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38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2 406 24575,'-1'17'0,"1"-6"0,-1 0 0,1 0 0,1 0 0,2 13 0,-3-23 0,0 0 0,0 0 0,1 0 0,-1 0 0,0 1 0,1-1 0,-1 0 0,0 0 0,1 0 0,0 0 0,-1 0 0,1 0 0,-1 0 0,1 0 0,0 0 0,0-1 0,0 1 0,-1 0 0,1 0 0,0-1 0,0 1 0,0 0 0,0-1 0,0 1 0,0-1 0,1 1 0,-1-1 0,0 0 0,0 1 0,0-1 0,0 0 0,0 0 0,1 0 0,-1 0 0,0 0 0,0 0 0,0 0 0,0 0 0,0 0 0,1 0 0,-1-1 0,0 1 0,0-1 0,0 1 0,0-1 0,2 0 0,9-7 0,1 1 0,-2-2 0,1 0 0,-1 0 0,0-1 0,-1 0 0,17-22 0,-1 2 0,54-63 0,107-161 0,-169 229-1365,-4 9-5461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0:40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1 336 24575,'0'7'0,"0"-3"0,-1 0 0,2 0 0,-1 0 0,0 0 0,1 0 0,0 0 0,2 8 0,-3-12 0,0 0 0,0 0 0,0 0 0,0 1 0,0-1 0,1 0 0,-1 0 0,0 1 0,0-1 0,0 0 0,0 0 0,1 0 0,-1 0 0,0 1 0,0-1 0,0 0 0,1 0 0,-1 0 0,0 0 0,0 0 0,0 0 0,1 0 0,-1 0 0,0 0 0,0 0 0,1 1 0,-1-1 0,0 0 0,0 0 0,1-1 0,-1 1 0,0 0 0,0 0 0,1 0 0,-1 0 0,0 0 0,0 0 0,1 0 0,-1 0 0,0 0 0,0 0 0,0-1 0,1 1 0,-1 0 0,0 0 0,11-11 0,-9 8 0,114-148 0,-70 86 0,73-78 0,-106 132-1365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8:48.0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244 542 24575,'39'1'0,"-1"-3"0,66-10 0,-91 10 0,-1-1 0,1-1 0,-1 0 0,0-1 0,0-1 0,0 1 0,-1-2 0,0 0 0,0 0 0,0-1 0,16-15 0,-20 16 0,-1 0 0,0 0 0,0 0 0,0-1 0,-1 0 0,0 0 0,0-1 0,-1 1 0,0-1 0,-1 0 0,0 0 0,0 0 0,-1 0 0,0 0 0,0-1 0,-1 1 0,-1-1 0,0-13 0,0-1 0,0 8 0,0 0 0,-1 0 0,-5-30 0,4 41 0,1 0 0,-1 0 0,0 1 0,0-1 0,0 0 0,-1 1 0,0-1 0,0 1 0,0 0 0,0 0 0,-1 0 0,0 0 0,1 0 0,-1 1 0,-1 0 0,-4-3 0,-10-5 0,0 1 0,-1 1 0,0 1 0,-1 1 0,-34-8 0,17 7 0,1 3 0,-54-2 0,83 7 0,1 0 0,-1 1 0,1 0 0,0 0 0,-1 1 0,1 0 0,0 0 0,0 1 0,0 0 0,0 0 0,1 1 0,-1-1 0,1 1 0,0 1 0,-9 7 0,-4 7 0,1 0 0,1 2 0,-16 23 0,7-8 0,22-31 0,0-1 0,0 1 0,1 1 0,0-1 0,0 1 0,0-1 0,1 1 0,0 0 0,0 0 0,0 0 0,1 0 0,0 0 0,0 0 0,0 0 0,1 0 0,0 0 0,0 1 0,0-1 0,1 0 0,0 0 0,1 0 0,-1 0 0,1 0 0,0 0 0,0 0 0,1-1 0,0 1 0,0-1 0,0 1 0,1-1 0,7 9 0,14 13-341,0-1 0,2-1-1,37 27 1,-35-31-6485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5:06.8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24575,'38'43'0,"-33"-35"0,1 0 0,1-1 0,-1 0 0,1 0 0,1 0 0,-1-1 0,1 0 0,0 0 0,0-1 0,18 8 0,-9-8 0,-1-1 0,1-1 0,-1 0 0,1-2 0,0 0 0,24-1 0,-19 0 0,1 0 0,38 7 0,-4 1 0,0-3 0,0-2 0,73-5 0,82 4 0,-129 11 0,-54-8 0,48 4 0,-24-9-1365,-30 0-5461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5:24.2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1 220 24575,'10'-9'0,"0"2"0,0-1 0,1 1 0,0 1 0,1 0 0,19-8 0,-3 2 0,203-83 0,-189 81 0,0 1 0,2 3 0,73-8 0,88 18 0,-84 3 0,-3-5 0,138 5 0,-230 1 0,0 1 0,-1 1 0,45 17 0,-42-13 0,0-1 0,48 9 0,56-11 0,-95-6 0,0 0 0,62 12 0,5 17 0,23 4 0,-87-27 0,-2 1 0,0-2 0,57 1 0,-49-5 0,1 2 0,-1 2 0,63 16 0,-71-15 0,61 3 0,-50-6 0,14 8 0,-46-7 0,0-2 0,20 2 0,329-2 0,-188-5 0,468 2-1365,-624 0-5461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5:39.0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545 1166 24575,'28'0'0,"1"-1"0,-1-1 0,0-1 0,0-2 0,-1 0 0,30-11 0,-36 9 0,10-3 0,55-28 0,-77 33 0,-1 0 0,0 0 0,0-1 0,0 0 0,-1 0 0,0-1 0,0 0 0,-1 0 0,0-1 0,10-15 0,-9 10 0,-2 0 0,1 0 0,-2 0 0,0-1 0,0 0 0,-2 0 0,3-26 0,-6-105 0,-1 67 0,2 29 0,1 18 0,0 0 0,-3 0 0,0 0 0,-2 1 0,-1-1 0,-13-42 0,7 50 0,-1 1 0,0 0 0,-2 0 0,-1 1 0,-29-33 0,28 37 0,-1 0 0,-1 0 0,0 2 0,0 0 0,-41-22 0,45 29 0,0 1 0,-1 1 0,0 0 0,0 1 0,0 1 0,-1 0 0,0 1 0,0 1 0,-27-1 0,-282 7 0,319-4 0,-1 0 0,1 1 0,-1-1 0,1 1 0,0 1 0,-1-1 0,1 1 0,0 0 0,0 0 0,0 1 0,0 0 0,1 0 0,-1 0 0,1 1 0,-8 6 0,7-4 0,0 0 0,1 1 0,0 0 0,0 0 0,0 1 0,1-1 0,0 1 0,0 0 0,1 0 0,-4 16 0,3-13 0,-1 1 0,0-1 0,0-1 0,-1 1 0,-8 10 0,8-14 0,1 1 0,0 0 0,0 1 0,1-1 0,0 1 0,1 0 0,0 0 0,0 0 0,-1 11 0,-1 55 0,6 101 0,2-54 0,-3-101 0,-1-9 0,1-1 0,1 1 0,3 21 0,-3-29 0,1 0 0,-1 0 0,0 0 0,1 0 0,0 0 0,0-1 0,0 1 0,1-1 0,-1 1 0,1-1 0,0 0 0,0 0 0,0 0 0,6 4 0,3 2 0,1 0 0,0-1 0,1-1 0,0 0 0,0-1 0,1-1 0,-1 0 0,1 0 0,0-2 0,19 3 0,228 42 0,-61-18-1365,-176-28-5461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5:45.8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978 1355 24575,'2'-7'0,"0"0"0,1 0 0,0 0 0,0 0 0,9-12 0,-11 17 0,26-39 0,-17 26 0,-1 1 0,0-1 0,-1 0 0,6-18 0,2-8 0,2 2 0,40-66 0,-54 97 0,0 0 0,0-1 0,-1 1 0,-1 0 0,0-1 0,0 0 0,0 1 0,0-15 0,-3-76 0,-1 52 0,2-42 0,1 25 0,-2 0 0,-4 0 0,-13-70 0,13 121 0,0 1 0,0-1 0,-1 1 0,-1 0 0,0 0 0,-1 1 0,-11-13 0,-3-6 0,9 14 0,-1 0 0,0 1 0,-28-21 0,27 23 0,-1 2 0,0 0 0,-1 0 0,0 2 0,0 0 0,-1 1 0,-1 1 0,1 0 0,-1 1 0,0 2 0,0 0 0,-1 1 0,1 0 0,-36 1 0,-428 5 0,479-3 0,0 0 0,0 0 0,-1 1 0,1-1 0,0 1 0,0 0 0,0 0 0,0 0 0,0 1 0,0-1 0,0 1 0,0 0 0,1 0 0,-5 4 0,4-2 0,0 0 0,0 0 0,1 0 0,-1 1 0,1 0 0,0-1 0,1 1 0,-1 0 0,1 1 0,-2 7 0,-6 18 0,-6 44 0,10-45 0,-17 55 0,10-50 0,1 0 0,3 1 0,0 1 0,3-1 0,1 1 0,-1 72 0,5-67 0,0-29 0,0 0 0,1 0 0,1 0 0,0 0 0,0 0 0,7 22 0,-2-23 0,1 0 0,0-1 0,0 0 0,2 0 0,-1-1 0,1 0 0,1 0 0,0-1 0,0 0 0,1-1 0,0 0 0,0-1 0,1 0 0,0-1 0,0 0 0,19 6 0,0-3 0,1 0 0,0-2 0,0-2 0,48 3 0,135-9 0,-100-2 0,-93 3-227,-1 0-1,1 1 1,-1 2-1,0 0 1,24 7-1,-28-5-6598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9:57:46.7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680 2057 24575,'20'-1'0,"0"-1"0,0-1 0,0 0 0,-1-2 0,30-9 0,90-45 0,-102 42 0,432-171 0,-438 178 0,-12 4 0,32-16 0,-36 11 0,-1 0 0,0-1 0,-1-1 0,-1 0 0,0-1 0,-1 0 0,13-20 0,9-22 0,-3 0 0,-2-3 0,-2 0 0,31-111 0,-46 124 0,-1-1 0,-2-1 0,2-67 0,-12-144 0,-1 92 0,2 151 0,-1 0 0,0 0 0,-1 0 0,0 0 0,-2 1 0,-9-25 0,-4-1 0,-26-43 0,34 67 0,0 1 0,-1 0 0,-1 0 0,0 1 0,-1 0 0,-1 1 0,0 1 0,-1 0 0,0 1 0,-1 1 0,0 0 0,-1 1 0,0 1 0,-1 1 0,0 0 0,-33-9 0,-9 3 0,0 3 0,-118-5 0,-128 16 0,138 3 0,61-5 0,24 1 0,-103 10 0,165-6 0,1 0 0,0 2 0,0 1 0,1 0 0,-1 2 0,1 0 0,-32 19 0,39-19 0,0 0 0,0 1 0,1 0 0,0 1 0,1 0 0,0 0 0,1 1 0,0 1 0,1-1 0,0 2 0,1-1 0,-7 16 0,2 4 0,2 1 0,1 1 0,1 0 0,2 0 0,-2 49 0,7 178 0,2-220 0,-1-25 0,0 4 0,1 1 0,7 38 0,-6-52 0,0 1 0,1-1 0,0 1 0,0-1 0,1 0 0,0 0 0,0 0 0,1-1 0,-1 0 0,12 11 0,46 39 0,3-2 0,108 67 0,-34-25 0,467 348-1365,-556-408-5461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0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24575,'0'114'0,"6"247"0,0-292 0,2 0 0,4-1 0,24 82 0,32 128 0,-49-190 0,-10-54-1365,0-8-5461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2.2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299 182 24575,'-9'-15'0,"0"0"0,-15-18 0,7 11 0,6 7 0,-1 1 0,-15-15 0,23 25 0,-1 0 0,0-1 0,1 2 0,-2-1 0,1 1 0,0-1 0,-1 1 0,1 1 0,-13-5 0,17 7 0,-1 0 0,0 0 0,0 0 0,0 1 0,1-1 0,-1 0 0,0 1 0,0-1 0,1 1 0,-1 0 0,0 0 0,1-1 0,-1 1 0,1 0 0,-1 0 0,1 1 0,-1-1 0,1 0 0,0 0 0,-1 1 0,1-1 0,0 1 0,0-1 0,0 1 0,0-1 0,0 1 0,0 2 0,-5 8 0,1 0 0,-6 21 0,8-24 0,-11 32 0,2 1 0,1 0 0,3 0 0,1 1 0,-1 81 0,8-112 0,0-1 0,2 1 0,-1 0 0,1-1 0,1 1 0,5 13 0,-5-18 0,0 0 0,1-1 0,-1 1 0,2-1 0,-1 0 0,1 0 0,0 0 0,0-1 0,0 0 0,13 9 0,-5-4 0,0-1 0,1-1 0,1-1 0,-1 0 0,1 0 0,0-1 0,1-1 0,0-1 0,-1 0 0,1-2 0,0 1 0,1-2 0,-1 0 0,24-2 0,-25 1 0,1 0 0,-1-1 0,1-1 0,-1-1 0,0 0 0,17-6 0,-26 7 0,-1-1 0,0 0 0,1 0 0,-1 0 0,0-1 0,0 1 0,-1-1 0,1 0 0,-1-1 0,0 1 0,0-1 0,-1 0 0,1 0 0,-1 0 0,0 0 0,0 0 0,-1-1 0,4-10 0,-3 8 0,-1 1 0,0-1 0,0 0 0,-1 0 0,0-1 0,-1 1 0,1 0 0,-2 0 0,1 0 0,-4-16 0,3 19 0,-1-1 0,0 1 0,0 0 0,0 0 0,0 0 0,-1 0 0,0 1 0,0-1 0,0 1 0,-1 0 0,1 0 0,-1 0 0,0 0 0,0 0 0,-1 1 0,1 0 0,-6-3 0,-5-2-63,-1 1 0,-32-10 0,27 10-1113,-1-1-5650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3.7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1 24575,'0'4'0,"0"7"0,0 10 0,-4 20 0,-2 17 0,0 3 0,1 5 0,-3 5 0,0 0 0,1-8 0,1-10 0,3-9 0,1-12-8191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5.0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59 24575,'5'-1'0,"1"0"0,-1-1 0,1 1 0,-1-1 0,0 0 0,0 0 0,0-1 0,7-4 0,12-5 0,-10 7 0,-1 0 0,1 1 0,0 1 0,0 0 0,18-2 0,-28 5 0,0 0 0,0 0 0,0 0 0,0 0 0,0 0 0,0 1 0,0 0 0,-1-1 0,1 1 0,0 1 0,0-1 0,-1 1 0,1-1 0,0 1 0,-1 0 0,0 1 0,1-1 0,-1 0 0,0 1 0,0 0 0,-1 0 0,1-1 0,3 6 0,3 8 0,-1 1 0,-1-1 0,-1 1 0,0 1 0,-1-1 0,-1 1 0,4 32 0,0 134 0,-8-156 0,0 47 0,-15 107 0,9-138 0,-3-1 0,-2-1 0,-29 77 0,-110 249 0,149-365 0,0-1 0,-1 1 0,1 0 0,0 0 0,0 0 0,1 1 0,-1-1 0,1 0 0,0 0 0,-1 0 0,1 0 0,1 0 0,-1 1 0,0-1 0,1 0 0,1 3 0,-1-3 0,1-1 0,-1 0 0,1 0 0,0 0 0,0 0 0,0 0 0,0 0 0,0 0 0,0-1 0,1 1 0,-1-1 0,0 0 0,1 0 0,-1 0 0,1 0 0,0 0 0,-1 0 0,1 0 0,3-1 0,49 11 0,1-2 0,61 1 0,116-8 0,-152-2 0,1-1-682,102-15-1,-151 10-6143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6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160 30 24575,'0'19'0,"0"0"0,2-1 0,7 36 0,-6-44 0,0 0 0,1 0 0,0 0 0,1 0 0,0-1 0,1 0 0,-1 0 0,10 10 0,-1-2 0,1-2 0,1 1 0,0-2 0,1 0 0,22 14 0,-30-22 0,-1-1 0,1 0 0,0 0 0,1-1 0,-1 0 0,1-1 0,-1 0 0,1 0 0,0-1 0,0-1 0,1 1 0,-1-2 0,12 0 0,0 1 0,-1 0 0,0-1 0,0-1 0,0-1 0,37-8 0,-52 8 0,0 0 0,0 0 0,-1-1 0,1 1 0,-1-1 0,1 0 0,-1-1 0,0 1 0,-1-1 0,1 0 0,-1-1 0,1 1 0,-1-1 0,-1 1 0,1-1 0,-1 0 0,1-1 0,-1 1 0,-1-1 0,1 1 0,1-8 0,-1 7 0,-1-1 0,0 0 0,0 1 0,-1-1 0,0 0 0,0 0 0,0 0 0,-1 0 0,0 0 0,-1 0 0,0 0 0,0 0 0,0 1 0,-1-1 0,0 0 0,0 0 0,0 1 0,-1 0 0,0-1 0,0 1 0,-1 0 0,0 0 0,0 1 0,0-1 0,-1 1 0,0 0 0,0 0 0,0 1 0,0-1 0,-1 1 0,0 0 0,-10-5 0,-7-3 0,-1 1 0,0 1 0,0 2 0,-1 0 0,-1 1 0,1 2 0,-1 0 0,0 2 0,0 1 0,-48 2 0,-246 2-1365,294-2-5461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7.7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136 1 24575,'0'5'0,"-5"10"0,-1 12 0,-5 20 0,0 21 0,-2 16 0,0 13 0,-2 3 0,2-5 0,-2-6 0,2-14 0,3-14 0,3-8 0,3-14-8191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18.9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24575,'0'19'0,"0"24"0,0 18 0,4 14 0,7 6 0,6 5 0,0 0 0,-4-4 0,2-3 0,2-1 0,3 0 0,-1-9 0,-1-6 0,-2-6 0,0-7 0,-2-8 0,-4-11-8191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0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876 89 24575,'-13'2'0,"0"0"0,-1 1 0,1 1 0,0 0 0,1 1 0,-1 0 0,1 0 0,0 2 0,-13 8 0,-9 4 0,-26 12 0,-168 78 0,195-96 0,0-1 0,-1-2 0,-1-1 0,1-1 0,-37 2 0,66-10 0,1 0 0,0 0 0,-1 0 0,1-1 0,-1 0 0,1 0 0,0 0 0,0 0 0,-1 0 0,1-1 0,0 0 0,0 0 0,1 0 0,-1 0 0,0-1 0,1 1 0,-1-1 0,1 0 0,0 0 0,0 0 0,0-1 0,0 1 0,1-1 0,-1 0 0,1 1 0,0-1 0,-2-4 0,-4-12 0,0-1 0,1 0 0,2 1 0,-5-29 0,5 26 0,-10-52-1365,2 5-5461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1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 0 24575,'0'94'0,"-2"6"0,4 1 0,24 153 0,-24-242 0,1 0 0,0 0 0,1 0 0,0 0 0,1 0 0,1-1 0,-1 0 0,13 17 0,-14-23 0,1 1 0,0-1 0,0-1 0,0 1 0,0-1 0,1 0 0,-1 0 0,1 0 0,0-1 0,0 0 0,1 0 0,-1 0 0,1-1 0,-1 0 0,1-1 0,-1 1 0,8 0 0,21 0 0,-1-1 0,62-6 0,-91 4 0,-1 1 0,0-1 0,0 0 0,0 0 0,0-1 0,0 1 0,0-1 0,0 0 0,0 0 0,-1 0 0,1 0 0,-1-1 0,1 1 0,-1-1 0,5-5 0,-4 2 0,0 0 0,0 0 0,0 0 0,-1 0 0,0 0 0,0-1 0,-1 0 0,3-11 0,0-8 0,-1-1 0,-1 1 0,-2-51 0,-2 70 0,2-6 0,-2-1 0,0 1 0,-1 0 0,-6-25 0,6 31 0,-1 0 0,0 1 0,0-1 0,-1 1 0,0 0 0,0 0 0,0 0 0,-1 0 0,0 1 0,-9-9 0,-12-8 0,-1 2 0,0 0 0,-1 2 0,-1 0 0,-1 3 0,0 0 0,-42-13 0,47 23 0,0 1 0,0 1 0,0 1 0,0 1 0,0 1 0,-1 2 0,1 0 0,0 2 0,-42 11 0,43-5-1365,5-1-5461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2.69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24575,'5'14'0,"5"18"0,7 27 0,4 22 0,4 15 0,-3 5 0,-5-1 0,-5-3 0,-5-5 0,-4-4 0,-2-3 0,-1-12 0,-1-8 0,0-16-8191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4.09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465 2 24575,'-35'-1'0,"1"1"0,-1 2 0,0 1 0,1 2 0,-67 18 0,46-9 0,41-12 0,1 1 0,0 1 0,0 0 0,-19 9 0,28-11 0,1 0 0,0 0 0,0 0 0,0 0 0,0 1 0,0-1 0,1 1 0,-1 0 0,1 0 0,-1 0 0,1 0 0,0 0 0,0 1 0,1-1 0,-1 0 0,1 1 0,0 0 0,-1-1 0,2 1 0,-2 6 0,0 12 0,0-1 0,2 1 0,1 0 0,0 0 0,2-1 0,0 1 0,2-1 0,0 0 0,12 29 0,2-3 0,3-2 0,52 81 0,-71-121-195,0 0 0,1 0 0,-1 0 0,1-1 0,1 0 0,7 7 0,4-1-6631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4.52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426 0 24575,'48'64'0,"-41"-48"0,0 1 0,-2 1 0,0-1 0,-1 1 0,0 0 0,-2 0 0,0 0 0,-1 0 0,-1 1 0,-1-1 0,-5 31 0,4-40 0,0 0 0,-1 0 0,-1 0 0,0 0 0,0-1 0,-1 1 0,1-1 0,-2-1 0,1 1 0,-1-1 0,0 1 0,-1-2 0,0 1 0,0-1 0,0 0 0,-9 5 0,-15 9 0,-1-2 0,-61 25 0,65-31 0,-156 59-1365,143-59-5461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26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0 103 24575,'5'73'0,"2"0"0,4 0 0,22 80 0,-16-80 0,-11-46 0,20 82 0,-22-96 0,1-1 0,0 0 0,0-1 0,1 1 0,0-1 0,12 15 0,-13-22 0,-1 1 0,1-1 0,1 0 0,-1 0 0,1 0 0,-1-1 0,1 0 0,0 0 0,0-1 0,0 1 0,1-1 0,-1-1 0,0 1 0,9 0 0,14 2 0,55-2 0,-67-2 0,10 1 0,-8 0 0,0-1 0,-1-1 0,1-1 0,21-4 0,-34 4 0,0 0 0,-1 0 0,1 0 0,0 0 0,-1-1 0,0 0 0,0-1 0,0 1 0,0-1 0,0 0 0,0 0 0,-1 0 0,0-1 0,0 1 0,0-1 0,-1 0 0,4-6 0,0-2 0,-1-1 0,0-1 0,-1 1 0,0-1 0,-1 0 0,-1 0 0,0-1 0,0-16 0,0-20 0,-6-56 0,0 34 0,2 62 0,0 0 0,-1 0 0,-1 0 0,0 0 0,0 0 0,-1 0 0,-1 1 0,0-1 0,-1 1 0,0 0 0,0 1 0,-11-13 0,-5-5 0,-2 2 0,-53-48 0,69 68 0,-1-1 0,1 1 0,-1 1 0,-1-1 0,1 2 0,-1-1 0,0 1 0,0 1 0,0 0 0,-15-3 0,-7 2 0,-1 1 0,-34 2 0,37 1 0,1-1 0,-51-9 0,55 5-1365,2 0-5461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32.0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11307 30 24575,'-476'-11'0,"144"1"0,-1917 1 0,1349 11 0,626-2-52,-476 4 159,0 38-795,-748 153 550,6 59 150,436-57-88,767-122 700,150-35-413,-174 23-211,28-8 0,128-19 0,-69 19 0,219-53 0,-1 0 0,0 1 0,1 0 0,0 0 0,0 1 0,0 0 0,0 0 0,0 0 0,-9 9 0,12-8 0,1-1 0,-1 1 0,1 0 0,0 0 0,0 0 0,0 1 0,1-1 0,0 1 0,0-1 0,0 1 0,1 0 0,0 0 0,-1 9 0,-1 26 0,1 1 0,3-1 0,1 1 0,8 45 0,41 163 0,-43-219 0,104 572 0,-94-458 0,7-1 0,6 0 0,7-3 0,5-1 0,7-2 0,111 219 0,-140-323 0,0-1 0,2-2 0,2 0 0,1-1 0,1-1 0,1-2 0,2-1 0,0-1 0,2-2 0,1 0 0,0-3 0,2-1 0,72 29 0,396 166 0,-281-123-136,5-9 0,252 56 0,490 37-784,-484-123 557,2-21 1,1-22 0,0-21 0,763-117-1,-1145 111 1226,199-25 1305,761 23-2906,-809 20 632,2351 156 89,-1320-42 987,-783-110-970,-303-5 0,-92-2 0,-1-6 0,0-4 0,-1-4 0,118-36 0,195-80 0,-384 118 0,-2-1 0,0-1 0,39-27 0,-62 36 0,0-1 0,0 0 0,-1-1 0,-1 0 0,0 0 0,0-1 0,-1-1 0,0 0 0,-1 0 0,-1 0 0,12-25 0,88-322 0,-32-7 0,-21 20 0,-18 104 0,-29 179 0,0-82 0,-1 4 0,9-80 0,-14-226 0,-4 409 0,-1 1 0,-2 0 0,-1 0 0,-2 1 0,-1 0 0,-2 1 0,-31-63 0,29 72 0,-1 1 0,0 0 0,-2 1 0,-1 1 0,-1 1 0,-1 1 0,-1 0 0,-1 2 0,0 0 0,-41-25 0,5 13 0,-2 2 0,0 3 0,-2 3 0,-1 2 0,0 3 0,-2 3 0,-92-10 0,-42 11 0,-16-3 0,-321-78 0,356 60 0,-271-69 0,375 81 0,2-4 0,0-3 0,-125-70 0,151 71 0,-24-13 0,-94-73 0,115 72-1365,34 26-5461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36.92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23380,'3836'53'0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41.2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601 2 24575,'-103'-1'0,"-115"2"0,190 3 0,2 0 0,-1 2 0,0 1 0,1 1 0,1 1 0,-36 19 0,57-26 3,0 0 0,0 0 0,1 1 0,-1-1 0,1 1 0,0 0 0,-1 0 0,2 0 0,-1 1 0,0-1 0,1 1 0,-1-1 0,1 1 0,0 0 0,0 0 0,0 0 0,1 0 0,0 0 0,-1 1 0,1-1 0,0 7 0,-1 10-112,1-1 0,0 1 0,5 29 1,-2-12-888,-1-15-5830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44.7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24575,'0'4'0,"0"-1"0,0 1 0,0 0 0,0-1 0,1 1 0,-1 0 0,1-1 0,0 1 0,1 0 0,-1-1 0,0 1 0,1-1 0,3 5 0,-3-6 0,0 0 0,1 1 0,0-1 0,0 0 0,-1 0 0,1-1 0,0 1 0,0-1 0,1 1 0,-1-1 0,0 0 0,0 0 0,1 0 0,5 0 0,3 1 0,-1-1 0,1-1 0,-1 0 0,1 0 0,-1-1 0,0 0 0,1-1 0,-1-1 0,0 0 0,0 0 0,0-1 0,-1 0 0,18-10 0,-17 9 0,1 1 0,0 0 0,1 1 0,-1 0 0,1 1 0,-1 0 0,17 0 0,10 2 0,39 4 0,-70-3 0,0 0 0,0 0 0,0 1 0,-1 0 0,1 0 0,-1 1 0,1 0 0,-1 0 0,0 1 0,0 0 0,-1 0 0,10 7 0,-12-7 0,1 1 0,-1 0 0,0-1 0,0 1 0,0 1 0,-1-1 0,0 0 0,0 1 0,0 0 0,-1 0 0,0 0 0,0 0 0,0 0 0,-1 0 0,2 13 0,-2-4 0,0 0 0,-1 1 0,-1-1 0,-1 1 0,0-1 0,0 0 0,-2 0 0,0 0 0,-1 0 0,0-1 0,-1 0 0,-1 0 0,0 0 0,0-1 0,-2 0 0,0 0 0,0-1 0,-1 0 0,-1-1 0,-12 11 0,-19 14 0,-84 56 0,119-88-273,1-1 0,-1 1 0,0-1 0,-12 4 0,0-2-6553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46.2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52 193 24575,'0'8'0,"2"-1"0,-1 1 0,1-1 0,0 1 0,0-1 0,6 14 0,3 5 0,4 21 0,44 89 0,-52-123 0,1 0 0,0 0 0,0-1 0,1 0 0,1-1 0,0 0 0,0 0 0,1-1 0,1 0 0,0-1 0,15 9 0,-14-13 0,-1-1 0,1 0 0,0-1 0,0-1 0,0 0 0,1 0 0,-1-2 0,0 0 0,1 0 0,-1-1 0,0-1 0,0 0 0,16-4 0,-19 2 0,0 0 0,-1 0 0,1-1 0,-1 0 0,0-1 0,0 0 0,-1-1 0,1 1 0,-2-1 0,1-1 0,-1 0 0,0 0 0,0 0 0,-1-1 0,0 0 0,-1 0 0,0 0 0,-1-1 0,1 1 0,-2-1 0,1 0 0,-2-1 0,1 1 0,-1 0 0,0-16 0,1-13 0,-3 0 0,-1 0 0,-10-65 0,9 96 0,0 1 0,-1 0 0,1-1 0,-2 1 0,1 0 0,-1 1 0,0-1 0,0 1 0,0-1 0,-1 1 0,0 1 0,-9-9 0,5 6 0,-1 1 0,-1 0 0,1 1 0,-1-1 0,0 2 0,0 0 0,-14-4 0,-6 0 0,0 1 0,-1 2 0,0 2 0,0 1 0,-33 0 0,44 3 0,-149 4 0,163-3-227,1 0-1,-1 0 1,0 1-1,1 0 1,-13 6-1,-3 4-6598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49.1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21743,'1297'7916'0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51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242 0 24575,'-1'1'0,"0"-1"0,-1 0 0,1 1 0,0-1 0,0 1 0,0 0 0,0-1 0,0 1 0,0 0 0,0-1 0,0 1 0,0 0 0,0 0 0,1 0 0,-1 0 0,0 0 0,0 0 0,0 2 0,-15 27 0,9-17 0,-15 24 0,5-8 0,-20 42 0,-3 12 0,23-49 0,-22 61 0,17-31-1365,17-46-5461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52.2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24575,'9'0'0,"17"4"0,13 11 0,10 3 0,5 3 0,2 3 0,-3 1 0,-6 2 0,-7-5 0,-5-5 0,-9-1 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1:59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24575,'2797'0'-1365,"-2769"0"-5461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2:26.1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403 1723 24575,'-37'-293'0,"22"152"0,-18-93 0,10 82 0,-7-239 0,29 371 0,0 0 0,-9-33 0,-1-23 0,11 74 0,-6-37 0,5 38 0,1 0 0,0 1 0,0-1 0,0 1 0,-1-1 0,1 1 0,0-1 0,-1 1 0,1-1 0,0 1 0,-1-1 0,1 1 0,-1-1 0,1 1 0,-1-1 0,1 1 0,-1 0 0,1-1 0,-1 1 0,1 0 0,-1 0 0,0-1 0,0 1 0,0 0 0,0 1 0,0-1 0,0 0 0,0 0 0,0 1 0,0-1 0,0 1 0,0-1 0,0 1 0,0-1 0,1 1 0,-1-1 0,0 1 0,0 0 0,1-1 0,-1 1 0,0 0 0,0 1 0,-11 13 0,1 1 0,1 0 0,0 1 0,-12 28 0,-23 77 0,22-55 0,-36 77 0,57-140 0,-6 14 0,8-18 0,0-1 0,0 1 0,0 0 0,0 0 0,0 0 0,-1 0 0,1 0 0,0-1 0,0 1 0,0 0 0,0 0 0,0 0 0,0 0 0,0 0 0,0 0 0,0 0 0,-1 0 0,1-1 0,0 1 0,0 0 0,0 0 0,0 0 0,0 0 0,0 0 0,-1 0 0,1 0 0,0 0 0,0 0 0,0 0 0,0 0 0,0 0 0,0 0 0,-1 0 0,1 0 0,0 0 0,0 0 0,0 0 0,0 0 0,0 0 0,-1 0 0,1 0 0,0 0 0,0 0 0,0 0 0,0 0 0,0 1 0,0-20 0,1 0 0,2 1 0,0-1 0,0 1 0,8-20 0,35-86 0,-43 117 0,103-215 0,5-15 0,-110 235 0,0 0 0,0-1 0,-1 1 0,1 0 0,1 0 0,-1-1 0,0 1 0,0 0 0,1 0 0,-1 0 0,1 1 0,0-1 0,0 0 0,-1 1 0,1-1 0,0 1 0,0-1 0,0 1 0,1 0 0,-1 0 0,0 0 0,0 0 0,1 0 0,2 0 0,-2 1 0,0 0 0,0 1 0,0 0 0,0-1 0,0 1 0,-1 0 0,1 0 0,0 1 0,-1-1 0,1 0 0,0 1 0,-1 0 0,0 0 0,1-1 0,-1 1 0,0 1 0,0-1 0,0 0 0,3 5 0,20 29 0,-2 0 0,30 64 0,-30-54 0,40 61 0,-37-69-455,-1 2 0,37 79 0,-52-91-6371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16.2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24575,'2'1'0,"-1"0"0,0 0 0,1 0 0,-1 0 0,0 0 0,0 1 0,1-1 0,-1 0 0,0 1 0,0-1 0,-1 0 0,1 1 0,0-1 0,0 1 0,-1 0 0,1-1 0,-1 1 0,1 2 0,1 0 0,10 28 0,-1 1 0,-2 0 0,-1 1 0,5 50 0,0 141 0,-7-83 0,30 261-1365,-32-367-5461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18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279 1110 24575,'0'-30'0,"1"0"0,-2 1 0,0 0 0,-2 0 0,-12-49 0,-61-188 0,-27-98 0,85 292 0,-30-99 0,42 159 0,3 12 0,-1 22 0,3 112 0,5 0 0,6-1 0,31 156 0,-33-237 0,3-1 0,2 0 0,37 94 0,26 31 0,-53-130 0,-2 2 0,16 54 0,-14-6-1365,-17-79-5461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19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369 1 24575,'-5'0'0,"-5"4"0,-11 21 0,-11 19 0,-9 20 0,-3 14 0,-2 12 0,6-1 0,6-11 0,3-13 0,3-14 0,7-10 0,6-13-8191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21.2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83 24575,'155'-2'0,"0"-7"0,216-40 0,-312 39-455,1 3 0,115 1 0,-153 7-6371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24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512 1405 24575,'-18'-67'0,"2"-1"0,-10-115 0,20 128 0,-24-219 0,-14-113 0,43 377 0,-9-39 0,10 48 0,0 0 0,0 0 0,-1 0 0,1 0 0,0 0 0,-1 0 0,1 0 0,-1 0 0,1 0 0,-1 0 0,1 0 0,-1 0 0,0 0 0,0 1 0,1-1 0,-1 0 0,0 0 0,0 1 0,0-1 0,0 1 0,0-1 0,0 0 0,0 1 0,0 0 0,0-1 0,0 1 0,0 0 0,0-1 0,0 1 0,0 0 0,0 0 0,0 0 0,0 0 0,0 0 0,-3 0 0,-1 2 0,0 1 0,0-1 0,1 0 0,-1 1 0,1 0 0,-1 0 0,1 1 0,0-1 0,-7 8 0,-32 44 0,30-37 0,-191 250 0,192-257 0,6-11 0,6-1 0,-1-1 0,1 0 0,0 1 0,0-1 0,0 0 0,0 1 0,0-1 0,1 0 0,-1 1 0,0-1 0,1 0 0,-1 1 0,2-3 0,11-31 0,2 0 0,37-64 0,53-61 0,-24 40 0,20-43 0,-100 160 0,1 0 0,0 0 0,-1 0 0,2 0 0,-1 0 0,0 1 0,0-1 0,1 1 0,-1 0 0,1-1 0,0 1 0,0 1 0,0-1 0,5-2 0,-6 3 0,0 1 0,0 0 0,0-1 0,0 1 0,0 0 0,0 0 0,0 1 0,-1-1 0,1 0 0,0 1 0,0-1 0,0 1 0,0-1 0,0 1 0,0 0 0,0 0 0,-1 0 0,1 0 0,0 0 0,-1 0 0,1 0 0,-1 1 0,1-1 0,-1 1 0,0-1 0,3 4 0,14 22 0,-1 0 0,-1 2 0,-1 0 0,20 59 0,-16-42 0,33 83-1365,-32-82-5461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26.60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23295,'136'2379'0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30.7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1 362 24575,'0'-21'0,"2"1"0,1-1 0,0 1 0,1 0 0,1 0 0,1 1 0,12-27 0,-12 33 0,0 0 0,0 1 0,2 0 0,-1 1 0,1-1 0,1 2 0,0-1 0,1 1 0,0 0 0,0 1 0,21-13 0,-22 17 0,1 0 0,0 1 0,0 1 0,1 0 0,-1 0 0,1 1 0,0 0 0,-1 1 0,15 0 0,11 1 0,51 6 0,-78-4 0,0 0 0,0 1 0,-1-1 0,1 2 0,-1-1 0,1 1 0,-1 1 0,-1-1 0,1 1 0,0 1 0,-1-1 0,0 1 0,-1 1 0,1-1 0,-1 1 0,0 0 0,-1 0 0,0 1 0,0 0 0,5 9 0,1 5 0,-2 0 0,0 0 0,-1 1 0,-1 0 0,-1 1 0,5 36 0,-6-16 0,-1 1 0,-2-1 0,-2 1 0,-3 0 0,-1-1 0,-2 1 0,-2-1 0,-2-1 0,-25 71 0,10-58 0,-1-3 0,-63 96 0,-89 84 0,116-163 0,-22 27 0,80-88 0,12-10 0,20-14 0,-21 11 0,43-24 0,2 2 0,0 3 0,1 2 0,2 2 0,0 3 0,1 2 0,0 2 0,1 3 0,0 3 0,85 1 0,-71 5 0,-38-1 0,1 2 0,65 9 0,-84-5-42,0 0 0,22 9-1,-18-5-1195,2-1-5588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3:33.2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2195 732 24575,'0'-4'0,"-1"1"0,1 0 0,-1 0 0,1 0 0,-1 0 0,0 0 0,-1 0 0,1 0 0,0 0 0,-1 0 0,0 0 0,-2-4 0,-31-30 0,20 22 0,-50-53 0,-165-166 0,-19 21 0,223 194 0,-46-25 0,61 39 0,0 0 0,0 0 0,0 1 0,-1 0 0,1 1 0,-1 0 0,-19-1 0,-76-8 0,-24 0 0,113 12 0,-310 1 0,313 0 0,1 1 0,0 0 0,0 1 0,-1 1 0,2 0 0,-1 1 0,1 0 0,-22 12 0,16-5 0,0 0 0,0 2 0,2 0 0,-31 31 0,4 6 0,3 2 0,-58 98 0,98-150 0,-46 81 0,4 3 0,3 1 0,4 3 0,4 0 0,4 2 0,-26 143 0,28-57 0,7 1 0,6 275 0,13-423 0,1 0 0,2 0 0,1 0 0,1-1 0,1 1 0,2-1 0,1-1 0,14 31 0,34 54 0,4-3 0,5-2 0,4-4 0,103 117 0,-139-181 0,2-2 0,2-1 0,2-2 0,51 36 0,-67-56 0,1 0 0,0-2 0,0 0 0,2-2 0,-1-1 0,1-1 0,1-1 0,0-2 0,38 5 0,-20-7 0,0-1 0,0-3 0,-1-1 0,1-3 0,0-1 0,-1-3 0,0-1 0,-1-3 0,0-1 0,-1-2 0,0-3 0,-2 0 0,67-43 0,118-103 0,-42 28 0,-110 82 0,-27 19 0,69-39 0,-67 51 0,52-18 0,18-7 0,-110 44 0,0-1 0,-1 0 0,0 0 0,0-1 0,-1 0 0,0 0 0,0 0 0,0-1 0,0 0 0,-1-1 0,-1 0 0,9-14 0,-8 11 0,-1-1 0,-1 0 0,1 0 0,-2 0 0,0 0 0,0-1 0,-2 1 0,1-1 0,-1-13 0,-2-291 0,-1 103 0,1 200 0,0 0 0,0 0 0,-2 0 0,0 1 0,0-1 0,-1 1 0,-6-14 0,-49-86 0,38 76 0,-17-42 0,25 51 0,-29-47 0,13 27 0,1 4 0,-36-46 0,1 4 0,-65-85 0,96 130 0,7 2-1365,14 21-5461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4:51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2086 1761 24575,'3'-48'0,"2"1"0,3 1 0,24-89 0,-6 32 0,1 10 0,-19 68 0,0 0 0,-2 0 0,-1-1 0,3-36 0,-6-449 0,-5 244 0,5 208 0,-2-50 0,-1 96 0,0 1 0,-1 1 0,0-1 0,-1 0 0,0 0 0,-8-17 0,8 24 0,0 0 0,-1 0 0,1 1 0,-1 0 0,0-1 0,0 1 0,0 1 0,0-1 0,-1 0 0,0 1 0,1 0 0,-1 0 0,0 1 0,-1-1 0,1 1 0,0 0 0,-1 0 0,-10-1 0,-8-1 0,-1 0 0,-50 1 0,57 3 0,-25-1 0,0 2 0,-1 2 0,1 1 0,0 3 0,1 1 0,-71 24 0,2 12 0,2 5 0,-105 64 0,-196 144 0,359-223 0,-474 328 0,501-344 0,1 1 0,0 1 0,-22 26 0,39-39 0,0 1 0,1 0 0,-1 0 0,2 0 0,-1 0 0,1 1 0,0 0 0,1 0 0,0 0 0,1 1 0,0-1 0,0 0 0,-1 16 0,2 3 0,1 1 0,5 44 0,-3-63 0,0 0 0,0-1 0,1 0 0,0 1 0,1-1 0,0 0 0,0 0 0,1-1 0,0 1 0,1-1 0,8 9 0,13 11 0,0-1 0,2-2 0,1-1 0,64 39 0,-51-39 0,0-1 0,2-3 0,69 22 0,-17-17 0,2-5 0,0-4 0,133 4 0,326-15 0,-307-7 0,-173 2-1365,-55 0-5461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4:55.6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627 1141 24575,'5'0'0,"0"0"0,0 0 0,1-1 0,-1 1 0,0-1 0,0 0 0,0-1 0,0 1 0,-1-1 0,1 0 0,0 0 0,-1-1 0,1 1 0,-1-1 0,0 0 0,0 0 0,0 0 0,0-1 0,-1 1 0,1-1 0,-1 0 0,0 0 0,0 0 0,0-1 0,0 1 0,1-6 0,12-18 0,-2 0 0,-2-2 0,0 1 0,-2-2 0,-1 1 0,6-38 0,-7 10 0,-2 1 0,-4-91 0,-2 114 0,-2-1 0,-1 0 0,-2 1 0,-2 0 0,-11-37 0,6 35 0,-1-1 0,-31-57 0,38 84 0,0 0 0,-1 0 0,0 0 0,-1 1 0,0 0 0,0 1 0,-1-1 0,0 2 0,0-1 0,-1 1 0,0 1 0,0 0 0,-12-5 0,0 3 0,0 2 0,0 0 0,-1 2 0,0 0 0,1 1 0,-1 2 0,-1 0 0,1 2 0,-31 3 0,47-2 0,0 0 0,-1 0 0,1 0 0,0 1 0,1 0 0,-1 0 0,0 1 0,1 0 0,0 0 0,0 0 0,0 1 0,1 0 0,-1 0 0,-5 7 0,-6 9 0,1 0 0,-21 36 0,-1 7 0,-59 134 0,87-174 0,1 1 0,2 0 0,0 1 0,2 0 0,1 0 0,1 0 0,1 0 0,1 0 0,3 32 0,0-51 0,0 0 0,0 0 0,0 0 0,1-1 0,0 1 0,0-1 0,0 0 0,1 0 0,0 0 0,0 0 0,1 0 0,0-1 0,0 0 0,0 0 0,0 0 0,1-1 0,0 0 0,7 5 0,-2-2 0,1-1 0,-1-1 0,1 1 0,0-2 0,1 1 0,-1-2 0,1 0 0,-1 0 0,17 1 0,21 1-1365,-32 0-5461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4:58.0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0 166 24575,'14'-5'0,"-1"-1"0,1 2 0,0 0 0,22-4 0,8-2 0,50-14 0,223-52 0,-253 65 0,0 2 0,0 3 0,71 4 0,699 7 24,-476-7-1413,-335 2-5437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4:59.70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24575,'874'0'-1365,"-853"0"-5461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5:01.6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21 24575,'9'0'0,"17"0"0,23 0 0,20 0 0,18 0 0,3 0 0,0 0 0,-2 0 0,-10 0 0,-11 0 0,-11 0 0,-10-4 0,-10-2 0,-5 0 0,-8 1-8191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10:05:03.8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82 23778,'1567'-81'0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F70CF3C3-5E8E-4401-B13C-4BAE1310F262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r-E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ar-E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92CEF688-B530-43FC-984C-0713321B0454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5717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ar-E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CEF688-B530-43FC-984C-0713321B0454}" type="slidenum">
              <a:rPr lang="ar-EG" smtClean="0"/>
              <a:t>38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73319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ABD2E-4857-06C9-C0D5-DF05A422F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EC262C-A141-1A38-18B2-0FC802C815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13C613-B0A4-F620-C633-81FC110EB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F6560-A0AD-0E17-8A72-AC0041C52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D1928-D8BF-C3DE-2567-FA0FFF3EA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21981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82FBA-45BD-A470-58A1-C0B544E07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5548C-441B-D3EA-F950-BA8805ECF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C1FC3-1D60-72CA-9206-5F1D2698C0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F800F-46BE-D183-4C78-A10DA12B0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EE20-8E6E-3E28-242C-FC247A16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83799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62759-B75F-9861-4B13-0A90682B9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122529-F946-E22C-9B31-BC599A1AE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C9BB0-E065-BDB0-0184-735E7EA4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5446E-B539-F6B5-6979-2E8BC5F0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5E92F-CD51-A66D-403A-1D4D1E35F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929956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9B4C8-6636-C01C-8C0B-BBB5BDB0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0E9B0-BD90-BA91-3978-08740902D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22D545-AFFC-4775-FCEE-BFC6D4C24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85AD5-9B17-A069-7BA4-B8CBFC323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F8E429-F789-317C-FC99-786C0B027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CBCA4-B1E2-1CB6-4B04-A0E984FC1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62527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4FEA0-2D5A-648E-9AD0-F50CA9C6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ACC8E-2434-7A29-D786-A0DDF40D7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99222F-21A8-F94E-E6CB-7C9C0DD8E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B3D2B5-246F-5432-933F-A9A7B9E27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696B75-F8F4-AFE0-77A8-B689F4439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5E127E-E621-A9DD-A2B0-7B467DB2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083E89-CE57-DA6B-0B84-8E302F5FE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AB0997-F4F3-5412-A323-295126F49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639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021D0-13C6-1B38-C5F6-040DC79B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255A0E-F9EE-56EB-AF19-B3BA52853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B144C-180F-3195-8BEF-AB593290A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96A160-55BE-B818-0E31-85A3ACE85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95161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C126ED-E580-2B29-4389-67B19A2AB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A3D5E1-8CD4-6384-15AD-0D15D4D18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F7B9FC-E256-9F66-62FC-6F6646AD9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826984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380C-8D5B-A076-90D7-9FABF0ACB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4AD4-C640-746A-53A3-E80860C88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ED8BC-4F88-A065-A021-82A42A455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C6D54-BBC7-0C3B-D0BC-3B7B69BF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A8596-D898-83E6-4BB0-B95D30EA9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146555-85F2-EF10-C58A-A607A572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515595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44C1C-F5B3-7A84-AF04-263BABA67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F9DC7F-D469-7B02-434C-7E7A06F55D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A842FE-C71A-ED41-57C9-B1E83430E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1702A-118E-8D3A-384D-F2FA5E066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6EBE3-F95F-C12D-991C-3657977BD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0EEEA-07AE-CDB2-40F0-6CE6C6DAB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80509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8C0AD-2E7E-5891-A4CC-6E124737A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37BBE6-25D5-9053-DC08-2D773E377E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E1733-2C3E-A10A-BB57-0038C671F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1A9FC3-FF00-608F-469B-7B64726AF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B4F6E-79C4-801D-25E8-D73549792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995820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817F9-1014-6C13-8443-397E73E7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B9DE89-C367-95AD-8E55-8843DAC47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7DCDC-3B99-9DB9-BF51-6D4F2A488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309CEE-2B9A-D01F-16DD-A125AFD0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D3DA5-007C-6185-C5F8-D243D42CF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483827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30189-CB0E-8BCF-C550-F891DB78F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4F7BB-625F-C2C4-517C-5B81BDCB2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85A42-D35A-36D8-D385-9DB18C008D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08EA4-8ACB-40F4-8987-018E47C4CADA}" type="datetimeFigureOut">
              <a:rPr lang="ar-EG" smtClean="0"/>
              <a:t>19/03/1448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028AD-6ACE-4F9B-11BC-4261ECAEB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2A6A2-E811-4ACC-76D0-CED212214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C6D08-4B51-4D62-B068-D1C486988C20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313373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7.xml"/><Relationship Id="rId18" Type="http://schemas.openxmlformats.org/officeDocument/2006/relationships/customXml" Target="../ink/ink10.xml"/><Relationship Id="rId26" Type="http://schemas.openxmlformats.org/officeDocument/2006/relationships/customXml" Target="../ink/ink14.xml"/><Relationship Id="rId3" Type="http://schemas.openxmlformats.org/officeDocument/2006/relationships/image" Target="../media/image2.png"/><Relationship Id="rId21" Type="http://schemas.openxmlformats.org/officeDocument/2006/relationships/image" Target="../media/image10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9.xml"/><Relationship Id="rId20" Type="http://schemas.openxmlformats.org/officeDocument/2006/relationships/customXml" Target="../ink/ink11.xml"/><Relationship Id="rId29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customXml" Target="../ink/ink13.xml"/><Relationship Id="rId5" Type="http://schemas.openxmlformats.org/officeDocument/2006/relationships/image" Target="../media/image3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5.xml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31" Type="http://schemas.openxmlformats.org/officeDocument/2006/relationships/image" Target="../media/image15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8.xml"/><Relationship Id="rId22" Type="http://schemas.openxmlformats.org/officeDocument/2006/relationships/customXml" Target="../ink/ink12.xml"/><Relationship Id="rId27" Type="http://schemas.openxmlformats.org/officeDocument/2006/relationships/image" Target="../media/image13.png"/><Relationship Id="rId30" Type="http://schemas.openxmlformats.org/officeDocument/2006/relationships/customXml" Target="../ink/ink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customXml" Target="../ink/ink22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12" Type="http://schemas.openxmlformats.org/officeDocument/2006/relationships/image" Target="../media/image21.png"/><Relationship Id="rId2" Type="http://schemas.openxmlformats.org/officeDocument/2006/relationships/image" Target="../media/image16.png"/><Relationship Id="rId16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customXml" Target="../ink/ink21.xml"/><Relationship Id="rId5" Type="http://schemas.openxmlformats.org/officeDocument/2006/relationships/customXml" Target="../ink/ink18.xml"/><Relationship Id="rId15" Type="http://schemas.openxmlformats.org/officeDocument/2006/relationships/customXml" Target="../ink/ink23.xml"/><Relationship Id="rId10" Type="http://schemas.openxmlformats.org/officeDocument/2006/relationships/image" Target="../media/image20.png"/><Relationship Id="rId4" Type="http://schemas.openxmlformats.org/officeDocument/2006/relationships/image" Target="../media/image17.png"/><Relationship Id="rId9" Type="http://schemas.openxmlformats.org/officeDocument/2006/relationships/customXml" Target="../ink/ink20.xml"/><Relationship Id="rId1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customXml" Target="../ink/ink29.xml"/><Relationship Id="rId18" Type="http://schemas.openxmlformats.org/officeDocument/2006/relationships/image" Target="../media/image32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12" Type="http://schemas.openxmlformats.org/officeDocument/2006/relationships/image" Target="../media/image29.png"/><Relationship Id="rId17" Type="http://schemas.openxmlformats.org/officeDocument/2006/relationships/customXml" Target="../ink/ink31.xml"/><Relationship Id="rId2" Type="http://schemas.openxmlformats.org/officeDocument/2006/relationships/image" Target="../media/image24.png"/><Relationship Id="rId16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customXml" Target="../ink/ink28.xml"/><Relationship Id="rId5" Type="http://schemas.openxmlformats.org/officeDocument/2006/relationships/customXml" Target="../ink/ink25.xml"/><Relationship Id="rId15" Type="http://schemas.openxmlformats.org/officeDocument/2006/relationships/customXml" Target="../ink/ink30.xml"/><Relationship Id="rId10" Type="http://schemas.openxmlformats.org/officeDocument/2006/relationships/image" Target="../media/image28.png"/><Relationship Id="rId4" Type="http://schemas.openxmlformats.org/officeDocument/2006/relationships/image" Target="../media/image25.png"/><Relationship Id="rId9" Type="http://schemas.openxmlformats.org/officeDocument/2006/relationships/customXml" Target="../ink/ink27.xml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customXml" Target="../ink/ink40.xml"/><Relationship Id="rId26" Type="http://schemas.openxmlformats.org/officeDocument/2006/relationships/customXml" Target="../ink/ink44.xml"/><Relationship Id="rId39" Type="http://schemas.openxmlformats.org/officeDocument/2006/relationships/image" Target="../media/image51.png"/><Relationship Id="rId21" Type="http://schemas.openxmlformats.org/officeDocument/2006/relationships/image" Target="../media/image42.png"/><Relationship Id="rId34" Type="http://schemas.openxmlformats.org/officeDocument/2006/relationships/customXml" Target="../ink/ink48.xml"/><Relationship Id="rId42" Type="http://schemas.openxmlformats.org/officeDocument/2006/relationships/customXml" Target="../ink/ink52.xml"/><Relationship Id="rId47" Type="http://schemas.openxmlformats.org/officeDocument/2006/relationships/image" Target="../media/image55.png"/><Relationship Id="rId50" Type="http://schemas.openxmlformats.org/officeDocument/2006/relationships/customXml" Target="../ink/ink56.xml"/><Relationship Id="rId55" Type="http://schemas.openxmlformats.org/officeDocument/2006/relationships/image" Target="../media/image59.png"/><Relationship Id="rId63" Type="http://schemas.openxmlformats.org/officeDocument/2006/relationships/image" Target="../media/image63.png"/><Relationship Id="rId68" Type="http://schemas.openxmlformats.org/officeDocument/2006/relationships/customXml" Target="../ink/ink65.xml"/><Relationship Id="rId7" Type="http://schemas.openxmlformats.org/officeDocument/2006/relationships/image" Target="../media/image35.png"/><Relationship Id="rId71" Type="http://schemas.openxmlformats.org/officeDocument/2006/relationships/image" Target="../media/image67.png"/><Relationship Id="rId2" Type="http://schemas.openxmlformats.org/officeDocument/2006/relationships/customXml" Target="../ink/ink32.xml"/><Relationship Id="rId16" Type="http://schemas.openxmlformats.org/officeDocument/2006/relationships/customXml" Target="../ink/ink39.xml"/><Relationship Id="rId29" Type="http://schemas.openxmlformats.org/officeDocument/2006/relationships/image" Target="../media/image46.png"/><Relationship Id="rId11" Type="http://schemas.openxmlformats.org/officeDocument/2006/relationships/image" Target="../media/image37.png"/><Relationship Id="rId24" Type="http://schemas.openxmlformats.org/officeDocument/2006/relationships/customXml" Target="../ink/ink43.xml"/><Relationship Id="rId32" Type="http://schemas.openxmlformats.org/officeDocument/2006/relationships/customXml" Target="../ink/ink47.xml"/><Relationship Id="rId37" Type="http://schemas.openxmlformats.org/officeDocument/2006/relationships/image" Target="../media/image50.png"/><Relationship Id="rId40" Type="http://schemas.openxmlformats.org/officeDocument/2006/relationships/customXml" Target="../ink/ink51.xml"/><Relationship Id="rId45" Type="http://schemas.openxmlformats.org/officeDocument/2006/relationships/image" Target="../media/image54.png"/><Relationship Id="rId53" Type="http://schemas.openxmlformats.org/officeDocument/2006/relationships/image" Target="../media/image58.png"/><Relationship Id="rId58" Type="http://schemas.openxmlformats.org/officeDocument/2006/relationships/customXml" Target="../ink/ink60.xml"/><Relationship Id="rId66" Type="http://schemas.openxmlformats.org/officeDocument/2006/relationships/customXml" Target="../ink/ink64.xml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23" Type="http://schemas.openxmlformats.org/officeDocument/2006/relationships/image" Target="../media/image43.png"/><Relationship Id="rId28" Type="http://schemas.openxmlformats.org/officeDocument/2006/relationships/customXml" Target="../ink/ink45.xml"/><Relationship Id="rId36" Type="http://schemas.openxmlformats.org/officeDocument/2006/relationships/customXml" Target="../ink/ink49.xml"/><Relationship Id="rId49" Type="http://schemas.openxmlformats.org/officeDocument/2006/relationships/image" Target="../media/image56.png"/><Relationship Id="rId57" Type="http://schemas.openxmlformats.org/officeDocument/2006/relationships/image" Target="../media/image60.png"/><Relationship Id="rId61" Type="http://schemas.openxmlformats.org/officeDocument/2006/relationships/image" Target="../media/image62.png"/><Relationship Id="rId10" Type="http://schemas.openxmlformats.org/officeDocument/2006/relationships/customXml" Target="../ink/ink36.xml"/><Relationship Id="rId19" Type="http://schemas.openxmlformats.org/officeDocument/2006/relationships/image" Target="../media/image41.png"/><Relationship Id="rId31" Type="http://schemas.openxmlformats.org/officeDocument/2006/relationships/image" Target="../media/image47.png"/><Relationship Id="rId44" Type="http://schemas.openxmlformats.org/officeDocument/2006/relationships/customXml" Target="../ink/ink53.xml"/><Relationship Id="rId52" Type="http://schemas.openxmlformats.org/officeDocument/2006/relationships/customXml" Target="../ink/ink57.xml"/><Relationship Id="rId60" Type="http://schemas.openxmlformats.org/officeDocument/2006/relationships/customXml" Target="../ink/ink61.xml"/><Relationship Id="rId65" Type="http://schemas.openxmlformats.org/officeDocument/2006/relationships/image" Target="../media/image64.png"/><Relationship Id="rId73" Type="http://schemas.openxmlformats.org/officeDocument/2006/relationships/image" Target="../media/image68.png"/><Relationship Id="rId4" Type="http://schemas.openxmlformats.org/officeDocument/2006/relationships/customXml" Target="../ink/ink33.xml"/><Relationship Id="rId9" Type="http://schemas.openxmlformats.org/officeDocument/2006/relationships/image" Target="../media/image36.png"/><Relationship Id="rId14" Type="http://schemas.openxmlformats.org/officeDocument/2006/relationships/customXml" Target="../ink/ink38.xml"/><Relationship Id="rId22" Type="http://schemas.openxmlformats.org/officeDocument/2006/relationships/customXml" Target="../ink/ink42.xml"/><Relationship Id="rId27" Type="http://schemas.openxmlformats.org/officeDocument/2006/relationships/image" Target="../media/image45.png"/><Relationship Id="rId30" Type="http://schemas.openxmlformats.org/officeDocument/2006/relationships/customXml" Target="../ink/ink46.xml"/><Relationship Id="rId35" Type="http://schemas.openxmlformats.org/officeDocument/2006/relationships/image" Target="../media/image49.png"/><Relationship Id="rId43" Type="http://schemas.openxmlformats.org/officeDocument/2006/relationships/image" Target="../media/image53.png"/><Relationship Id="rId48" Type="http://schemas.openxmlformats.org/officeDocument/2006/relationships/customXml" Target="../ink/ink55.xml"/><Relationship Id="rId56" Type="http://schemas.openxmlformats.org/officeDocument/2006/relationships/customXml" Target="../ink/ink59.xml"/><Relationship Id="rId64" Type="http://schemas.openxmlformats.org/officeDocument/2006/relationships/customXml" Target="../ink/ink63.xml"/><Relationship Id="rId69" Type="http://schemas.openxmlformats.org/officeDocument/2006/relationships/image" Target="../media/image66.png"/><Relationship Id="rId8" Type="http://schemas.openxmlformats.org/officeDocument/2006/relationships/customXml" Target="../ink/ink35.xml"/><Relationship Id="rId51" Type="http://schemas.openxmlformats.org/officeDocument/2006/relationships/image" Target="../media/image57.png"/><Relationship Id="rId72" Type="http://schemas.openxmlformats.org/officeDocument/2006/relationships/customXml" Target="../ink/ink67.xml"/><Relationship Id="rId3" Type="http://schemas.openxmlformats.org/officeDocument/2006/relationships/image" Target="../media/image33.png"/><Relationship Id="rId12" Type="http://schemas.openxmlformats.org/officeDocument/2006/relationships/customXml" Target="../ink/ink37.xml"/><Relationship Id="rId17" Type="http://schemas.openxmlformats.org/officeDocument/2006/relationships/image" Target="../media/image40.png"/><Relationship Id="rId25" Type="http://schemas.openxmlformats.org/officeDocument/2006/relationships/image" Target="../media/image44.png"/><Relationship Id="rId33" Type="http://schemas.openxmlformats.org/officeDocument/2006/relationships/image" Target="../media/image48.png"/><Relationship Id="rId38" Type="http://schemas.openxmlformats.org/officeDocument/2006/relationships/customXml" Target="../ink/ink50.xml"/><Relationship Id="rId46" Type="http://schemas.openxmlformats.org/officeDocument/2006/relationships/customXml" Target="../ink/ink54.xml"/><Relationship Id="rId59" Type="http://schemas.openxmlformats.org/officeDocument/2006/relationships/image" Target="../media/image61.png"/><Relationship Id="rId67" Type="http://schemas.openxmlformats.org/officeDocument/2006/relationships/image" Target="../media/image65.png"/><Relationship Id="rId20" Type="http://schemas.openxmlformats.org/officeDocument/2006/relationships/customXml" Target="../ink/ink41.xml"/><Relationship Id="rId41" Type="http://schemas.openxmlformats.org/officeDocument/2006/relationships/image" Target="../media/image52.png"/><Relationship Id="rId54" Type="http://schemas.openxmlformats.org/officeDocument/2006/relationships/customXml" Target="../ink/ink58.xml"/><Relationship Id="rId62" Type="http://schemas.openxmlformats.org/officeDocument/2006/relationships/customXml" Target="../ink/ink62.xml"/><Relationship Id="rId70" Type="http://schemas.openxmlformats.org/officeDocument/2006/relationships/customXml" Target="../ink/ink6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customXml" Target="../ink/ink73.xml"/><Relationship Id="rId18" Type="http://schemas.openxmlformats.org/officeDocument/2006/relationships/image" Target="../media/image76.png"/><Relationship Id="rId26" Type="http://schemas.openxmlformats.org/officeDocument/2006/relationships/image" Target="../media/image80.png"/><Relationship Id="rId3" Type="http://schemas.openxmlformats.org/officeDocument/2006/relationships/customXml" Target="../ink/ink68.xml"/><Relationship Id="rId21" Type="http://schemas.openxmlformats.org/officeDocument/2006/relationships/customXml" Target="../ink/ink77.xml"/><Relationship Id="rId7" Type="http://schemas.openxmlformats.org/officeDocument/2006/relationships/customXml" Target="../ink/ink70.xml"/><Relationship Id="rId12" Type="http://schemas.openxmlformats.org/officeDocument/2006/relationships/image" Target="../media/image73.png"/><Relationship Id="rId17" Type="http://schemas.openxmlformats.org/officeDocument/2006/relationships/customXml" Target="../ink/ink75.xml"/><Relationship Id="rId25" Type="http://schemas.openxmlformats.org/officeDocument/2006/relationships/customXml" Target="../ink/ink79.xml"/><Relationship Id="rId2" Type="http://schemas.openxmlformats.org/officeDocument/2006/relationships/image" Target="../media/image69.png"/><Relationship Id="rId16" Type="http://schemas.openxmlformats.org/officeDocument/2006/relationships/image" Target="../media/image75.png"/><Relationship Id="rId20" Type="http://schemas.openxmlformats.org/officeDocument/2006/relationships/image" Target="../media/image77.png"/><Relationship Id="rId29" Type="http://schemas.openxmlformats.org/officeDocument/2006/relationships/customXml" Target="../ink/ink8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11" Type="http://schemas.openxmlformats.org/officeDocument/2006/relationships/customXml" Target="../ink/ink72.xml"/><Relationship Id="rId24" Type="http://schemas.openxmlformats.org/officeDocument/2006/relationships/image" Target="../media/image79.png"/><Relationship Id="rId5" Type="http://schemas.openxmlformats.org/officeDocument/2006/relationships/customXml" Target="../ink/ink69.xml"/><Relationship Id="rId15" Type="http://schemas.openxmlformats.org/officeDocument/2006/relationships/customXml" Target="../ink/ink74.xml"/><Relationship Id="rId23" Type="http://schemas.openxmlformats.org/officeDocument/2006/relationships/customXml" Target="../ink/ink78.xml"/><Relationship Id="rId28" Type="http://schemas.openxmlformats.org/officeDocument/2006/relationships/image" Target="../media/image81.png"/><Relationship Id="rId10" Type="http://schemas.openxmlformats.org/officeDocument/2006/relationships/image" Target="../media/image72.png"/><Relationship Id="rId19" Type="http://schemas.openxmlformats.org/officeDocument/2006/relationships/customXml" Target="../ink/ink76.xml"/><Relationship Id="rId31" Type="http://schemas.openxmlformats.org/officeDocument/2006/relationships/image" Target="../media/image82.png"/><Relationship Id="rId4" Type="http://schemas.openxmlformats.org/officeDocument/2006/relationships/image" Target="../media/image45.png"/><Relationship Id="rId9" Type="http://schemas.openxmlformats.org/officeDocument/2006/relationships/customXml" Target="../ink/ink71.xml"/><Relationship Id="rId14" Type="http://schemas.openxmlformats.org/officeDocument/2006/relationships/image" Target="../media/image74.png"/><Relationship Id="rId22" Type="http://schemas.openxmlformats.org/officeDocument/2006/relationships/image" Target="../media/image78.png"/><Relationship Id="rId27" Type="http://schemas.openxmlformats.org/officeDocument/2006/relationships/customXml" Target="../ink/ink80.xml"/><Relationship Id="rId30" Type="http://schemas.openxmlformats.org/officeDocument/2006/relationships/customXml" Target="../ink/ink8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customXml" Target="../ink/ink88.xml"/><Relationship Id="rId18" Type="http://schemas.openxmlformats.org/officeDocument/2006/relationships/image" Target="../media/image90.png"/><Relationship Id="rId26" Type="http://schemas.openxmlformats.org/officeDocument/2006/relationships/image" Target="../media/image94.png"/><Relationship Id="rId3" Type="http://schemas.openxmlformats.org/officeDocument/2006/relationships/customXml" Target="../ink/ink83.xml"/><Relationship Id="rId21" Type="http://schemas.openxmlformats.org/officeDocument/2006/relationships/customXml" Target="../ink/ink92.xml"/><Relationship Id="rId34" Type="http://schemas.openxmlformats.org/officeDocument/2006/relationships/image" Target="../media/image98.png"/><Relationship Id="rId7" Type="http://schemas.openxmlformats.org/officeDocument/2006/relationships/customXml" Target="../ink/ink85.xml"/><Relationship Id="rId12" Type="http://schemas.openxmlformats.org/officeDocument/2006/relationships/image" Target="../media/image87.png"/><Relationship Id="rId17" Type="http://schemas.openxmlformats.org/officeDocument/2006/relationships/customXml" Target="../ink/ink90.xml"/><Relationship Id="rId25" Type="http://schemas.openxmlformats.org/officeDocument/2006/relationships/customXml" Target="../ink/ink94.xml"/><Relationship Id="rId33" Type="http://schemas.openxmlformats.org/officeDocument/2006/relationships/customXml" Target="../ink/ink98.xml"/><Relationship Id="rId2" Type="http://schemas.openxmlformats.org/officeDocument/2006/relationships/image" Target="../media/image83.png"/><Relationship Id="rId16" Type="http://schemas.openxmlformats.org/officeDocument/2006/relationships/image" Target="../media/image89.png"/><Relationship Id="rId20" Type="http://schemas.openxmlformats.org/officeDocument/2006/relationships/image" Target="../media/image91.png"/><Relationship Id="rId29" Type="http://schemas.openxmlformats.org/officeDocument/2006/relationships/customXml" Target="../ink/ink9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customXml" Target="../ink/ink87.xml"/><Relationship Id="rId24" Type="http://schemas.openxmlformats.org/officeDocument/2006/relationships/image" Target="../media/image93.png"/><Relationship Id="rId32" Type="http://schemas.openxmlformats.org/officeDocument/2006/relationships/image" Target="../media/image97.png"/><Relationship Id="rId5" Type="http://schemas.openxmlformats.org/officeDocument/2006/relationships/customXml" Target="../ink/ink84.xml"/><Relationship Id="rId15" Type="http://schemas.openxmlformats.org/officeDocument/2006/relationships/customXml" Target="../ink/ink89.xml"/><Relationship Id="rId23" Type="http://schemas.openxmlformats.org/officeDocument/2006/relationships/customXml" Target="../ink/ink93.xml"/><Relationship Id="rId28" Type="http://schemas.openxmlformats.org/officeDocument/2006/relationships/image" Target="../media/image95.png"/><Relationship Id="rId10" Type="http://schemas.openxmlformats.org/officeDocument/2006/relationships/image" Target="../media/image86.png"/><Relationship Id="rId19" Type="http://schemas.openxmlformats.org/officeDocument/2006/relationships/customXml" Target="../ink/ink91.xml"/><Relationship Id="rId31" Type="http://schemas.openxmlformats.org/officeDocument/2006/relationships/customXml" Target="../ink/ink97.xml"/><Relationship Id="rId4" Type="http://schemas.openxmlformats.org/officeDocument/2006/relationships/image" Target="../media/image84.png"/><Relationship Id="rId9" Type="http://schemas.openxmlformats.org/officeDocument/2006/relationships/customXml" Target="../ink/ink86.xml"/><Relationship Id="rId14" Type="http://schemas.openxmlformats.org/officeDocument/2006/relationships/image" Target="../media/image88.png"/><Relationship Id="rId22" Type="http://schemas.openxmlformats.org/officeDocument/2006/relationships/image" Target="../media/image92.png"/><Relationship Id="rId27" Type="http://schemas.openxmlformats.org/officeDocument/2006/relationships/customXml" Target="../ink/ink95.xml"/><Relationship Id="rId30" Type="http://schemas.openxmlformats.org/officeDocument/2006/relationships/image" Target="../media/image9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customXml" Target="../ink/ink9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05.png"/><Relationship Id="rId18" Type="http://schemas.openxmlformats.org/officeDocument/2006/relationships/customXml" Target="../ink/ink108.xml"/><Relationship Id="rId3" Type="http://schemas.openxmlformats.org/officeDocument/2006/relationships/image" Target="../media/image100.png"/><Relationship Id="rId7" Type="http://schemas.openxmlformats.org/officeDocument/2006/relationships/image" Target="../media/image102.png"/><Relationship Id="rId12" Type="http://schemas.openxmlformats.org/officeDocument/2006/relationships/customXml" Target="../ink/ink105.xml"/><Relationship Id="rId17" Type="http://schemas.openxmlformats.org/officeDocument/2006/relationships/image" Target="../media/image107.png"/><Relationship Id="rId2" Type="http://schemas.openxmlformats.org/officeDocument/2006/relationships/customXml" Target="../ink/ink100.xml"/><Relationship Id="rId16" Type="http://schemas.openxmlformats.org/officeDocument/2006/relationships/customXml" Target="../ink/ink1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11" Type="http://schemas.openxmlformats.org/officeDocument/2006/relationships/image" Target="../media/image104.png"/><Relationship Id="rId5" Type="http://schemas.openxmlformats.org/officeDocument/2006/relationships/image" Target="../media/image101.png"/><Relationship Id="rId15" Type="http://schemas.openxmlformats.org/officeDocument/2006/relationships/image" Target="../media/image106.png"/><Relationship Id="rId10" Type="http://schemas.openxmlformats.org/officeDocument/2006/relationships/customXml" Target="../ink/ink104.xml"/><Relationship Id="rId19" Type="http://schemas.openxmlformats.org/officeDocument/2006/relationships/image" Target="../media/image108.png"/><Relationship Id="rId4" Type="http://schemas.openxmlformats.org/officeDocument/2006/relationships/customXml" Target="../ink/ink101.xml"/><Relationship Id="rId9" Type="http://schemas.openxmlformats.org/officeDocument/2006/relationships/image" Target="../media/image103.png"/><Relationship Id="rId14" Type="http://schemas.openxmlformats.org/officeDocument/2006/relationships/customXml" Target="../ink/ink10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customXml" Target="../ink/ink114.xml"/><Relationship Id="rId18" Type="http://schemas.openxmlformats.org/officeDocument/2006/relationships/image" Target="../media/image116.png"/><Relationship Id="rId26" Type="http://schemas.openxmlformats.org/officeDocument/2006/relationships/customXml" Target="../ink/ink121.xml"/><Relationship Id="rId39" Type="http://schemas.openxmlformats.org/officeDocument/2006/relationships/image" Target="../media/image126.png"/><Relationship Id="rId3" Type="http://schemas.openxmlformats.org/officeDocument/2006/relationships/customXml" Target="../ink/ink109.xml"/><Relationship Id="rId21" Type="http://schemas.openxmlformats.org/officeDocument/2006/relationships/customXml" Target="../ink/ink118.xml"/><Relationship Id="rId34" Type="http://schemas.openxmlformats.org/officeDocument/2006/relationships/customXml" Target="../ink/ink125.xml"/><Relationship Id="rId7" Type="http://schemas.openxmlformats.org/officeDocument/2006/relationships/customXml" Target="../ink/ink111.xml"/><Relationship Id="rId12" Type="http://schemas.openxmlformats.org/officeDocument/2006/relationships/image" Target="../media/image113.png"/><Relationship Id="rId17" Type="http://schemas.openxmlformats.org/officeDocument/2006/relationships/customXml" Target="../ink/ink116.xml"/><Relationship Id="rId25" Type="http://schemas.openxmlformats.org/officeDocument/2006/relationships/image" Target="../media/image119.png"/><Relationship Id="rId33" Type="http://schemas.openxmlformats.org/officeDocument/2006/relationships/image" Target="../media/image123.png"/><Relationship Id="rId38" Type="http://schemas.openxmlformats.org/officeDocument/2006/relationships/customXml" Target="../ink/ink127.xml"/><Relationship Id="rId2" Type="http://schemas.openxmlformats.org/officeDocument/2006/relationships/image" Target="../media/image109.png"/><Relationship Id="rId16" Type="http://schemas.openxmlformats.org/officeDocument/2006/relationships/image" Target="../media/image115.png"/><Relationship Id="rId20" Type="http://schemas.openxmlformats.org/officeDocument/2006/relationships/image" Target="../media/image117.png"/><Relationship Id="rId29" Type="http://schemas.openxmlformats.org/officeDocument/2006/relationships/image" Target="../media/image121.png"/><Relationship Id="rId41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11" Type="http://schemas.openxmlformats.org/officeDocument/2006/relationships/customXml" Target="../ink/ink113.xml"/><Relationship Id="rId24" Type="http://schemas.openxmlformats.org/officeDocument/2006/relationships/customXml" Target="../ink/ink120.xml"/><Relationship Id="rId32" Type="http://schemas.openxmlformats.org/officeDocument/2006/relationships/customXml" Target="../ink/ink124.xml"/><Relationship Id="rId37" Type="http://schemas.openxmlformats.org/officeDocument/2006/relationships/image" Target="../media/image125.png"/><Relationship Id="rId40" Type="http://schemas.openxmlformats.org/officeDocument/2006/relationships/customXml" Target="../ink/ink128.xml"/><Relationship Id="rId5" Type="http://schemas.openxmlformats.org/officeDocument/2006/relationships/customXml" Target="../ink/ink110.xml"/><Relationship Id="rId15" Type="http://schemas.openxmlformats.org/officeDocument/2006/relationships/customXml" Target="../ink/ink115.xml"/><Relationship Id="rId23" Type="http://schemas.openxmlformats.org/officeDocument/2006/relationships/customXml" Target="../ink/ink119.xml"/><Relationship Id="rId28" Type="http://schemas.openxmlformats.org/officeDocument/2006/relationships/customXml" Target="../ink/ink122.xml"/><Relationship Id="rId36" Type="http://schemas.openxmlformats.org/officeDocument/2006/relationships/customXml" Target="../ink/ink126.xml"/><Relationship Id="rId10" Type="http://schemas.openxmlformats.org/officeDocument/2006/relationships/image" Target="../media/image112.png"/><Relationship Id="rId19" Type="http://schemas.openxmlformats.org/officeDocument/2006/relationships/customXml" Target="../ink/ink117.xml"/><Relationship Id="rId31" Type="http://schemas.openxmlformats.org/officeDocument/2006/relationships/image" Target="../media/image122.png"/><Relationship Id="rId4" Type="http://schemas.openxmlformats.org/officeDocument/2006/relationships/image" Target="../media/image45.png"/><Relationship Id="rId9" Type="http://schemas.openxmlformats.org/officeDocument/2006/relationships/customXml" Target="../ink/ink112.xml"/><Relationship Id="rId14" Type="http://schemas.openxmlformats.org/officeDocument/2006/relationships/image" Target="../media/image114.png"/><Relationship Id="rId22" Type="http://schemas.openxmlformats.org/officeDocument/2006/relationships/image" Target="../media/image118.png"/><Relationship Id="rId27" Type="http://schemas.openxmlformats.org/officeDocument/2006/relationships/image" Target="../media/image120.png"/><Relationship Id="rId30" Type="http://schemas.openxmlformats.org/officeDocument/2006/relationships/customXml" Target="../ink/ink123.xml"/><Relationship Id="rId35" Type="http://schemas.openxmlformats.org/officeDocument/2006/relationships/image" Target="../media/image12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45.png"/><Relationship Id="rId18" Type="http://schemas.openxmlformats.org/officeDocument/2006/relationships/customXml" Target="../ink/ink132.xml"/><Relationship Id="rId26" Type="http://schemas.openxmlformats.org/officeDocument/2006/relationships/customXml" Target="../ink/ink136.xml"/><Relationship Id="rId3" Type="http://schemas.openxmlformats.org/officeDocument/2006/relationships/diagramLayout" Target="../diagrams/layout1.xml"/><Relationship Id="rId21" Type="http://schemas.openxmlformats.org/officeDocument/2006/relationships/image" Target="../media/image131.png"/><Relationship Id="rId7" Type="http://schemas.openxmlformats.org/officeDocument/2006/relationships/diagramData" Target="../diagrams/data2.xml"/><Relationship Id="rId12" Type="http://schemas.openxmlformats.org/officeDocument/2006/relationships/customXml" Target="../ink/ink129.xml"/><Relationship Id="rId17" Type="http://schemas.openxmlformats.org/officeDocument/2006/relationships/image" Target="../media/image129.png"/><Relationship Id="rId25" Type="http://schemas.openxmlformats.org/officeDocument/2006/relationships/image" Target="../media/image133.png"/><Relationship Id="rId2" Type="http://schemas.openxmlformats.org/officeDocument/2006/relationships/diagramData" Target="../diagrams/data1.xml"/><Relationship Id="rId16" Type="http://schemas.openxmlformats.org/officeDocument/2006/relationships/customXml" Target="../ink/ink131.xml"/><Relationship Id="rId20" Type="http://schemas.openxmlformats.org/officeDocument/2006/relationships/customXml" Target="../ink/ink1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24" Type="http://schemas.openxmlformats.org/officeDocument/2006/relationships/customXml" Target="../ink/ink135.xml"/><Relationship Id="rId5" Type="http://schemas.openxmlformats.org/officeDocument/2006/relationships/diagramColors" Target="../diagrams/colors1.xml"/><Relationship Id="rId15" Type="http://schemas.openxmlformats.org/officeDocument/2006/relationships/image" Target="../media/image128.png"/><Relationship Id="rId23" Type="http://schemas.openxmlformats.org/officeDocument/2006/relationships/image" Target="../media/image132.png"/><Relationship Id="rId10" Type="http://schemas.openxmlformats.org/officeDocument/2006/relationships/diagramColors" Target="../diagrams/colors2.xml"/><Relationship Id="rId19" Type="http://schemas.openxmlformats.org/officeDocument/2006/relationships/image" Target="../media/image130.png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customXml" Target="../ink/ink130.xml"/><Relationship Id="rId22" Type="http://schemas.openxmlformats.org/officeDocument/2006/relationships/customXml" Target="../ink/ink134.xml"/><Relationship Id="rId27" Type="http://schemas.openxmlformats.org/officeDocument/2006/relationships/image" Target="../media/image1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0.xml"/><Relationship Id="rId13" Type="http://schemas.openxmlformats.org/officeDocument/2006/relationships/image" Target="../media/image140.png"/><Relationship Id="rId3" Type="http://schemas.openxmlformats.org/officeDocument/2006/relationships/image" Target="../media/image135.png"/><Relationship Id="rId7" Type="http://schemas.openxmlformats.org/officeDocument/2006/relationships/image" Target="../media/image137.png"/><Relationship Id="rId12" Type="http://schemas.openxmlformats.org/officeDocument/2006/relationships/customXml" Target="../ink/ink142.xml"/><Relationship Id="rId2" Type="http://schemas.openxmlformats.org/officeDocument/2006/relationships/customXml" Target="../ink/ink13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9.xml"/><Relationship Id="rId11" Type="http://schemas.openxmlformats.org/officeDocument/2006/relationships/image" Target="../media/image139.png"/><Relationship Id="rId5" Type="http://schemas.openxmlformats.org/officeDocument/2006/relationships/image" Target="../media/image136.png"/><Relationship Id="rId10" Type="http://schemas.openxmlformats.org/officeDocument/2006/relationships/customXml" Target="../ink/ink141.xml"/><Relationship Id="rId4" Type="http://schemas.openxmlformats.org/officeDocument/2006/relationships/customXml" Target="../ink/ink138.xml"/><Relationship Id="rId9" Type="http://schemas.openxmlformats.org/officeDocument/2006/relationships/image" Target="../media/image1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7" Type="http://schemas.openxmlformats.org/officeDocument/2006/relationships/image" Target="../media/image143.png"/><Relationship Id="rId2" Type="http://schemas.openxmlformats.org/officeDocument/2006/relationships/customXml" Target="../ink/ink14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5.xml"/><Relationship Id="rId5" Type="http://schemas.openxmlformats.org/officeDocument/2006/relationships/image" Target="../media/image142.png"/><Relationship Id="rId4" Type="http://schemas.openxmlformats.org/officeDocument/2006/relationships/customXml" Target="../ink/ink144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8.xml"/><Relationship Id="rId13" Type="http://schemas.openxmlformats.org/officeDocument/2006/relationships/image" Target="../media/image150.png"/><Relationship Id="rId18" Type="http://schemas.openxmlformats.org/officeDocument/2006/relationships/customXml" Target="../ink/ink153.xml"/><Relationship Id="rId26" Type="http://schemas.openxmlformats.org/officeDocument/2006/relationships/customXml" Target="../ink/ink157.xml"/><Relationship Id="rId3" Type="http://schemas.openxmlformats.org/officeDocument/2006/relationships/image" Target="../media/image145.png"/><Relationship Id="rId21" Type="http://schemas.openxmlformats.org/officeDocument/2006/relationships/image" Target="../media/image154.png"/><Relationship Id="rId7" Type="http://schemas.openxmlformats.org/officeDocument/2006/relationships/image" Target="../media/image147.png"/><Relationship Id="rId12" Type="http://schemas.openxmlformats.org/officeDocument/2006/relationships/customXml" Target="../ink/ink150.xml"/><Relationship Id="rId17" Type="http://schemas.openxmlformats.org/officeDocument/2006/relationships/image" Target="../media/image152.png"/><Relationship Id="rId25" Type="http://schemas.openxmlformats.org/officeDocument/2006/relationships/image" Target="../media/image45.png"/><Relationship Id="rId2" Type="http://schemas.openxmlformats.org/officeDocument/2006/relationships/image" Target="../media/image144.png"/><Relationship Id="rId16" Type="http://schemas.openxmlformats.org/officeDocument/2006/relationships/customXml" Target="../ink/ink152.xml"/><Relationship Id="rId20" Type="http://schemas.openxmlformats.org/officeDocument/2006/relationships/customXml" Target="../ink/ink154.xml"/><Relationship Id="rId29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7.xml"/><Relationship Id="rId11" Type="http://schemas.openxmlformats.org/officeDocument/2006/relationships/image" Target="../media/image149.png"/><Relationship Id="rId24" Type="http://schemas.openxmlformats.org/officeDocument/2006/relationships/customXml" Target="../ink/ink156.xml"/><Relationship Id="rId5" Type="http://schemas.openxmlformats.org/officeDocument/2006/relationships/image" Target="../media/image146.png"/><Relationship Id="rId15" Type="http://schemas.openxmlformats.org/officeDocument/2006/relationships/image" Target="../media/image151.png"/><Relationship Id="rId23" Type="http://schemas.openxmlformats.org/officeDocument/2006/relationships/image" Target="../media/image155.png"/><Relationship Id="rId28" Type="http://schemas.openxmlformats.org/officeDocument/2006/relationships/customXml" Target="../ink/ink158.xml"/><Relationship Id="rId10" Type="http://schemas.openxmlformats.org/officeDocument/2006/relationships/customXml" Target="../ink/ink149.xml"/><Relationship Id="rId19" Type="http://schemas.openxmlformats.org/officeDocument/2006/relationships/image" Target="../media/image153.png"/><Relationship Id="rId4" Type="http://schemas.openxmlformats.org/officeDocument/2006/relationships/customXml" Target="../ink/ink146.xml"/><Relationship Id="rId9" Type="http://schemas.openxmlformats.org/officeDocument/2006/relationships/image" Target="../media/image148.png"/><Relationship Id="rId14" Type="http://schemas.openxmlformats.org/officeDocument/2006/relationships/customXml" Target="../ink/ink151.xml"/><Relationship Id="rId22" Type="http://schemas.openxmlformats.org/officeDocument/2006/relationships/customXml" Target="../ink/ink155.xml"/><Relationship Id="rId27" Type="http://schemas.openxmlformats.org/officeDocument/2006/relationships/image" Target="../media/image15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customXml" Target="../ink/ink164.xml"/><Relationship Id="rId18" Type="http://schemas.openxmlformats.org/officeDocument/2006/relationships/image" Target="../media/image168.png"/><Relationship Id="rId26" Type="http://schemas.openxmlformats.org/officeDocument/2006/relationships/image" Target="../media/image172.png"/><Relationship Id="rId3" Type="http://schemas.openxmlformats.org/officeDocument/2006/relationships/customXml" Target="../ink/ink159.xml"/><Relationship Id="rId21" Type="http://schemas.openxmlformats.org/officeDocument/2006/relationships/customXml" Target="../ink/ink168.xml"/><Relationship Id="rId7" Type="http://schemas.openxmlformats.org/officeDocument/2006/relationships/customXml" Target="../ink/ink161.xml"/><Relationship Id="rId12" Type="http://schemas.openxmlformats.org/officeDocument/2006/relationships/image" Target="../media/image165.png"/><Relationship Id="rId17" Type="http://schemas.openxmlformats.org/officeDocument/2006/relationships/customXml" Target="../ink/ink166.xml"/><Relationship Id="rId25" Type="http://schemas.openxmlformats.org/officeDocument/2006/relationships/customXml" Target="../ink/ink170.xml"/><Relationship Id="rId2" Type="http://schemas.openxmlformats.org/officeDocument/2006/relationships/image" Target="../media/image160.png"/><Relationship Id="rId16" Type="http://schemas.openxmlformats.org/officeDocument/2006/relationships/image" Target="../media/image167.png"/><Relationship Id="rId20" Type="http://schemas.openxmlformats.org/officeDocument/2006/relationships/image" Target="../media/image169.png"/><Relationship Id="rId29" Type="http://schemas.openxmlformats.org/officeDocument/2006/relationships/customXml" Target="../ink/ink17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2.png"/><Relationship Id="rId11" Type="http://schemas.openxmlformats.org/officeDocument/2006/relationships/customXml" Target="../ink/ink163.xml"/><Relationship Id="rId24" Type="http://schemas.openxmlformats.org/officeDocument/2006/relationships/image" Target="../media/image171.png"/><Relationship Id="rId32" Type="http://schemas.openxmlformats.org/officeDocument/2006/relationships/image" Target="../media/image175.png"/><Relationship Id="rId5" Type="http://schemas.openxmlformats.org/officeDocument/2006/relationships/customXml" Target="../ink/ink160.xml"/><Relationship Id="rId15" Type="http://schemas.openxmlformats.org/officeDocument/2006/relationships/customXml" Target="../ink/ink165.xml"/><Relationship Id="rId23" Type="http://schemas.openxmlformats.org/officeDocument/2006/relationships/customXml" Target="../ink/ink169.xml"/><Relationship Id="rId28" Type="http://schemas.openxmlformats.org/officeDocument/2006/relationships/image" Target="../media/image173.png"/><Relationship Id="rId10" Type="http://schemas.openxmlformats.org/officeDocument/2006/relationships/image" Target="../media/image164.png"/><Relationship Id="rId19" Type="http://schemas.openxmlformats.org/officeDocument/2006/relationships/customXml" Target="../ink/ink167.xml"/><Relationship Id="rId31" Type="http://schemas.openxmlformats.org/officeDocument/2006/relationships/customXml" Target="../ink/ink173.xml"/><Relationship Id="rId4" Type="http://schemas.openxmlformats.org/officeDocument/2006/relationships/image" Target="../media/image161.png"/><Relationship Id="rId9" Type="http://schemas.openxmlformats.org/officeDocument/2006/relationships/customXml" Target="../ink/ink162.xml"/><Relationship Id="rId14" Type="http://schemas.openxmlformats.org/officeDocument/2006/relationships/image" Target="../media/image166.png"/><Relationship Id="rId22" Type="http://schemas.openxmlformats.org/officeDocument/2006/relationships/image" Target="../media/image170.png"/><Relationship Id="rId27" Type="http://schemas.openxmlformats.org/officeDocument/2006/relationships/customXml" Target="../ink/ink171.xml"/><Relationship Id="rId30" Type="http://schemas.openxmlformats.org/officeDocument/2006/relationships/image" Target="../media/image17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77.xml"/><Relationship Id="rId13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78.png"/><Relationship Id="rId12" Type="http://schemas.openxmlformats.org/officeDocument/2006/relationships/customXml" Target="../ink/ink179.xml"/><Relationship Id="rId17" Type="http://schemas.openxmlformats.org/officeDocument/2006/relationships/image" Target="../media/image183.png"/><Relationship Id="rId2" Type="http://schemas.openxmlformats.org/officeDocument/2006/relationships/customXml" Target="../ink/ink174.xml"/><Relationship Id="rId16" Type="http://schemas.openxmlformats.org/officeDocument/2006/relationships/customXml" Target="../ink/ink18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6.xml"/><Relationship Id="rId11" Type="http://schemas.openxmlformats.org/officeDocument/2006/relationships/image" Target="../media/image180.png"/><Relationship Id="rId5" Type="http://schemas.openxmlformats.org/officeDocument/2006/relationships/image" Target="../media/image177.png"/><Relationship Id="rId15" Type="http://schemas.openxmlformats.org/officeDocument/2006/relationships/image" Target="../media/image182.png"/><Relationship Id="rId10" Type="http://schemas.openxmlformats.org/officeDocument/2006/relationships/customXml" Target="../ink/ink178.xml"/><Relationship Id="rId4" Type="http://schemas.openxmlformats.org/officeDocument/2006/relationships/customXml" Target="../ink/ink175.xml"/><Relationship Id="rId9" Type="http://schemas.openxmlformats.org/officeDocument/2006/relationships/image" Target="../media/image179.png"/><Relationship Id="rId14" Type="http://schemas.openxmlformats.org/officeDocument/2006/relationships/customXml" Target="../ink/ink180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5.xml"/><Relationship Id="rId13" Type="http://schemas.openxmlformats.org/officeDocument/2006/relationships/image" Target="../media/image189.png"/><Relationship Id="rId18" Type="http://schemas.openxmlformats.org/officeDocument/2006/relationships/customXml" Target="../ink/ink190.xml"/><Relationship Id="rId26" Type="http://schemas.openxmlformats.org/officeDocument/2006/relationships/customXml" Target="../ink/ink194.xml"/><Relationship Id="rId39" Type="http://schemas.openxmlformats.org/officeDocument/2006/relationships/image" Target="../media/image202.png"/><Relationship Id="rId3" Type="http://schemas.openxmlformats.org/officeDocument/2006/relationships/image" Target="../media/image184.png"/><Relationship Id="rId21" Type="http://schemas.openxmlformats.org/officeDocument/2006/relationships/image" Target="../media/image193.png"/><Relationship Id="rId34" Type="http://schemas.openxmlformats.org/officeDocument/2006/relationships/customXml" Target="../ink/ink198.xml"/><Relationship Id="rId7" Type="http://schemas.openxmlformats.org/officeDocument/2006/relationships/image" Target="../media/image186.png"/><Relationship Id="rId12" Type="http://schemas.openxmlformats.org/officeDocument/2006/relationships/customXml" Target="../ink/ink187.xml"/><Relationship Id="rId17" Type="http://schemas.openxmlformats.org/officeDocument/2006/relationships/image" Target="../media/image191.png"/><Relationship Id="rId25" Type="http://schemas.openxmlformats.org/officeDocument/2006/relationships/image" Target="../media/image195.png"/><Relationship Id="rId33" Type="http://schemas.openxmlformats.org/officeDocument/2006/relationships/image" Target="../media/image199.png"/><Relationship Id="rId38" Type="http://schemas.openxmlformats.org/officeDocument/2006/relationships/customXml" Target="../ink/ink200.xml"/><Relationship Id="rId2" Type="http://schemas.openxmlformats.org/officeDocument/2006/relationships/customXml" Target="../ink/ink182.xml"/><Relationship Id="rId16" Type="http://schemas.openxmlformats.org/officeDocument/2006/relationships/customXml" Target="../ink/ink189.xml"/><Relationship Id="rId20" Type="http://schemas.openxmlformats.org/officeDocument/2006/relationships/customXml" Target="../ink/ink191.xml"/><Relationship Id="rId29" Type="http://schemas.openxmlformats.org/officeDocument/2006/relationships/image" Target="../media/image19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4.xml"/><Relationship Id="rId11" Type="http://schemas.openxmlformats.org/officeDocument/2006/relationships/image" Target="../media/image188.png"/><Relationship Id="rId24" Type="http://schemas.openxmlformats.org/officeDocument/2006/relationships/customXml" Target="../ink/ink193.xml"/><Relationship Id="rId32" Type="http://schemas.openxmlformats.org/officeDocument/2006/relationships/customXml" Target="../ink/ink197.xml"/><Relationship Id="rId37" Type="http://schemas.openxmlformats.org/officeDocument/2006/relationships/image" Target="../media/image201.png"/><Relationship Id="rId5" Type="http://schemas.openxmlformats.org/officeDocument/2006/relationships/image" Target="../media/image185.png"/><Relationship Id="rId15" Type="http://schemas.openxmlformats.org/officeDocument/2006/relationships/image" Target="../media/image190.png"/><Relationship Id="rId23" Type="http://schemas.openxmlformats.org/officeDocument/2006/relationships/image" Target="../media/image194.png"/><Relationship Id="rId28" Type="http://schemas.openxmlformats.org/officeDocument/2006/relationships/customXml" Target="../ink/ink195.xml"/><Relationship Id="rId36" Type="http://schemas.openxmlformats.org/officeDocument/2006/relationships/customXml" Target="../ink/ink199.xml"/><Relationship Id="rId10" Type="http://schemas.openxmlformats.org/officeDocument/2006/relationships/customXml" Target="../ink/ink186.xml"/><Relationship Id="rId19" Type="http://schemas.openxmlformats.org/officeDocument/2006/relationships/image" Target="../media/image192.png"/><Relationship Id="rId31" Type="http://schemas.openxmlformats.org/officeDocument/2006/relationships/image" Target="../media/image198.png"/><Relationship Id="rId4" Type="http://schemas.openxmlformats.org/officeDocument/2006/relationships/customXml" Target="../ink/ink183.xml"/><Relationship Id="rId9" Type="http://schemas.openxmlformats.org/officeDocument/2006/relationships/image" Target="../media/image187.png"/><Relationship Id="rId14" Type="http://schemas.openxmlformats.org/officeDocument/2006/relationships/customXml" Target="../ink/ink188.xml"/><Relationship Id="rId22" Type="http://schemas.openxmlformats.org/officeDocument/2006/relationships/customXml" Target="../ink/ink192.xml"/><Relationship Id="rId27" Type="http://schemas.openxmlformats.org/officeDocument/2006/relationships/image" Target="../media/image196.png"/><Relationship Id="rId30" Type="http://schemas.openxmlformats.org/officeDocument/2006/relationships/customXml" Target="../ink/ink196.xml"/><Relationship Id="rId35" Type="http://schemas.openxmlformats.org/officeDocument/2006/relationships/image" Target="../media/image20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4.xml"/><Relationship Id="rId3" Type="http://schemas.openxmlformats.org/officeDocument/2006/relationships/image" Target="../media/image203.png"/><Relationship Id="rId7" Type="http://schemas.openxmlformats.org/officeDocument/2006/relationships/image" Target="../media/image204.png"/><Relationship Id="rId2" Type="http://schemas.openxmlformats.org/officeDocument/2006/relationships/customXml" Target="../ink/ink20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3.xml"/><Relationship Id="rId11" Type="http://schemas.openxmlformats.org/officeDocument/2006/relationships/image" Target="../media/image206.png"/><Relationship Id="rId5" Type="http://schemas.openxmlformats.org/officeDocument/2006/relationships/image" Target="../media/image45.png"/><Relationship Id="rId10" Type="http://schemas.openxmlformats.org/officeDocument/2006/relationships/customXml" Target="../ink/ink205.xml"/><Relationship Id="rId4" Type="http://schemas.openxmlformats.org/officeDocument/2006/relationships/customXml" Target="../ink/ink202.xml"/><Relationship Id="rId9" Type="http://schemas.openxmlformats.org/officeDocument/2006/relationships/image" Target="../media/image20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2" Type="http://schemas.openxmlformats.org/officeDocument/2006/relationships/customXml" Target="../ink/ink20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0.xml"/><Relationship Id="rId3" Type="http://schemas.openxmlformats.org/officeDocument/2006/relationships/image" Target="../media/image208.png"/><Relationship Id="rId7" Type="http://schemas.openxmlformats.org/officeDocument/2006/relationships/image" Target="../media/image210.png"/><Relationship Id="rId2" Type="http://schemas.openxmlformats.org/officeDocument/2006/relationships/customXml" Target="../ink/ink20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9.xml"/><Relationship Id="rId5" Type="http://schemas.openxmlformats.org/officeDocument/2006/relationships/image" Target="../media/image209.png"/><Relationship Id="rId4" Type="http://schemas.openxmlformats.org/officeDocument/2006/relationships/customXml" Target="../ink/ink208.xml"/><Relationship Id="rId9" Type="http://schemas.openxmlformats.org/officeDocument/2006/relationships/image" Target="../media/image21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4.xml"/><Relationship Id="rId13" Type="http://schemas.openxmlformats.org/officeDocument/2006/relationships/image" Target="../media/image217.png"/><Relationship Id="rId3" Type="http://schemas.openxmlformats.org/officeDocument/2006/relationships/image" Target="../media/image212.png"/><Relationship Id="rId7" Type="http://schemas.openxmlformats.org/officeDocument/2006/relationships/image" Target="../media/image214.png"/><Relationship Id="rId12" Type="http://schemas.openxmlformats.org/officeDocument/2006/relationships/customXml" Target="../ink/ink216.xml"/><Relationship Id="rId2" Type="http://schemas.openxmlformats.org/officeDocument/2006/relationships/customXml" Target="../ink/ink2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.xml"/><Relationship Id="rId11" Type="http://schemas.openxmlformats.org/officeDocument/2006/relationships/image" Target="../media/image216.png"/><Relationship Id="rId5" Type="http://schemas.openxmlformats.org/officeDocument/2006/relationships/image" Target="../media/image213.png"/><Relationship Id="rId10" Type="http://schemas.openxmlformats.org/officeDocument/2006/relationships/customXml" Target="../ink/ink215.xml"/><Relationship Id="rId4" Type="http://schemas.openxmlformats.org/officeDocument/2006/relationships/customXml" Target="../ink/ink212.xml"/><Relationship Id="rId9" Type="http://schemas.openxmlformats.org/officeDocument/2006/relationships/image" Target="../media/image21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1.png"/><Relationship Id="rId13" Type="http://schemas.openxmlformats.org/officeDocument/2006/relationships/customXml" Target="../ink/ink222.xml"/><Relationship Id="rId18" Type="http://schemas.openxmlformats.org/officeDocument/2006/relationships/image" Target="../media/image226.png"/><Relationship Id="rId3" Type="http://schemas.openxmlformats.org/officeDocument/2006/relationships/customXml" Target="../ink/ink217.xml"/><Relationship Id="rId7" Type="http://schemas.openxmlformats.org/officeDocument/2006/relationships/customXml" Target="../ink/ink219.xml"/><Relationship Id="rId12" Type="http://schemas.openxmlformats.org/officeDocument/2006/relationships/image" Target="../media/image223.png"/><Relationship Id="rId17" Type="http://schemas.openxmlformats.org/officeDocument/2006/relationships/customXml" Target="../ink/ink224.xml"/><Relationship Id="rId2" Type="http://schemas.openxmlformats.org/officeDocument/2006/relationships/image" Target="../media/image218.png"/><Relationship Id="rId16" Type="http://schemas.openxmlformats.org/officeDocument/2006/relationships/image" Target="../media/image225.png"/><Relationship Id="rId20" Type="http://schemas.openxmlformats.org/officeDocument/2006/relationships/image" Target="../media/image2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11" Type="http://schemas.openxmlformats.org/officeDocument/2006/relationships/customXml" Target="../ink/ink221.xml"/><Relationship Id="rId5" Type="http://schemas.openxmlformats.org/officeDocument/2006/relationships/customXml" Target="../ink/ink218.xml"/><Relationship Id="rId15" Type="http://schemas.openxmlformats.org/officeDocument/2006/relationships/customXml" Target="../ink/ink223.xml"/><Relationship Id="rId10" Type="http://schemas.openxmlformats.org/officeDocument/2006/relationships/image" Target="../media/image222.png"/><Relationship Id="rId19" Type="http://schemas.openxmlformats.org/officeDocument/2006/relationships/customXml" Target="../ink/ink225.xml"/><Relationship Id="rId4" Type="http://schemas.openxmlformats.org/officeDocument/2006/relationships/image" Target="../media/image219.png"/><Relationship Id="rId9" Type="http://schemas.openxmlformats.org/officeDocument/2006/relationships/customXml" Target="../ink/ink220.xml"/><Relationship Id="rId14" Type="http://schemas.openxmlformats.org/officeDocument/2006/relationships/image" Target="../media/image224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226.xml"/><Relationship Id="rId7" Type="http://schemas.openxmlformats.org/officeDocument/2006/relationships/customXml" Target="../ink/ink228.xml"/><Relationship Id="rId12" Type="http://schemas.openxmlformats.org/officeDocument/2006/relationships/customXml" Target="../ink/ink232.xml"/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0.png"/><Relationship Id="rId11" Type="http://schemas.openxmlformats.org/officeDocument/2006/relationships/customXml" Target="../ink/ink231.xml"/><Relationship Id="rId5" Type="http://schemas.openxmlformats.org/officeDocument/2006/relationships/customXml" Target="../ink/ink227.xml"/><Relationship Id="rId10" Type="http://schemas.openxmlformats.org/officeDocument/2006/relationships/customXml" Target="../ink/ink230.xml"/><Relationship Id="rId4" Type="http://schemas.openxmlformats.org/officeDocument/2006/relationships/image" Target="../media/image229.png"/><Relationship Id="rId9" Type="http://schemas.openxmlformats.org/officeDocument/2006/relationships/customXml" Target="../ink/ink229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4.png"/><Relationship Id="rId13" Type="http://schemas.openxmlformats.org/officeDocument/2006/relationships/customXml" Target="../ink/ink238.xml"/><Relationship Id="rId18" Type="http://schemas.openxmlformats.org/officeDocument/2006/relationships/image" Target="../media/image239.png"/><Relationship Id="rId3" Type="http://schemas.openxmlformats.org/officeDocument/2006/relationships/customXml" Target="../ink/ink233.xml"/><Relationship Id="rId21" Type="http://schemas.openxmlformats.org/officeDocument/2006/relationships/customXml" Target="../ink/ink242.xml"/><Relationship Id="rId7" Type="http://schemas.openxmlformats.org/officeDocument/2006/relationships/customXml" Target="../ink/ink235.xml"/><Relationship Id="rId12" Type="http://schemas.openxmlformats.org/officeDocument/2006/relationships/image" Target="../media/image236.png"/><Relationship Id="rId17" Type="http://schemas.openxmlformats.org/officeDocument/2006/relationships/customXml" Target="../ink/ink240.xml"/><Relationship Id="rId2" Type="http://schemas.openxmlformats.org/officeDocument/2006/relationships/image" Target="../media/image231.png"/><Relationship Id="rId16" Type="http://schemas.openxmlformats.org/officeDocument/2006/relationships/image" Target="../media/image238.png"/><Relationship Id="rId20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3.png"/><Relationship Id="rId11" Type="http://schemas.openxmlformats.org/officeDocument/2006/relationships/customXml" Target="../ink/ink237.xml"/><Relationship Id="rId24" Type="http://schemas.openxmlformats.org/officeDocument/2006/relationships/image" Target="../media/image242.png"/><Relationship Id="rId5" Type="http://schemas.openxmlformats.org/officeDocument/2006/relationships/customXml" Target="../ink/ink234.xml"/><Relationship Id="rId15" Type="http://schemas.openxmlformats.org/officeDocument/2006/relationships/customXml" Target="../ink/ink239.xml"/><Relationship Id="rId23" Type="http://schemas.openxmlformats.org/officeDocument/2006/relationships/customXml" Target="../ink/ink243.xml"/><Relationship Id="rId10" Type="http://schemas.openxmlformats.org/officeDocument/2006/relationships/image" Target="../media/image235.png"/><Relationship Id="rId19" Type="http://schemas.openxmlformats.org/officeDocument/2006/relationships/customXml" Target="../ink/ink241.xml"/><Relationship Id="rId4" Type="http://schemas.openxmlformats.org/officeDocument/2006/relationships/image" Target="../media/image232.png"/><Relationship Id="rId9" Type="http://schemas.openxmlformats.org/officeDocument/2006/relationships/customXml" Target="../ink/ink236.xml"/><Relationship Id="rId14" Type="http://schemas.openxmlformats.org/officeDocument/2006/relationships/image" Target="../media/image237.png"/><Relationship Id="rId22" Type="http://schemas.openxmlformats.org/officeDocument/2006/relationships/image" Target="../media/image24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6.png"/><Relationship Id="rId13" Type="http://schemas.openxmlformats.org/officeDocument/2006/relationships/customXml" Target="../ink/ink249.xml"/><Relationship Id="rId3" Type="http://schemas.openxmlformats.org/officeDocument/2006/relationships/customXml" Target="../ink/ink244.xml"/><Relationship Id="rId7" Type="http://schemas.openxmlformats.org/officeDocument/2006/relationships/customXml" Target="../ink/ink246.xml"/><Relationship Id="rId12" Type="http://schemas.openxmlformats.org/officeDocument/2006/relationships/image" Target="../media/image248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5.png"/><Relationship Id="rId11" Type="http://schemas.openxmlformats.org/officeDocument/2006/relationships/customXml" Target="../ink/ink248.xml"/><Relationship Id="rId5" Type="http://schemas.openxmlformats.org/officeDocument/2006/relationships/customXml" Target="../ink/ink245.xml"/><Relationship Id="rId10" Type="http://schemas.openxmlformats.org/officeDocument/2006/relationships/image" Target="../media/image247.png"/><Relationship Id="rId4" Type="http://schemas.openxmlformats.org/officeDocument/2006/relationships/image" Target="../media/image244.png"/><Relationship Id="rId9" Type="http://schemas.openxmlformats.org/officeDocument/2006/relationships/customXml" Target="../ink/ink247.xml"/><Relationship Id="rId14" Type="http://schemas.openxmlformats.org/officeDocument/2006/relationships/image" Target="../media/image2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2" Type="http://schemas.openxmlformats.org/officeDocument/2006/relationships/customXml" Target="../ink/ink25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4.png"/><Relationship Id="rId3" Type="http://schemas.openxmlformats.org/officeDocument/2006/relationships/customXml" Target="../ink/ink251.xml"/><Relationship Id="rId7" Type="http://schemas.openxmlformats.org/officeDocument/2006/relationships/customXml" Target="../ink/ink253.xml"/><Relationship Id="rId2" Type="http://schemas.openxmlformats.org/officeDocument/2006/relationships/image" Target="../media/image2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3.png"/><Relationship Id="rId5" Type="http://schemas.openxmlformats.org/officeDocument/2006/relationships/customXml" Target="../ink/ink252.xml"/><Relationship Id="rId10" Type="http://schemas.openxmlformats.org/officeDocument/2006/relationships/image" Target="../media/image255.png"/><Relationship Id="rId4" Type="http://schemas.openxmlformats.org/officeDocument/2006/relationships/image" Target="../media/image252.png"/><Relationship Id="rId9" Type="http://schemas.openxmlformats.org/officeDocument/2006/relationships/customXml" Target="../ink/ink254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1.png"/><Relationship Id="rId18" Type="http://schemas.openxmlformats.org/officeDocument/2006/relationships/customXml" Target="../ink/ink263.xml"/><Relationship Id="rId26" Type="http://schemas.openxmlformats.org/officeDocument/2006/relationships/customXml" Target="../ink/ink267.xml"/><Relationship Id="rId39" Type="http://schemas.openxmlformats.org/officeDocument/2006/relationships/image" Target="../media/image274.png"/><Relationship Id="rId21" Type="http://schemas.openxmlformats.org/officeDocument/2006/relationships/image" Target="../media/image265.png"/><Relationship Id="rId34" Type="http://schemas.openxmlformats.org/officeDocument/2006/relationships/customXml" Target="../ink/ink271.xml"/><Relationship Id="rId42" Type="http://schemas.openxmlformats.org/officeDocument/2006/relationships/customXml" Target="../ink/ink275.xml"/><Relationship Id="rId47" Type="http://schemas.openxmlformats.org/officeDocument/2006/relationships/image" Target="../media/image278.png"/><Relationship Id="rId50" Type="http://schemas.openxmlformats.org/officeDocument/2006/relationships/customXml" Target="../ink/ink279.xml"/><Relationship Id="rId55" Type="http://schemas.openxmlformats.org/officeDocument/2006/relationships/image" Target="../media/image282.png"/><Relationship Id="rId63" Type="http://schemas.openxmlformats.org/officeDocument/2006/relationships/image" Target="../media/image286.png"/><Relationship Id="rId7" Type="http://schemas.openxmlformats.org/officeDocument/2006/relationships/image" Target="../media/image258.png"/><Relationship Id="rId2" Type="http://schemas.openxmlformats.org/officeDocument/2006/relationships/customXml" Target="../ink/ink255.xml"/><Relationship Id="rId16" Type="http://schemas.openxmlformats.org/officeDocument/2006/relationships/customXml" Target="../ink/ink262.xml"/><Relationship Id="rId20" Type="http://schemas.openxmlformats.org/officeDocument/2006/relationships/customXml" Target="../ink/ink264.xml"/><Relationship Id="rId29" Type="http://schemas.openxmlformats.org/officeDocument/2006/relationships/image" Target="../media/image269.png"/><Relationship Id="rId41" Type="http://schemas.openxmlformats.org/officeDocument/2006/relationships/image" Target="../media/image275.png"/><Relationship Id="rId54" Type="http://schemas.openxmlformats.org/officeDocument/2006/relationships/customXml" Target="../ink/ink281.xml"/><Relationship Id="rId62" Type="http://schemas.openxmlformats.org/officeDocument/2006/relationships/customXml" Target="../ink/ink28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7.xml"/><Relationship Id="rId11" Type="http://schemas.openxmlformats.org/officeDocument/2006/relationships/image" Target="../media/image260.png"/><Relationship Id="rId24" Type="http://schemas.openxmlformats.org/officeDocument/2006/relationships/customXml" Target="../ink/ink266.xml"/><Relationship Id="rId32" Type="http://schemas.openxmlformats.org/officeDocument/2006/relationships/customXml" Target="../ink/ink270.xml"/><Relationship Id="rId37" Type="http://schemas.openxmlformats.org/officeDocument/2006/relationships/image" Target="../media/image273.png"/><Relationship Id="rId40" Type="http://schemas.openxmlformats.org/officeDocument/2006/relationships/customXml" Target="../ink/ink274.xml"/><Relationship Id="rId45" Type="http://schemas.openxmlformats.org/officeDocument/2006/relationships/image" Target="../media/image277.png"/><Relationship Id="rId53" Type="http://schemas.openxmlformats.org/officeDocument/2006/relationships/image" Target="../media/image281.png"/><Relationship Id="rId58" Type="http://schemas.openxmlformats.org/officeDocument/2006/relationships/customXml" Target="../ink/ink283.xml"/><Relationship Id="rId5" Type="http://schemas.openxmlformats.org/officeDocument/2006/relationships/image" Target="../media/image257.png"/><Relationship Id="rId15" Type="http://schemas.openxmlformats.org/officeDocument/2006/relationships/image" Target="../media/image262.png"/><Relationship Id="rId23" Type="http://schemas.openxmlformats.org/officeDocument/2006/relationships/image" Target="../media/image266.png"/><Relationship Id="rId28" Type="http://schemas.openxmlformats.org/officeDocument/2006/relationships/customXml" Target="../ink/ink268.xml"/><Relationship Id="rId36" Type="http://schemas.openxmlformats.org/officeDocument/2006/relationships/customXml" Target="../ink/ink272.xml"/><Relationship Id="rId49" Type="http://schemas.openxmlformats.org/officeDocument/2006/relationships/image" Target="../media/image279.png"/><Relationship Id="rId57" Type="http://schemas.openxmlformats.org/officeDocument/2006/relationships/image" Target="../media/image283.png"/><Relationship Id="rId61" Type="http://schemas.openxmlformats.org/officeDocument/2006/relationships/image" Target="../media/image285.png"/><Relationship Id="rId10" Type="http://schemas.openxmlformats.org/officeDocument/2006/relationships/customXml" Target="../ink/ink259.xml"/><Relationship Id="rId19" Type="http://schemas.openxmlformats.org/officeDocument/2006/relationships/image" Target="../media/image264.png"/><Relationship Id="rId31" Type="http://schemas.openxmlformats.org/officeDocument/2006/relationships/image" Target="../media/image270.png"/><Relationship Id="rId44" Type="http://schemas.openxmlformats.org/officeDocument/2006/relationships/customXml" Target="../ink/ink276.xml"/><Relationship Id="rId52" Type="http://schemas.openxmlformats.org/officeDocument/2006/relationships/customXml" Target="../ink/ink280.xml"/><Relationship Id="rId60" Type="http://schemas.openxmlformats.org/officeDocument/2006/relationships/customXml" Target="../ink/ink284.xml"/><Relationship Id="rId65" Type="http://schemas.openxmlformats.org/officeDocument/2006/relationships/image" Target="../media/image287.png"/><Relationship Id="rId4" Type="http://schemas.openxmlformats.org/officeDocument/2006/relationships/customXml" Target="../ink/ink256.xml"/><Relationship Id="rId9" Type="http://schemas.openxmlformats.org/officeDocument/2006/relationships/image" Target="../media/image259.png"/><Relationship Id="rId14" Type="http://schemas.openxmlformats.org/officeDocument/2006/relationships/customXml" Target="../ink/ink261.xml"/><Relationship Id="rId22" Type="http://schemas.openxmlformats.org/officeDocument/2006/relationships/customXml" Target="../ink/ink265.xml"/><Relationship Id="rId27" Type="http://schemas.openxmlformats.org/officeDocument/2006/relationships/image" Target="../media/image268.png"/><Relationship Id="rId30" Type="http://schemas.openxmlformats.org/officeDocument/2006/relationships/customXml" Target="../ink/ink269.xml"/><Relationship Id="rId35" Type="http://schemas.openxmlformats.org/officeDocument/2006/relationships/image" Target="../media/image272.png"/><Relationship Id="rId43" Type="http://schemas.openxmlformats.org/officeDocument/2006/relationships/image" Target="../media/image276.png"/><Relationship Id="rId48" Type="http://schemas.openxmlformats.org/officeDocument/2006/relationships/customXml" Target="../ink/ink278.xml"/><Relationship Id="rId56" Type="http://schemas.openxmlformats.org/officeDocument/2006/relationships/customXml" Target="../ink/ink282.xml"/><Relationship Id="rId64" Type="http://schemas.openxmlformats.org/officeDocument/2006/relationships/customXml" Target="../ink/ink286.xml"/><Relationship Id="rId8" Type="http://schemas.openxmlformats.org/officeDocument/2006/relationships/customXml" Target="../ink/ink258.xml"/><Relationship Id="rId51" Type="http://schemas.openxmlformats.org/officeDocument/2006/relationships/image" Target="../media/image280.png"/><Relationship Id="rId3" Type="http://schemas.openxmlformats.org/officeDocument/2006/relationships/image" Target="../media/image256.png"/><Relationship Id="rId12" Type="http://schemas.openxmlformats.org/officeDocument/2006/relationships/customXml" Target="../ink/ink260.xml"/><Relationship Id="rId17" Type="http://schemas.openxmlformats.org/officeDocument/2006/relationships/image" Target="../media/image263.png"/><Relationship Id="rId25" Type="http://schemas.openxmlformats.org/officeDocument/2006/relationships/image" Target="../media/image267.png"/><Relationship Id="rId33" Type="http://schemas.openxmlformats.org/officeDocument/2006/relationships/image" Target="../media/image271.png"/><Relationship Id="rId38" Type="http://schemas.openxmlformats.org/officeDocument/2006/relationships/customXml" Target="../ink/ink273.xml"/><Relationship Id="rId46" Type="http://schemas.openxmlformats.org/officeDocument/2006/relationships/customXml" Target="../ink/ink277.xml"/><Relationship Id="rId59" Type="http://schemas.openxmlformats.org/officeDocument/2006/relationships/image" Target="../media/image28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90.xml"/><Relationship Id="rId13" Type="http://schemas.openxmlformats.org/officeDocument/2006/relationships/image" Target="../media/image293.png"/><Relationship Id="rId3" Type="http://schemas.openxmlformats.org/officeDocument/2006/relationships/image" Target="../media/image288.png"/><Relationship Id="rId7" Type="http://schemas.openxmlformats.org/officeDocument/2006/relationships/image" Target="../media/image290.png"/><Relationship Id="rId12" Type="http://schemas.openxmlformats.org/officeDocument/2006/relationships/customXml" Target="../ink/ink292.xml"/><Relationship Id="rId2" Type="http://schemas.openxmlformats.org/officeDocument/2006/relationships/customXml" Target="../ink/ink28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9.xml"/><Relationship Id="rId11" Type="http://schemas.openxmlformats.org/officeDocument/2006/relationships/image" Target="../media/image292.png"/><Relationship Id="rId5" Type="http://schemas.openxmlformats.org/officeDocument/2006/relationships/image" Target="../media/image289.png"/><Relationship Id="rId10" Type="http://schemas.openxmlformats.org/officeDocument/2006/relationships/customXml" Target="../ink/ink291.xml"/><Relationship Id="rId4" Type="http://schemas.openxmlformats.org/officeDocument/2006/relationships/customXml" Target="../ink/ink288.xml"/><Relationship Id="rId9" Type="http://schemas.openxmlformats.org/officeDocument/2006/relationships/image" Target="../media/image29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155855-6CA9-D839-53DC-68DCA161E8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1010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825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3D69C-64CF-2593-262C-D2DA43F48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3E502-2CBA-985E-553E-E803CAC00E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ar-EG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10B862-1FF7-45B0-B309-020F7A96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93F23DC-9A2A-9945-3C50-3286A6516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8EA07A1-FAEB-0104-D0F4-052128CEA9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AD6EDE5-8CB9-443A-D9D5-B79944AB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89856E2-CB0B-F57E-0496-48DEF79B5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D51D4EB3-4949-2C53-3A31-42D426052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2492457-59D1-1DB9-5B4D-8EE9AC82AFF3}"/>
              </a:ext>
            </a:extLst>
          </p:cNvPr>
          <p:cNvSpPr txBox="1">
            <a:spLocks/>
          </p:cNvSpPr>
          <p:nvPr/>
        </p:nvSpPr>
        <p:spPr>
          <a:xfrm>
            <a:off x="1043631" y="809898"/>
            <a:ext cx="9942716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ar-EG" sz="4800"/>
              <a:t>✍</a:t>
            </a:r>
            <a:r>
              <a:rPr lang="en-US" sz="4800"/>
              <a:t>Lecture 8 :</a:t>
            </a:r>
            <a:endParaRPr lang="ar-EG" sz="48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2C09D80-8DCB-71C3-2951-108D52C201BC}"/>
              </a:ext>
            </a:extLst>
          </p:cNvPr>
          <p:cNvSpPr txBox="1">
            <a:spLocks/>
          </p:cNvSpPr>
          <p:nvPr/>
        </p:nvSpPr>
        <p:spPr>
          <a:xfrm>
            <a:off x="1045028" y="3017522"/>
            <a:ext cx="9941319" cy="3124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ar-EG" sz="1500" b="1" dirty="0"/>
              <a:t>Introduction to Generic Programming</a:t>
            </a:r>
          </a:p>
          <a:p>
            <a:r>
              <a:rPr lang="ar-EG" sz="1500" b="1" dirty="0"/>
              <a:t>Simple Generic Example Demo</a:t>
            </a:r>
          </a:p>
          <a:p>
            <a:r>
              <a:rPr lang="ar-EG" sz="1500" b="1" dirty="0"/>
              <a:t>Bounded Type Parameters</a:t>
            </a:r>
          </a:p>
          <a:p>
            <a:r>
              <a:rPr lang="ar-EG" sz="1500" b="1" dirty="0"/>
              <a:t>Wildcards</a:t>
            </a:r>
          </a:p>
          <a:p>
            <a:r>
              <a:rPr lang="ar-EG" sz="1500" b="1" dirty="0"/>
              <a:t>Lambda Expressions</a:t>
            </a:r>
          </a:p>
          <a:p>
            <a:r>
              <a:rPr lang="ar-EG" sz="1500" b="1" dirty="0"/>
              <a:t>Single Lambda Expressions</a:t>
            </a:r>
          </a:p>
          <a:p>
            <a:r>
              <a:rPr lang="ar-EG" sz="1500" b="1" dirty="0"/>
              <a:t>Block Lambda Expressions</a:t>
            </a:r>
          </a:p>
          <a:p>
            <a:r>
              <a:rPr lang="ar-EG" sz="1500" b="1" dirty="0"/>
              <a:t>Method Reference</a:t>
            </a:r>
          </a:p>
          <a:p>
            <a:r>
              <a:rPr lang="ar-EG" sz="1500" b="1" dirty="0"/>
              <a:t>Examples of Method Reference types</a:t>
            </a:r>
          </a:p>
          <a:p>
            <a:endParaRPr lang="ar-EG" sz="15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E3DB86-554D-8313-338E-5533AAB22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643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6A8CC8-2035-0A1A-F243-09ED04085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✍Lecture 9 : 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51D1-2D29-8C98-6953-ACFBE392E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1900" dirty="0"/>
              <a:t>Java collection </a:t>
            </a:r>
          </a:p>
          <a:p>
            <a:r>
              <a:rPr lang="en-US" sz="1900" dirty="0"/>
              <a:t>Iterators </a:t>
            </a:r>
          </a:p>
          <a:p>
            <a:r>
              <a:rPr lang="en-US" sz="1900" dirty="0"/>
              <a:t>Generic Utility Methods </a:t>
            </a:r>
          </a:p>
          <a:p>
            <a:r>
              <a:rPr lang="en-US" sz="1900" dirty="0"/>
              <a:t>Collection Framework interface </a:t>
            </a:r>
          </a:p>
          <a:p>
            <a:r>
              <a:rPr lang="en-US" sz="1900" dirty="0"/>
              <a:t>Linked Lists</a:t>
            </a:r>
          </a:p>
          <a:p>
            <a:r>
              <a:rPr lang="en-US" sz="1900" dirty="0"/>
              <a:t>Maps</a:t>
            </a:r>
          </a:p>
          <a:p>
            <a:r>
              <a:rPr lang="en-US" sz="1900" dirty="0"/>
              <a:t>Map Interface Method </a:t>
            </a:r>
          </a:p>
          <a:p>
            <a:r>
              <a:rPr lang="en-US" sz="1900" dirty="0"/>
              <a:t>Algorithms</a:t>
            </a:r>
          </a:p>
          <a:p>
            <a:endParaRPr lang="ar-EG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07878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0852C-1652-5C4D-E960-1D27CD8D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dirty="0"/>
              <a:t>✍</a:t>
            </a:r>
            <a:r>
              <a:rPr lang="ar-EG" sz="4000" dirty="0"/>
              <a:t>Introduction to Java Collection Framework</a:t>
            </a:r>
            <a:endParaRPr lang="ar-EG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7E1CA-5DE1-EC44-4BCD-23CCAE3101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Java provides ready-made data structures that help us store and manage groups of objects.</a:t>
            </a:r>
          </a:p>
          <a:p>
            <a:pPr>
              <a:lnSpc>
                <a:spcPct val="150000"/>
              </a:lnSpc>
            </a:pPr>
            <a:r>
              <a:rPr lang="ar-EG" sz="2400" b="1" dirty="0"/>
              <a:t>Before choosing a collection, ask:</a:t>
            </a:r>
            <a:endParaRPr lang="en-US" sz="2400" b="1" dirty="0"/>
          </a:p>
          <a:p>
            <a:pPr lvl="1"/>
            <a:r>
              <a:rPr lang="ar-EG" sz="2000" dirty="0"/>
              <a:t>Do I need </a:t>
            </a:r>
            <a:r>
              <a:rPr lang="ar-EG" sz="2000" b="1" dirty="0"/>
              <a:t>fast searching</a:t>
            </a:r>
            <a:r>
              <a:rPr lang="ar-EG" sz="2000" dirty="0"/>
              <a:t>? </a:t>
            </a:r>
          </a:p>
          <a:p>
            <a:pPr lvl="1"/>
            <a:r>
              <a:rPr lang="ar-EG" sz="2000" dirty="0"/>
              <a:t>Do I need </a:t>
            </a:r>
            <a:r>
              <a:rPr lang="ar-EG" sz="2000" b="1" dirty="0"/>
              <a:t>fast insertion/removal</a:t>
            </a:r>
            <a:r>
              <a:rPr lang="ar-EG" sz="2000" dirty="0"/>
              <a:t>? </a:t>
            </a:r>
          </a:p>
          <a:p>
            <a:pPr lvl="1"/>
            <a:r>
              <a:rPr lang="ar-EG" sz="2000" dirty="0"/>
              <a:t>Do I need to store </a:t>
            </a:r>
            <a:r>
              <a:rPr lang="ar-EG" sz="2000" b="1" dirty="0"/>
              <a:t>key-value pairs</a:t>
            </a:r>
            <a:r>
              <a:rPr lang="ar-EG" sz="2000" dirty="0"/>
              <a:t>? </a:t>
            </a:r>
          </a:p>
          <a:p>
            <a:pPr lvl="1"/>
            <a:r>
              <a:rPr lang="ar-EG" sz="2000" dirty="0"/>
              <a:t>Do I care about the </a:t>
            </a:r>
            <a:r>
              <a:rPr lang="ar-EG" sz="2000" b="1" dirty="0"/>
              <a:t>order</a:t>
            </a:r>
            <a:r>
              <a:rPr lang="ar-EG" sz="2000" dirty="0"/>
              <a:t> of elements?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8023868-2A54-F737-C33C-078EE4A9CCF5}"/>
              </a:ext>
            </a:extLst>
          </p:cNvPr>
          <p:cNvGrpSpPr/>
          <p:nvPr/>
        </p:nvGrpSpPr>
        <p:grpSpPr>
          <a:xfrm>
            <a:off x="7810721" y="4094885"/>
            <a:ext cx="905760" cy="255960"/>
            <a:chOff x="7810721" y="4094885"/>
            <a:chExt cx="905760" cy="25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0E88BB5-FACD-3F6B-AA91-3BFCF7F6C730}"/>
                    </a:ext>
                  </a:extLst>
                </p14:cNvPr>
                <p14:cNvContentPartPr/>
                <p14:nvPr/>
              </p14:nvContentPartPr>
              <p14:xfrm>
                <a:off x="7810721" y="4094885"/>
                <a:ext cx="259920" cy="255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0E88BB5-FACD-3F6B-AA91-3BFCF7F6C73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802081" y="4086245"/>
                  <a:ext cx="27756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39E75B4-66DD-A5E2-75C0-8837A8C6FA1C}"/>
                    </a:ext>
                  </a:extLst>
                </p14:cNvPr>
                <p14:cNvContentPartPr/>
                <p14:nvPr/>
              </p14:nvContentPartPr>
              <p14:xfrm>
                <a:off x="8113481" y="4230965"/>
                <a:ext cx="159120" cy="90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39E75B4-66DD-A5E2-75C0-8837A8C6FA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104841" y="4222325"/>
                  <a:ext cx="17676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1A202A3-1369-B5AE-5D6B-5A7EC69DF623}"/>
                    </a:ext>
                  </a:extLst>
                </p14:cNvPr>
                <p14:cNvContentPartPr/>
                <p14:nvPr/>
              </p14:nvContentPartPr>
              <p14:xfrm>
                <a:off x="8345681" y="4191005"/>
                <a:ext cx="205560" cy="1184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1A202A3-1369-B5AE-5D6B-5A7EC69DF62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337041" y="4182365"/>
                  <a:ext cx="2232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D3D583C-1723-8AF4-E699-A8E732EC75C7}"/>
                    </a:ext>
                  </a:extLst>
                </p14:cNvPr>
                <p14:cNvContentPartPr/>
                <p14:nvPr/>
              </p14:nvContentPartPr>
              <p14:xfrm>
                <a:off x="8645201" y="4209365"/>
                <a:ext cx="71280" cy="1116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D3D583C-1723-8AF4-E699-A8E732EC75C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636561" y="4200725"/>
                  <a:ext cx="88920" cy="12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BDCE398-6671-2D99-F86C-AC98593FDE9D}"/>
                  </a:ext>
                </a:extLst>
              </p14:cNvPr>
              <p14:cNvContentPartPr/>
              <p14:nvPr/>
            </p14:nvContentPartPr>
            <p14:xfrm>
              <a:off x="8998001" y="4182725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BDCE398-6671-2D99-F86C-AC98593FDE9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89001" y="4173725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22C671E-94A8-3A48-C61B-B467B522919B}"/>
                  </a:ext>
                </a:extLst>
              </p14:cNvPr>
              <p14:cNvContentPartPr/>
              <p14:nvPr/>
            </p14:nvContentPartPr>
            <p14:xfrm>
              <a:off x="8998001" y="4270205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22C671E-94A8-3A48-C61B-B467B522919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989001" y="4261205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2E19AD0A-8DD3-90E4-1BB1-4FA9A3EABFE4}"/>
              </a:ext>
            </a:extLst>
          </p:cNvPr>
          <p:cNvGrpSpPr/>
          <p:nvPr/>
        </p:nvGrpSpPr>
        <p:grpSpPr>
          <a:xfrm>
            <a:off x="9250721" y="4153205"/>
            <a:ext cx="68400" cy="20160"/>
            <a:chOff x="9250721" y="4153205"/>
            <a:chExt cx="68400" cy="2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C816231-C9E8-F5BE-1B53-76D1C4818F89}"/>
                    </a:ext>
                  </a:extLst>
                </p14:cNvPr>
                <p14:cNvContentPartPr/>
                <p14:nvPr/>
              </p14:nvContentPartPr>
              <p14:xfrm>
                <a:off x="9250721" y="4153205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C816231-C9E8-F5BE-1B53-76D1C4818F8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241721" y="414456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C51B786-F64C-B326-931C-4999512381DA}"/>
                    </a:ext>
                  </a:extLst>
                </p14:cNvPr>
                <p14:cNvContentPartPr/>
                <p14:nvPr/>
              </p14:nvContentPartPr>
              <p14:xfrm>
                <a:off x="9318761" y="4153205"/>
                <a:ext cx="360" cy="20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C51B786-F64C-B326-931C-4999512381D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09761" y="4144565"/>
                  <a:ext cx="18000" cy="3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0DDCA31-D5CA-C95D-5C7A-1F94C37C0D70}"/>
              </a:ext>
            </a:extLst>
          </p:cNvPr>
          <p:cNvGrpSpPr/>
          <p:nvPr/>
        </p:nvGrpSpPr>
        <p:grpSpPr>
          <a:xfrm>
            <a:off x="9532241" y="4056005"/>
            <a:ext cx="176040" cy="254520"/>
            <a:chOff x="9532241" y="4056005"/>
            <a:chExt cx="176040" cy="25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D0CDA84-7F1F-BE31-39BF-7610BF19446E}"/>
                    </a:ext>
                  </a:extLst>
                </p14:cNvPr>
                <p14:cNvContentPartPr/>
                <p14:nvPr/>
              </p14:nvContentPartPr>
              <p14:xfrm>
                <a:off x="9532241" y="4056005"/>
                <a:ext cx="49680" cy="2545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D0CDA84-7F1F-BE31-39BF-7610BF19446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23241" y="4047005"/>
                  <a:ext cx="67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F910DA0-07E2-35AA-3AEB-397446F1CA41}"/>
                    </a:ext>
                  </a:extLst>
                </p14:cNvPr>
                <p14:cNvContentPartPr/>
                <p14:nvPr/>
              </p14:nvContentPartPr>
              <p14:xfrm>
                <a:off x="9579401" y="4192445"/>
                <a:ext cx="10800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F910DA0-07E2-35AA-3AEB-397446F1CA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70401" y="4183445"/>
                  <a:ext cx="125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7441C37-B5E5-1624-D56F-50661920BDEB}"/>
                    </a:ext>
                  </a:extLst>
                </p14:cNvPr>
                <p14:cNvContentPartPr/>
                <p14:nvPr/>
              </p14:nvContentPartPr>
              <p14:xfrm>
                <a:off x="9582281" y="4104605"/>
                <a:ext cx="12600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7441C37-B5E5-1624-D56F-50661920BD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73641" y="4095605"/>
                  <a:ext cx="14364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76C45037-3553-E419-E7C3-769D6ACEB4CC}"/>
                  </a:ext>
                </a:extLst>
              </p14:cNvPr>
              <p14:cNvContentPartPr/>
              <p14:nvPr/>
            </p14:nvContentPartPr>
            <p14:xfrm>
              <a:off x="9532961" y="4337525"/>
              <a:ext cx="65160" cy="104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76C45037-3553-E419-E7C3-769D6ACEB4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523961" y="4328885"/>
                <a:ext cx="82800" cy="2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AF9AFE5F-1BAE-9491-2F34-CF3F64AA0A44}"/>
              </a:ext>
            </a:extLst>
          </p:cNvPr>
          <p:cNvGrpSpPr/>
          <p:nvPr/>
        </p:nvGrpSpPr>
        <p:grpSpPr>
          <a:xfrm>
            <a:off x="9950921" y="4007765"/>
            <a:ext cx="292320" cy="223920"/>
            <a:chOff x="9950921" y="4007765"/>
            <a:chExt cx="29232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953B863-0859-9342-6E9E-EB9618158694}"/>
                    </a:ext>
                  </a:extLst>
                </p14:cNvPr>
                <p14:cNvContentPartPr/>
                <p14:nvPr/>
              </p14:nvContentPartPr>
              <p14:xfrm>
                <a:off x="9950921" y="4007765"/>
                <a:ext cx="119880" cy="22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953B863-0859-9342-6E9E-EB961815869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42281" y="3998765"/>
                  <a:ext cx="1375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19409AA-3AD0-DBBC-7914-4ED26D8E3C94}"/>
                    </a:ext>
                  </a:extLst>
                </p14:cNvPr>
                <p14:cNvContentPartPr/>
                <p14:nvPr/>
              </p14:nvContentPartPr>
              <p14:xfrm>
                <a:off x="10174841" y="4036565"/>
                <a:ext cx="1008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19409AA-3AD0-DBBC-7914-4ED26D8E3C9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66201" y="4027925"/>
                  <a:ext cx="27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D6A8BCA-02A9-C97E-5BAF-9C598366A8D8}"/>
                    </a:ext>
                  </a:extLst>
                </p14:cNvPr>
                <p14:cNvContentPartPr/>
                <p14:nvPr/>
              </p14:nvContentPartPr>
              <p14:xfrm>
                <a:off x="10242881" y="4036565"/>
                <a:ext cx="360" cy="26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D6A8BCA-02A9-C97E-5BAF-9C598366A8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234241" y="4027925"/>
                  <a:ext cx="1800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8E4C199-653B-CE61-CECA-906A1B2770E0}"/>
                  </a:ext>
                </a:extLst>
              </p14:cNvPr>
              <p14:cNvContentPartPr/>
              <p14:nvPr/>
            </p14:nvContentPartPr>
            <p14:xfrm>
              <a:off x="2557961" y="5952485"/>
              <a:ext cx="1779840" cy="612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8E4C199-653B-CE61-CECA-906A1B2770E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548961" y="5943845"/>
                <a:ext cx="1797480" cy="7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469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55B19A-9B6E-AF4F-E97C-0AF40C68F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✍Java Collections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4FF01-F3AA-9EF1-2B17-F791F0F00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Why Collections?</a:t>
            </a:r>
          </a:p>
          <a:p>
            <a:r>
              <a:rPr lang="ar-EG" sz="2400" dirty="0"/>
              <a:t>Java provides collection classes to make working with data structures easier.</a:t>
            </a:r>
          </a:p>
          <a:p>
            <a:pPr>
              <a:lnSpc>
                <a:spcPct val="150000"/>
              </a:lnSpc>
            </a:pPr>
            <a:r>
              <a:rPr lang="ar-EG" sz="2400" b="1" dirty="0"/>
              <a:t>The Collections Framework separates:</a:t>
            </a:r>
          </a:p>
          <a:p>
            <a:r>
              <a:rPr lang="ar-EG" sz="2400" b="1" dirty="0"/>
              <a:t>Interface</a:t>
            </a:r>
            <a:r>
              <a:rPr lang="ar-EG" sz="2400" dirty="0"/>
              <a:t> → What the collection can do</a:t>
            </a:r>
          </a:p>
          <a:p>
            <a:r>
              <a:rPr lang="ar-EG" sz="2400" b="1" dirty="0"/>
              <a:t>Implementation</a:t>
            </a:r>
            <a:r>
              <a:rPr lang="ar-EG" sz="2400" dirty="0"/>
              <a:t> → How the collection does it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34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1F2D9E-3908-1B35-91B5-982375CFC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✍Queue: A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A0A31-016A-5A12-8C36-7124B87F5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200" dirty="0"/>
              <a:t>A Queue follows:</a:t>
            </a:r>
          </a:p>
          <a:p>
            <a:pPr lvl="1"/>
            <a:r>
              <a:rPr lang="ar-EG" sz="2200" b="1" dirty="0"/>
              <a:t>FIFO</a:t>
            </a:r>
          </a:p>
          <a:p>
            <a:pPr lvl="1"/>
            <a:r>
              <a:rPr lang="ar-EG" sz="2200" b="1" dirty="0"/>
              <a:t>First In → First Out</a:t>
            </a:r>
            <a:endParaRPr lang="en-US" sz="2200" b="1" dirty="0"/>
          </a:p>
          <a:p>
            <a:pPr lvl="1"/>
            <a:endParaRPr lang="en-US" sz="2200" b="1" dirty="0"/>
          </a:p>
          <a:p>
            <a:r>
              <a:rPr lang="ar-EG" sz="2200" dirty="0"/>
              <a:t>A Queue interface provides operations such as:</a:t>
            </a:r>
            <a:endParaRPr lang="en-US" sz="2200" dirty="0"/>
          </a:p>
          <a:p>
            <a:pPr marL="914400" lvl="1" indent="-457200">
              <a:buFont typeface="+mj-lt"/>
              <a:buAutoNum type="arabicPeriod"/>
            </a:pPr>
            <a:r>
              <a:rPr lang="ar-EG" sz="2200" dirty="0"/>
              <a:t>add()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2200" dirty="0"/>
              <a:t>remove()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sz="2200" dirty="0"/>
              <a:t>size()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C2D50A12-EA43-73C6-EF32-4EA975A97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4580" y="3229584"/>
            <a:ext cx="3452392" cy="23838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96C19F-812F-BBEF-72D5-CA6B2F32067E}"/>
                  </a:ext>
                </a:extLst>
              </p14:cNvPr>
              <p14:cNvContentPartPr/>
              <p14:nvPr/>
            </p14:nvContentPartPr>
            <p14:xfrm>
              <a:off x="7382681" y="3870965"/>
              <a:ext cx="759240" cy="146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96C19F-812F-BBEF-72D5-CA6B2F3206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365041" y="3852965"/>
                <a:ext cx="79488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5455B0-0F33-9BA4-B93C-4A96061482A5}"/>
                  </a:ext>
                </a:extLst>
              </p14:cNvPr>
              <p14:cNvContentPartPr/>
              <p14:nvPr/>
            </p14:nvContentPartPr>
            <p14:xfrm>
              <a:off x="8092961" y="3803285"/>
              <a:ext cx="109080" cy="1674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5455B0-0F33-9BA4-B93C-4A96061482A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075321" y="3785285"/>
                <a:ext cx="144720" cy="20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411937-244C-6F1D-C54E-0CE44ED7BC1C}"/>
                  </a:ext>
                </a:extLst>
              </p14:cNvPr>
              <p14:cNvContentPartPr/>
              <p14:nvPr/>
            </p14:nvContentPartPr>
            <p14:xfrm>
              <a:off x="8073881" y="4075085"/>
              <a:ext cx="439560" cy="176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411937-244C-6F1D-C54E-0CE44ED7BC1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055881" y="4057445"/>
                <a:ext cx="47520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C9EB499-C722-0FB5-B8A0-B4FAFB294A42}"/>
                  </a:ext>
                </a:extLst>
              </p14:cNvPr>
              <p14:cNvContentPartPr/>
              <p14:nvPr/>
            </p14:nvContentPartPr>
            <p14:xfrm>
              <a:off x="9639521" y="3331325"/>
              <a:ext cx="120240" cy="336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C9EB499-C722-0FB5-B8A0-B4FAFB294A4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9621521" y="3313325"/>
                <a:ext cx="155880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5685B67-C65D-8F15-39F1-EE7CE318DFB7}"/>
                  </a:ext>
                </a:extLst>
              </p14:cNvPr>
              <p14:cNvContentPartPr/>
              <p14:nvPr/>
            </p14:nvContentPartPr>
            <p14:xfrm>
              <a:off x="8345681" y="4455965"/>
              <a:ext cx="186840" cy="867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5685B67-C65D-8F15-39F1-EE7CE318DFB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328041" y="4438325"/>
                <a:ext cx="22248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884BBB0-9398-272C-BAB2-73977EA68A69}"/>
                  </a:ext>
                </a:extLst>
              </p14:cNvPr>
              <p14:cNvContentPartPr/>
              <p14:nvPr/>
            </p14:nvContentPartPr>
            <p14:xfrm>
              <a:off x="1303361" y="6030605"/>
              <a:ext cx="350280" cy="49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884BBB0-9398-272C-BAB2-73977EA68A6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85361" y="6012965"/>
                <a:ext cx="38592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287589B-30B2-655A-EF14-F27D1778048E}"/>
                  </a:ext>
                </a:extLst>
              </p14:cNvPr>
              <p14:cNvContentPartPr/>
              <p14:nvPr/>
            </p14:nvContentPartPr>
            <p14:xfrm>
              <a:off x="9026801" y="4804805"/>
              <a:ext cx="19404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287589B-30B2-655A-EF14-F27D1778048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009161" y="4787165"/>
                <a:ext cx="22968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98378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D751EA-9116-A04D-1426-410DB694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✍Queue Interface vs Implementation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65BD77-221D-7730-2679-11C8848D6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dirty="0"/>
              <a:t>Queue</a:t>
            </a:r>
            <a:r>
              <a:rPr lang="ar-EG" sz="2000" dirty="0"/>
              <a:t> = </a:t>
            </a:r>
            <a:r>
              <a:rPr lang="ar-EG" sz="2000" b="1" dirty="0"/>
              <a:t>Interface</a:t>
            </a:r>
            <a:endParaRPr lang="en-US" sz="2000" b="1" dirty="0"/>
          </a:p>
          <a:p>
            <a:r>
              <a:rPr lang="ar-EG" sz="2000" dirty="0"/>
              <a:t>Possible implementations</a:t>
            </a:r>
            <a:r>
              <a:rPr lang="en-US" sz="2000" dirty="0"/>
              <a:t>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732730-B097-B6D2-0C8F-D72A5AEE2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146924"/>
            <a:ext cx="5150277" cy="238890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B59612-7A34-6D8B-AE99-82FCF8A10256}"/>
                  </a:ext>
                </a:extLst>
              </p14:cNvPr>
              <p14:cNvContentPartPr/>
              <p14:nvPr/>
            </p14:nvContentPartPr>
            <p14:xfrm>
              <a:off x="6371441" y="3880685"/>
              <a:ext cx="1497960" cy="19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B59612-7A34-6D8B-AE99-82FCF8A1025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53441" y="3863045"/>
                <a:ext cx="153360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F86FF5C-28E0-CFC7-E457-9B98F23FC95B}"/>
                  </a:ext>
                </a:extLst>
              </p14:cNvPr>
              <p14:cNvContentPartPr/>
              <p14:nvPr/>
            </p14:nvContentPartPr>
            <p14:xfrm>
              <a:off x="6348401" y="2940365"/>
              <a:ext cx="295920" cy="473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F86FF5C-28E0-CFC7-E457-9B98F23FC95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330761" y="2922725"/>
                <a:ext cx="331560" cy="50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A16307-CB8E-2E60-DB35-380B5FE4607E}"/>
                  </a:ext>
                </a:extLst>
              </p14:cNvPr>
              <p14:cNvContentPartPr/>
              <p14:nvPr/>
            </p14:nvContentPartPr>
            <p14:xfrm>
              <a:off x="7280081" y="3287405"/>
              <a:ext cx="90720" cy="301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A16307-CB8E-2E60-DB35-380B5FE4607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62441" y="3269765"/>
                <a:ext cx="126360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2B03ED5-308D-27EC-D9CD-052EB472DCEF}"/>
                  </a:ext>
                </a:extLst>
              </p14:cNvPr>
              <p14:cNvContentPartPr/>
              <p14:nvPr/>
            </p14:nvContentPartPr>
            <p14:xfrm>
              <a:off x="7932761" y="3192365"/>
              <a:ext cx="191880" cy="281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2B03ED5-308D-27EC-D9CD-052EB472DCE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14761" y="3174365"/>
                <a:ext cx="22752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3CB1592-3931-BCD5-6105-16BF8D752262}"/>
                  </a:ext>
                </a:extLst>
              </p14:cNvPr>
              <p14:cNvContentPartPr/>
              <p14:nvPr/>
            </p14:nvContentPartPr>
            <p14:xfrm>
              <a:off x="5632001" y="4648925"/>
              <a:ext cx="545400" cy="263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3CB1592-3931-BCD5-6105-16BF8D75226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614001" y="4631285"/>
                <a:ext cx="5810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E3A64B0-647D-6646-94DC-B381683F553B}"/>
                  </a:ext>
                </a:extLst>
              </p14:cNvPr>
              <p14:cNvContentPartPr/>
              <p14:nvPr/>
            </p14:nvContentPartPr>
            <p14:xfrm>
              <a:off x="7042481" y="4795445"/>
              <a:ext cx="33984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E3A64B0-647D-6646-94DC-B381683F553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024481" y="4777445"/>
                <a:ext cx="375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F145A35-D386-FCC3-6A56-16B28E50396E}"/>
                  </a:ext>
                </a:extLst>
              </p14:cNvPr>
              <p14:cNvContentPartPr/>
              <p14:nvPr/>
            </p14:nvContentPartPr>
            <p14:xfrm>
              <a:off x="8842121" y="4755485"/>
              <a:ext cx="845640" cy="49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F145A35-D386-FCC3-6A56-16B28E50396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824121" y="4737845"/>
                <a:ext cx="88128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5A92699-7DFD-EFD8-3331-C4047EE54227}"/>
                  </a:ext>
                </a:extLst>
              </p14:cNvPr>
              <p14:cNvContentPartPr/>
              <p14:nvPr/>
            </p14:nvContentPartPr>
            <p14:xfrm>
              <a:off x="8802881" y="5116565"/>
              <a:ext cx="914760" cy="48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5A92699-7DFD-EFD8-3331-C4047EE54227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785241" y="5098565"/>
                <a:ext cx="950400" cy="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28209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D400D-6510-B8F7-3D79-4DA7D8220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✍Queue Implementations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379D-0EC6-35CA-1394-6437AEF5C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600" b="1" dirty="0"/>
              <a:t>Circular Array</a:t>
            </a:r>
          </a:p>
          <a:p>
            <a:pPr lvl="1"/>
            <a:r>
              <a:rPr lang="ar-EG" sz="1600" dirty="0"/>
              <a:t>Uses an array. </a:t>
            </a:r>
          </a:p>
          <a:p>
            <a:pPr lvl="1"/>
            <a:r>
              <a:rPr lang="ar-EG" sz="1600" dirty="0"/>
              <a:t>Has a fixed/bounded capacity. </a:t>
            </a:r>
          </a:p>
          <a:p>
            <a:pPr lvl="1"/>
            <a:r>
              <a:rPr lang="ar-EG" sz="1600" dirty="0"/>
              <a:t>Efficient when the maximum size is known.</a:t>
            </a:r>
            <a:r>
              <a:rPr lang="ar-EG" sz="1200" dirty="0"/>
              <a:t> </a:t>
            </a:r>
          </a:p>
          <a:p>
            <a:r>
              <a:rPr lang="ar-EG" sz="1600" b="1" dirty="0"/>
              <a:t>Linked List</a:t>
            </a:r>
          </a:p>
          <a:p>
            <a:pPr lvl="1"/>
            <a:r>
              <a:rPr lang="ar-EG" sz="1600" dirty="0"/>
              <a:t>Uses linked nodes. </a:t>
            </a:r>
          </a:p>
          <a:p>
            <a:pPr lvl="1"/>
            <a:r>
              <a:rPr lang="ar-EG" sz="1600" dirty="0"/>
              <a:t>Can grow dynamically. </a:t>
            </a:r>
          </a:p>
          <a:p>
            <a:pPr lvl="1"/>
            <a:r>
              <a:rPr lang="ar-EG" sz="1600" dirty="0"/>
              <a:t>Useful when the number of elements is not limited. </a:t>
            </a:r>
            <a:endParaRPr lang="ar-EG" sz="1600" b="1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5AD42E-78B1-E2AD-6CFB-7DFF1C782CFE}"/>
                  </a:ext>
                </a:extLst>
              </p14:cNvPr>
              <p14:cNvContentPartPr/>
              <p14:nvPr/>
            </p14:nvContentPartPr>
            <p14:xfrm>
              <a:off x="970721" y="3333845"/>
              <a:ext cx="342720" cy="39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5AD42E-78B1-E2AD-6CFB-7DFF1C782C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2721" y="3316205"/>
                <a:ext cx="37836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7F64EF-38BC-36EF-4BCC-13A4203F99D0}"/>
                  </a:ext>
                </a:extLst>
              </p14:cNvPr>
              <p14:cNvContentPartPr/>
              <p14:nvPr/>
            </p14:nvContentPartPr>
            <p14:xfrm>
              <a:off x="8043281" y="2216045"/>
              <a:ext cx="1159920" cy="1023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7F64EF-38BC-36EF-4BCC-13A4203F99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25641" y="2198405"/>
                <a:ext cx="1195560" cy="10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56DBCA2-A497-004F-DD92-F476479BA728}"/>
              </a:ext>
            </a:extLst>
          </p:cNvPr>
          <p:cNvGrpSpPr/>
          <p:nvPr/>
        </p:nvGrpSpPr>
        <p:grpSpPr>
          <a:xfrm>
            <a:off x="7741601" y="1740845"/>
            <a:ext cx="1878840" cy="1731960"/>
            <a:chOff x="7741601" y="1740845"/>
            <a:chExt cx="1878840" cy="173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1997B04-571E-86D3-EDE7-14444F3699F2}"/>
                    </a:ext>
                  </a:extLst>
                </p14:cNvPr>
                <p14:cNvContentPartPr/>
                <p14:nvPr/>
              </p14:nvContentPartPr>
              <p14:xfrm>
                <a:off x="7770761" y="1974125"/>
                <a:ext cx="1724400" cy="1498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1997B04-571E-86D3-EDE7-14444F3699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752761" y="1956485"/>
                  <a:ext cx="1760040" cy="15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72F385-9EBF-A510-11EC-75DC91FFCC2B}"/>
                    </a:ext>
                  </a:extLst>
                </p14:cNvPr>
                <p14:cNvContentPartPr/>
                <p14:nvPr/>
              </p14:nvContentPartPr>
              <p14:xfrm>
                <a:off x="8835641" y="1993925"/>
                <a:ext cx="46080" cy="246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72F385-9EBF-A510-11EC-75DC91FFCC2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817641" y="1975925"/>
                  <a:ext cx="8172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210DD35-13CB-BA1E-B9DE-2916999C676F}"/>
                    </a:ext>
                  </a:extLst>
                </p14:cNvPr>
                <p14:cNvContentPartPr/>
                <p14:nvPr/>
              </p14:nvContentPartPr>
              <p14:xfrm>
                <a:off x="9151721" y="2207765"/>
                <a:ext cx="216000" cy="1148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210DD35-13CB-BA1E-B9DE-2916999C676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33721" y="2190125"/>
                  <a:ext cx="2516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D21CB16-35C8-2244-DD4F-21621C1F123E}"/>
                    </a:ext>
                  </a:extLst>
                </p14:cNvPr>
                <p14:cNvContentPartPr/>
                <p14:nvPr/>
              </p14:nvContentPartPr>
              <p14:xfrm>
                <a:off x="9221201" y="2587205"/>
                <a:ext cx="252360" cy="258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D21CB16-35C8-2244-DD4F-21621C1F123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03561" y="2569205"/>
                  <a:ext cx="28800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0B4567C-3C88-14B6-CF5A-EE3BE581798D}"/>
                    </a:ext>
                  </a:extLst>
                </p14:cNvPr>
                <p14:cNvContentPartPr/>
                <p14:nvPr/>
              </p14:nvContentPartPr>
              <p14:xfrm>
                <a:off x="8909801" y="3141605"/>
                <a:ext cx="10440" cy="1749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0B4567C-3C88-14B6-CF5A-EE3BE581798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892161" y="3123965"/>
                  <a:ext cx="460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0F391F4-E84F-86D4-B57B-569270F77163}"/>
                    </a:ext>
                  </a:extLst>
                </p14:cNvPr>
                <p14:cNvContentPartPr/>
                <p14:nvPr/>
              </p14:nvContentPartPr>
              <p14:xfrm>
                <a:off x="8160641" y="3200285"/>
                <a:ext cx="175680" cy="156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0F391F4-E84F-86D4-B57B-569270F771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43001" y="3182285"/>
                  <a:ext cx="21132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9648D5A-6987-7231-6C28-4D3CA431B5BF}"/>
                    </a:ext>
                  </a:extLst>
                </p14:cNvPr>
                <p14:cNvContentPartPr/>
                <p14:nvPr/>
              </p14:nvContentPartPr>
              <p14:xfrm>
                <a:off x="7741601" y="2734085"/>
                <a:ext cx="342000" cy="57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9648D5A-6987-7231-6C28-4D3CA431B5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723601" y="2716445"/>
                  <a:ext cx="3776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899BEE7-758C-2FA0-2C6E-121AC1849C6E}"/>
                    </a:ext>
                  </a:extLst>
                </p14:cNvPr>
                <p14:cNvContentPartPr/>
                <p14:nvPr/>
              </p14:nvContentPartPr>
              <p14:xfrm>
                <a:off x="8160641" y="2150525"/>
                <a:ext cx="20520" cy="174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899BEE7-758C-2FA0-2C6E-121AC1849C6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43001" y="2132525"/>
                  <a:ext cx="56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B88B264-4717-2C81-CAC2-CFFF7D5A42BF}"/>
                    </a:ext>
                  </a:extLst>
                </p14:cNvPr>
                <p14:cNvContentPartPr/>
                <p14:nvPr/>
              </p14:nvContentPartPr>
              <p14:xfrm>
                <a:off x="8442881" y="1740845"/>
                <a:ext cx="129600" cy="147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B88B264-4717-2C81-CAC2-CFFF7D5A42B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424881" y="1723205"/>
                  <a:ext cx="1652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A6C7F5-E39F-769C-31CE-FAED0C7C68CE}"/>
                    </a:ext>
                  </a:extLst>
                </p14:cNvPr>
                <p14:cNvContentPartPr/>
                <p14:nvPr/>
              </p14:nvContentPartPr>
              <p14:xfrm>
                <a:off x="9095201" y="1760285"/>
                <a:ext cx="107280" cy="149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A6C7F5-E39F-769C-31CE-FAED0C7C68C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077201" y="1742645"/>
                  <a:ext cx="14292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34A29AD-B23B-1932-FA3E-32EC01306A8F}"/>
                    </a:ext>
                  </a:extLst>
                </p14:cNvPr>
                <p14:cNvContentPartPr/>
                <p14:nvPr/>
              </p14:nvContentPartPr>
              <p14:xfrm>
                <a:off x="9620081" y="2596565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34A29AD-B23B-1932-FA3E-32EC01306A8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602441" y="25789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21C8E3F-3DB2-0428-E75D-BA248D792A47}"/>
                  </a:ext>
                </a:extLst>
              </p14:cNvPr>
              <p14:cNvContentPartPr/>
              <p14:nvPr/>
            </p14:nvContentPartPr>
            <p14:xfrm>
              <a:off x="7557641" y="2188325"/>
              <a:ext cx="139320" cy="246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21C8E3F-3DB2-0428-E75D-BA248D792A4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539641" y="2170325"/>
                <a:ext cx="17496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317D7F8-E019-7B69-7457-940217BFFCD4}"/>
                  </a:ext>
                </a:extLst>
              </p14:cNvPr>
              <p14:cNvContentPartPr/>
              <p14:nvPr/>
            </p14:nvContentPartPr>
            <p14:xfrm>
              <a:off x="1575161" y="2236205"/>
              <a:ext cx="1429920" cy="40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317D7F8-E019-7B69-7457-940217BFFCD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557521" y="2218205"/>
                <a:ext cx="14655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9F68317-ACCD-FB6E-F74B-B49AE9BA170A}"/>
                  </a:ext>
                </a:extLst>
              </p14:cNvPr>
              <p14:cNvContentPartPr/>
              <p14:nvPr/>
            </p14:nvContentPartPr>
            <p14:xfrm>
              <a:off x="1448801" y="3667205"/>
              <a:ext cx="112824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9F68317-ACCD-FB6E-F74B-B49AE9BA170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31161" y="3649205"/>
                <a:ext cx="11638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0C642BD-F64A-744F-40AF-C6147043D81B}"/>
                  </a:ext>
                </a:extLst>
              </p14:cNvPr>
              <p14:cNvContentPartPr/>
              <p14:nvPr/>
            </p14:nvContentPartPr>
            <p14:xfrm>
              <a:off x="1371401" y="4892285"/>
              <a:ext cx="835920" cy="2988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0C642BD-F64A-744F-40AF-C6147043D81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353401" y="4874645"/>
                <a:ext cx="87156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6996C2DF-91AD-B192-B07E-05AD9C9C1AB6}"/>
                  </a:ext>
                </a:extLst>
              </p14:cNvPr>
              <p14:cNvContentPartPr/>
              <p14:nvPr/>
            </p14:nvContentPartPr>
            <p14:xfrm>
              <a:off x="10436561" y="925445"/>
              <a:ext cx="409680" cy="5162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6996C2DF-91AD-B192-B07E-05AD9C9C1AB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418921" y="907445"/>
                <a:ext cx="445320" cy="55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46C2A20-A3DE-0E8E-C021-126C1D24B008}"/>
                  </a:ext>
                </a:extLst>
              </p14:cNvPr>
              <p14:cNvContentPartPr/>
              <p14:nvPr/>
            </p14:nvContentPartPr>
            <p14:xfrm>
              <a:off x="10212281" y="835085"/>
              <a:ext cx="916920" cy="8481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46C2A20-A3DE-0E8E-C021-126C1D24B00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194281" y="817445"/>
                <a:ext cx="952560" cy="88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27EC163-388E-96AD-E6B9-6030C29CD7A5}"/>
                  </a:ext>
                </a:extLst>
              </p14:cNvPr>
              <p14:cNvContentPartPr/>
              <p14:nvPr/>
            </p14:nvContentPartPr>
            <p14:xfrm>
              <a:off x="6050321" y="2918045"/>
              <a:ext cx="1265400" cy="369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27EC163-388E-96AD-E6B9-6030C29CD7A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032321" y="2900045"/>
                <a:ext cx="130104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35DC547-6853-182B-1AEE-5EE5C5E1FE4B}"/>
                  </a:ext>
                </a:extLst>
              </p14:cNvPr>
              <p14:cNvContentPartPr/>
              <p14:nvPr/>
            </p14:nvContentPartPr>
            <p14:xfrm>
              <a:off x="8073881" y="3783845"/>
              <a:ext cx="38880" cy="30204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35DC547-6853-182B-1AEE-5EE5C5E1FE4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56241" y="3765845"/>
                <a:ext cx="745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D475533F-553C-DA63-51EE-2F0626F7EAD3}"/>
                  </a:ext>
                </a:extLst>
              </p14:cNvPr>
              <p14:cNvContentPartPr/>
              <p14:nvPr/>
            </p14:nvContentPartPr>
            <p14:xfrm>
              <a:off x="7684361" y="4386845"/>
              <a:ext cx="19800" cy="31140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D475533F-553C-DA63-51EE-2F0626F7EAD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666361" y="4368845"/>
                <a:ext cx="55440" cy="34704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0F12DF17-4E72-3E55-15FF-A0740A0519EC}"/>
              </a:ext>
            </a:extLst>
          </p:cNvPr>
          <p:cNvGrpSpPr/>
          <p:nvPr/>
        </p:nvGrpSpPr>
        <p:grpSpPr>
          <a:xfrm>
            <a:off x="7262801" y="3810845"/>
            <a:ext cx="1974240" cy="2030400"/>
            <a:chOff x="7262801" y="3810845"/>
            <a:chExt cx="1974240" cy="203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E14A497-E57F-346F-ADEC-B68BC51AC303}"/>
                    </a:ext>
                  </a:extLst>
                </p14:cNvPr>
                <p14:cNvContentPartPr/>
                <p14:nvPr/>
              </p14:nvContentPartPr>
              <p14:xfrm>
                <a:off x="7392761" y="3917405"/>
                <a:ext cx="179640" cy="237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E14A497-E57F-346F-ADEC-B68BC51AC30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374761" y="3899765"/>
                  <a:ext cx="21528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4156F4E-C9C9-F34F-BFB0-CB5EF5492C0B}"/>
                    </a:ext>
                  </a:extLst>
                </p14:cNvPr>
                <p14:cNvContentPartPr/>
                <p14:nvPr/>
              </p14:nvContentPartPr>
              <p14:xfrm>
                <a:off x="7702361" y="3928925"/>
                <a:ext cx="187920" cy="187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4156F4E-C9C9-F34F-BFB0-CB5EF5492C0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84721" y="3910925"/>
                  <a:ext cx="2235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22E03D3-F877-950A-2688-9302CFFD2264}"/>
                    </a:ext>
                  </a:extLst>
                </p14:cNvPr>
                <p14:cNvContentPartPr/>
                <p14:nvPr/>
              </p14:nvContentPartPr>
              <p14:xfrm>
                <a:off x="7993601" y="3997325"/>
                <a:ext cx="82080" cy="139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22E03D3-F877-950A-2688-9302CFFD22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75601" y="3979685"/>
                  <a:ext cx="117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1576B4E-84E7-2531-500B-65B0568A0B84}"/>
                    </a:ext>
                  </a:extLst>
                </p14:cNvPr>
                <p14:cNvContentPartPr/>
                <p14:nvPr/>
              </p14:nvContentPartPr>
              <p14:xfrm>
                <a:off x="8199881" y="3810845"/>
                <a:ext cx="174600" cy="227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1576B4E-84E7-2531-500B-65B0568A0B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82241" y="3792845"/>
                  <a:ext cx="210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00EF0E9-3276-26F5-366E-3A315B760D45}"/>
                    </a:ext>
                  </a:extLst>
                </p14:cNvPr>
                <p14:cNvContentPartPr/>
                <p14:nvPr/>
              </p14:nvContentPartPr>
              <p14:xfrm>
                <a:off x="7262801" y="4347605"/>
                <a:ext cx="781560" cy="419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00EF0E9-3276-26F5-366E-3A315B760D4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45161" y="4329965"/>
                  <a:ext cx="8172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E3AF0FF-9180-C75F-CC97-590612394DF7}"/>
                    </a:ext>
                  </a:extLst>
                </p14:cNvPr>
                <p14:cNvContentPartPr/>
                <p14:nvPr/>
              </p14:nvContentPartPr>
              <p14:xfrm>
                <a:off x="7296641" y="4347605"/>
                <a:ext cx="827640" cy="477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E3AF0FF-9180-C75F-CC97-590612394D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78641" y="4329965"/>
                  <a:ext cx="863280" cy="51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1110CD2-0204-E87C-A12B-D857E845557A}"/>
                    </a:ext>
                  </a:extLst>
                </p14:cNvPr>
                <p14:cNvContentPartPr/>
                <p14:nvPr/>
              </p14:nvContentPartPr>
              <p14:xfrm>
                <a:off x="7489601" y="4970405"/>
                <a:ext cx="49680" cy="371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1110CD2-0204-E87C-A12B-D857E845557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71601" y="4952765"/>
                  <a:ext cx="8532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8C3EEA5-88B3-5716-EAD1-AE24E7D85747}"/>
                    </a:ext>
                  </a:extLst>
                </p14:cNvPr>
                <p14:cNvContentPartPr/>
                <p14:nvPr/>
              </p14:nvContentPartPr>
              <p14:xfrm>
                <a:off x="7986041" y="4931525"/>
                <a:ext cx="59760" cy="443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8C3EEA5-88B3-5716-EAD1-AE24E7D8574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68041" y="4913525"/>
                  <a:ext cx="9540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95DB053-16D2-72EA-7DC7-795896C57125}"/>
                    </a:ext>
                  </a:extLst>
                </p14:cNvPr>
                <p14:cNvContentPartPr/>
                <p14:nvPr/>
              </p14:nvContentPartPr>
              <p14:xfrm>
                <a:off x="8044361" y="5483405"/>
                <a:ext cx="543960" cy="357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95DB053-16D2-72EA-7DC7-795896C5712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26361" y="5465405"/>
                  <a:ext cx="579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5991294-B04A-ED5D-473C-A56C5C39E18E}"/>
                    </a:ext>
                  </a:extLst>
                </p14:cNvPr>
                <p14:cNvContentPartPr/>
                <p14:nvPr/>
              </p14:nvContentPartPr>
              <p14:xfrm>
                <a:off x="8783441" y="5437325"/>
                <a:ext cx="39960" cy="329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5991294-B04A-ED5D-473C-A56C5C39E18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65441" y="5419685"/>
                  <a:ext cx="756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FBE2331-7C7E-1E66-C19D-BFDF98B06106}"/>
                    </a:ext>
                  </a:extLst>
                </p14:cNvPr>
                <p14:cNvContentPartPr/>
                <p14:nvPr/>
              </p14:nvContentPartPr>
              <p14:xfrm>
                <a:off x="8735201" y="5651525"/>
                <a:ext cx="367920" cy="34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FBE2331-7C7E-1E66-C19D-BFDF98B0610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17201" y="5633525"/>
                  <a:ext cx="403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1B466F4-504D-3E30-DDC1-75071E0AC004}"/>
                    </a:ext>
                  </a:extLst>
                </p14:cNvPr>
                <p14:cNvContentPartPr/>
                <p14:nvPr/>
              </p14:nvContentPartPr>
              <p14:xfrm>
                <a:off x="8123201" y="4318445"/>
                <a:ext cx="514440" cy="29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1B466F4-504D-3E30-DDC1-75071E0AC004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05561" y="4300805"/>
                  <a:ext cx="5500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BB185F-D2E5-C898-AD48-0A5688CAA127}"/>
                    </a:ext>
                  </a:extLst>
                </p14:cNvPr>
                <p14:cNvContentPartPr/>
                <p14:nvPr/>
              </p14:nvContentPartPr>
              <p14:xfrm>
                <a:off x="8179721" y="4318445"/>
                <a:ext cx="1057320" cy="456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BB185F-D2E5-C898-AD48-0A5688CAA12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61721" y="4300445"/>
                  <a:ext cx="109296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A2A6303-CBA0-C105-F9D1-D97085B2227B}"/>
                    </a:ext>
                  </a:extLst>
                </p14:cNvPr>
                <p14:cNvContentPartPr/>
                <p14:nvPr/>
              </p14:nvContentPartPr>
              <p14:xfrm>
                <a:off x="8569601" y="4318805"/>
                <a:ext cx="88560" cy="38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A2A6303-CBA0-C105-F9D1-D97085B222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51601" y="4300805"/>
                  <a:ext cx="124200" cy="42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18834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6083C6-79FE-BAF5-B1FE-A8BF454F37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C420A1-09F6-9B33-8C1C-439A42E7334E}"/>
                  </a:ext>
                </a:extLst>
              </p14:cNvPr>
              <p14:cNvContentPartPr/>
              <p14:nvPr/>
            </p14:nvContentPartPr>
            <p14:xfrm>
              <a:off x="1624121" y="3384965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C420A1-09F6-9B33-8C1C-439A42E733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6121" y="33669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6488C7A-070B-6BA4-5B14-CBE52C1DC6E3}"/>
                  </a:ext>
                </a:extLst>
              </p14:cNvPr>
              <p14:cNvContentPartPr/>
              <p14:nvPr/>
            </p14:nvContentPartPr>
            <p14:xfrm>
              <a:off x="1097801" y="2800685"/>
              <a:ext cx="672840" cy="390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6488C7A-070B-6BA4-5B14-CBE52C1DC6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0161" y="2782685"/>
                <a:ext cx="708480" cy="42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E8F53C-8C35-236A-8BA4-48D430AB4830}"/>
                  </a:ext>
                </a:extLst>
              </p14:cNvPr>
              <p14:cNvContentPartPr/>
              <p14:nvPr/>
            </p14:nvContentPartPr>
            <p14:xfrm>
              <a:off x="1097081" y="5485565"/>
              <a:ext cx="644760" cy="53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E8F53C-8C35-236A-8BA4-48D430AB48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79441" y="5467925"/>
                <a:ext cx="680400" cy="56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C61D9BB-A866-D708-D44A-A8C50F217581}"/>
                  </a:ext>
                </a:extLst>
              </p14:cNvPr>
              <p14:cNvContentPartPr/>
              <p14:nvPr/>
            </p14:nvContentPartPr>
            <p14:xfrm>
              <a:off x="6808841" y="5777165"/>
              <a:ext cx="1859760" cy="643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C61D9BB-A866-D708-D44A-A8C50F21758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91201" y="5759525"/>
                <a:ext cx="1895400" cy="67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6026E32-489B-4276-F913-C81A4D543017}"/>
                  </a:ext>
                </a:extLst>
              </p14:cNvPr>
              <p14:cNvContentPartPr/>
              <p14:nvPr/>
            </p14:nvContentPartPr>
            <p14:xfrm>
              <a:off x="4882841" y="6011165"/>
              <a:ext cx="232920" cy="19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6026E32-489B-4276-F913-C81A4D54301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865201" y="5993525"/>
                <a:ext cx="2685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4C48F8-F5ED-F71D-A128-FE79B8B978FF}"/>
                  </a:ext>
                </a:extLst>
              </p14:cNvPr>
              <p14:cNvContentPartPr/>
              <p14:nvPr/>
            </p14:nvContentPartPr>
            <p14:xfrm>
              <a:off x="10476521" y="5981285"/>
              <a:ext cx="272160" cy="496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4C48F8-F5ED-F71D-A128-FE79B8B978FF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458521" y="5963285"/>
                <a:ext cx="307800" cy="8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13F653CD-BB8D-BD07-9A3F-63CF7082478D}"/>
              </a:ext>
            </a:extLst>
          </p:cNvPr>
          <p:cNvGrpSpPr/>
          <p:nvPr/>
        </p:nvGrpSpPr>
        <p:grpSpPr>
          <a:xfrm>
            <a:off x="4464521" y="1721405"/>
            <a:ext cx="1356120" cy="487800"/>
            <a:chOff x="4464521" y="1721405"/>
            <a:chExt cx="1356120" cy="48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671B358-8FD9-EE74-4AC2-2B5881B8D5F4}"/>
                    </a:ext>
                  </a:extLst>
                </p14:cNvPr>
                <p14:cNvContentPartPr/>
                <p14:nvPr/>
              </p14:nvContentPartPr>
              <p14:xfrm>
                <a:off x="4464521" y="1855685"/>
                <a:ext cx="312120" cy="303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671B358-8FD9-EE74-4AC2-2B5881B8D5F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446881" y="1837685"/>
                  <a:ext cx="3477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8EDF81D-1FF7-C082-6D58-B05F6341747D}"/>
                    </a:ext>
                  </a:extLst>
                </p14:cNvPr>
                <p14:cNvContentPartPr/>
                <p14:nvPr/>
              </p14:nvContentPartPr>
              <p14:xfrm>
                <a:off x="4950521" y="1984205"/>
                <a:ext cx="217080" cy="215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8EDF81D-1FF7-C082-6D58-B05F6341747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932521" y="1966205"/>
                  <a:ext cx="2527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9DBEDE3-37F4-39DD-80C4-DA4ACFA3E8A6}"/>
                    </a:ext>
                  </a:extLst>
                </p14:cNvPr>
                <p14:cNvContentPartPr/>
                <p14:nvPr/>
              </p14:nvContentPartPr>
              <p14:xfrm>
                <a:off x="5338241" y="1721405"/>
                <a:ext cx="138600" cy="487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9DBEDE3-37F4-39DD-80C4-DA4ACFA3E8A6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320241" y="1703405"/>
                  <a:ext cx="1742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8EFC48E-5245-4A5F-7B0D-9B2FF3483B94}"/>
                    </a:ext>
                  </a:extLst>
                </p14:cNvPr>
                <p14:cNvContentPartPr/>
                <p14:nvPr/>
              </p14:nvContentPartPr>
              <p14:xfrm>
                <a:off x="5660441" y="1777565"/>
                <a:ext cx="160200" cy="3438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8EFC48E-5245-4A5F-7B0D-9B2FF3483B9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642441" y="1759925"/>
                  <a:ext cx="195840" cy="37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FA3D135-6877-A010-941A-DD1777BE8DC1}"/>
                  </a:ext>
                </a:extLst>
              </p14:cNvPr>
              <p14:cNvContentPartPr/>
              <p14:nvPr/>
            </p14:nvContentPartPr>
            <p14:xfrm>
              <a:off x="4357601" y="3834245"/>
              <a:ext cx="135720" cy="1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FA3D135-6877-A010-941A-DD1777BE8DC1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339601" y="3816245"/>
                <a:ext cx="17136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05A5297-A8B6-B800-6091-8489E9C712FD}"/>
                  </a:ext>
                </a:extLst>
              </p14:cNvPr>
              <p14:cNvContentPartPr/>
              <p14:nvPr/>
            </p14:nvContentPartPr>
            <p14:xfrm>
              <a:off x="4006601" y="3821645"/>
              <a:ext cx="810720" cy="392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05A5297-A8B6-B800-6091-8489E9C712F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988601" y="3804005"/>
                <a:ext cx="846360" cy="42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B7BA1B4-2B19-467B-B859-74672669597B}"/>
                  </a:ext>
                </a:extLst>
              </p14:cNvPr>
              <p14:cNvContentPartPr/>
              <p14:nvPr/>
            </p14:nvContentPartPr>
            <p14:xfrm>
              <a:off x="6166961" y="2762165"/>
              <a:ext cx="555120" cy="97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B7BA1B4-2B19-467B-B859-74672669597B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148961" y="2744165"/>
                <a:ext cx="590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5842B1F-09D9-D5A0-7E70-4D610A40136F}"/>
                  </a:ext>
                </a:extLst>
              </p14:cNvPr>
              <p14:cNvContentPartPr/>
              <p14:nvPr/>
            </p14:nvContentPartPr>
            <p14:xfrm>
              <a:off x="6390881" y="3764045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5842B1F-09D9-D5A0-7E70-4D610A4013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72881" y="374604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44DED53-BD33-6F31-57FF-E4C6B260604D}"/>
                  </a:ext>
                </a:extLst>
              </p14:cNvPr>
              <p14:cNvContentPartPr/>
              <p14:nvPr/>
            </p14:nvContentPartPr>
            <p14:xfrm>
              <a:off x="7781921" y="2712485"/>
              <a:ext cx="548280" cy="497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44DED53-BD33-6F31-57FF-E4C6B260604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763921" y="2694845"/>
                <a:ext cx="58392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3729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39E4A-2905-203B-9687-E9316BCC8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✍Programming to an Interface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633C9-2D97-CC6E-1DCA-681019068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Instead of … </a:t>
            </a:r>
            <a:endParaRPr lang="ar-EG" sz="2000" dirty="0"/>
          </a:p>
          <a:p>
            <a:r>
              <a:rPr lang="ar-EG" sz="2000" dirty="0"/>
              <a:t>We can choose the implementation:</a:t>
            </a:r>
            <a:endParaRPr lang="en-US" sz="2000" dirty="0"/>
          </a:p>
          <a:p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0742D1-630A-5E4C-22EC-FF6023BB4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14277"/>
            <a:ext cx="5150277" cy="26541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CE7ACA-679E-A2ED-AC39-A162CF620D0C}"/>
                  </a:ext>
                </a:extLst>
              </p14:cNvPr>
              <p14:cNvContentPartPr/>
              <p14:nvPr/>
            </p14:nvContentPartPr>
            <p14:xfrm>
              <a:off x="6672761" y="4221245"/>
              <a:ext cx="1254960" cy="20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CE7ACA-679E-A2ED-AC39-A162CF620D0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5121" y="4203245"/>
                <a:ext cx="12906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E5F671-490D-7E8D-AD13-FC96FD4C4081}"/>
                  </a:ext>
                </a:extLst>
              </p14:cNvPr>
              <p14:cNvContentPartPr/>
              <p14:nvPr/>
            </p14:nvContentPartPr>
            <p14:xfrm>
              <a:off x="6069401" y="4007045"/>
              <a:ext cx="363600" cy="195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E5F671-490D-7E8D-AD13-FC96FD4C408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51761" y="3989405"/>
                <a:ext cx="399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31CFCA9-D59E-AEC1-49F0-4DF19361BEDC}"/>
                  </a:ext>
                </a:extLst>
              </p14:cNvPr>
              <p14:cNvContentPartPr/>
              <p14:nvPr/>
            </p14:nvContentPartPr>
            <p14:xfrm>
              <a:off x="6507521" y="366720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31CFCA9-D59E-AEC1-49F0-4DF19361BED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89521" y="364920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A2D58C8-7701-8923-9A1E-0B7C15EBCD30}"/>
                  </a:ext>
                </a:extLst>
              </p14:cNvPr>
              <p14:cNvContentPartPr/>
              <p14:nvPr/>
            </p14:nvContentPartPr>
            <p14:xfrm>
              <a:off x="6321761" y="3170405"/>
              <a:ext cx="2269080" cy="516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A2D58C8-7701-8923-9A1E-0B7C15EBCD3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303761" y="3152405"/>
                <a:ext cx="2304720" cy="55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A445946-0221-E357-11C5-1D8218E3D05D}"/>
                  </a:ext>
                </a:extLst>
              </p14:cNvPr>
              <p14:cNvContentPartPr/>
              <p14:nvPr/>
            </p14:nvContentPartPr>
            <p14:xfrm>
              <a:off x="6633881" y="4775285"/>
              <a:ext cx="1634040" cy="885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A445946-0221-E357-11C5-1D8218E3D05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615881" y="4757645"/>
                <a:ext cx="1669680" cy="1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E608F10-1CED-9AD3-D5E4-8EEA31224BF4}"/>
                  </a:ext>
                </a:extLst>
              </p14:cNvPr>
              <p14:cNvContentPartPr/>
              <p14:nvPr/>
            </p14:nvContentPartPr>
            <p14:xfrm>
              <a:off x="8277641" y="4717685"/>
              <a:ext cx="915120" cy="586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E608F10-1CED-9AD3-D5E4-8EEA31224BF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259641" y="4699685"/>
                <a:ext cx="950760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358DDF3-5E42-7053-02FA-991017A10916}"/>
                  </a:ext>
                </a:extLst>
              </p14:cNvPr>
              <p14:cNvContentPartPr/>
              <p14:nvPr/>
            </p14:nvContentPartPr>
            <p14:xfrm>
              <a:off x="9192401" y="4717685"/>
              <a:ext cx="1947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358DDF3-5E42-7053-02FA-991017A1091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9174401" y="4699685"/>
                <a:ext cx="230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2BEE18A-6A3B-7C0B-DD7A-12474694A4DC}"/>
                  </a:ext>
                </a:extLst>
              </p14:cNvPr>
              <p14:cNvContentPartPr/>
              <p14:nvPr/>
            </p14:nvContentPartPr>
            <p14:xfrm>
              <a:off x="7791641" y="5291165"/>
              <a:ext cx="1322280" cy="205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2BEE18A-6A3B-7C0B-DD7A-12474694A4D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73641" y="5273525"/>
                <a:ext cx="1357920" cy="5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EFEF9F8-D06E-0969-CCAE-1C80C8F74768}"/>
                  </a:ext>
                </a:extLst>
              </p14:cNvPr>
              <p14:cNvContentPartPr/>
              <p14:nvPr/>
            </p14:nvContentPartPr>
            <p14:xfrm>
              <a:off x="5602481" y="3425285"/>
              <a:ext cx="654120" cy="3196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EFEF9F8-D06E-0969-CCAE-1C80C8F7476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584841" y="3407645"/>
                <a:ext cx="689760" cy="35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03B80D9-AADB-61F9-2FDE-20969B42FBB5}"/>
                  </a:ext>
                </a:extLst>
              </p14:cNvPr>
              <p14:cNvContentPartPr/>
              <p14:nvPr/>
            </p14:nvContentPartPr>
            <p14:xfrm>
              <a:off x="6648641" y="2770805"/>
              <a:ext cx="209520" cy="57528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03B80D9-AADB-61F9-2FDE-20969B42FBB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631001" y="2752805"/>
                <a:ext cx="245160" cy="61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84A8F069-24ED-7256-17BB-2ADC8EAB41BE}"/>
              </a:ext>
            </a:extLst>
          </p:cNvPr>
          <p:cNvGrpSpPr/>
          <p:nvPr/>
        </p:nvGrpSpPr>
        <p:grpSpPr>
          <a:xfrm>
            <a:off x="5601041" y="4026845"/>
            <a:ext cx="747720" cy="856440"/>
            <a:chOff x="5601041" y="4026845"/>
            <a:chExt cx="747720" cy="85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D299A0-748E-445C-C887-F1B3A986D8DC}"/>
                    </a:ext>
                  </a:extLst>
                </p14:cNvPr>
                <p14:cNvContentPartPr/>
                <p14:nvPr/>
              </p14:nvContentPartPr>
              <p14:xfrm>
                <a:off x="5601041" y="4026845"/>
                <a:ext cx="703800" cy="750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D299A0-748E-445C-C887-F1B3A986D8D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583041" y="4009205"/>
                  <a:ext cx="739440" cy="78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277E77D-7205-1C43-DBAB-2CCDA287D3DD}"/>
                    </a:ext>
                  </a:extLst>
                </p14:cNvPr>
                <p14:cNvContentPartPr/>
                <p14:nvPr/>
              </p14:nvContentPartPr>
              <p14:xfrm>
                <a:off x="6244721" y="4688165"/>
                <a:ext cx="104040" cy="195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277E77D-7205-1C43-DBAB-2CCDA287D3D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26721" y="4670525"/>
                  <a:ext cx="139680" cy="23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004FCD4-C94A-5C70-A73D-AC0FCB96EF90}"/>
                  </a:ext>
                </a:extLst>
              </p14:cNvPr>
              <p14:cNvContentPartPr/>
              <p14:nvPr/>
            </p14:nvContentPartPr>
            <p14:xfrm>
              <a:off x="9669041" y="4766285"/>
              <a:ext cx="477000" cy="982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004FCD4-C94A-5C70-A73D-AC0FCB96EF90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651041" y="4748645"/>
                <a:ext cx="51264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FFCA257-ED9D-E0C4-CD62-C6712BEC58DA}"/>
                  </a:ext>
                </a:extLst>
              </p14:cNvPr>
              <p14:cNvContentPartPr/>
              <p14:nvPr/>
            </p14:nvContentPartPr>
            <p14:xfrm>
              <a:off x="9658601" y="4686005"/>
              <a:ext cx="184320" cy="15084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FFCA257-ED9D-E0C4-CD62-C6712BEC58DA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640601" y="4668365"/>
                <a:ext cx="21996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A71EBB4-3B4A-6B87-4F6C-7185996796ED}"/>
                  </a:ext>
                </a:extLst>
              </p14:cNvPr>
              <p14:cNvContentPartPr/>
              <p14:nvPr/>
            </p14:nvContentPartPr>
            <p14:xfrm>
              <a:off x="9357641" y="5320685"/>
              <a:ext cx="351000" cy="1141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A71EBB4-3B4A-6B87-4F6C-7185996796E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9340001" y="5302685"/>
                <a:ext cx="386640" cy="14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404ACD3-F18A-1C08-7DF7-6EFD979D75D2}"/>
                  </a:ext>
                </a:extLst>
              </p14:cNvPr>
              <p14:cNvContentPartPr/>
              <p14:nvPr/>
            </p14:nvContentPartPr>
            <p14:xfrm>
              <a:off x="9357281" y="5288645"/>
              <a:ext cx="155880" cy="1108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404ACD3-F18A-1C08-7DF7-6EFD979D75D2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9339641" y="5271005"/>
                <a:ext cx="191520" cy="14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79997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1A07E-5BDC-6E53-417E-B44060FBA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✍Why Separate Interface and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26EB8-B594-5D38-26A6-A6C09515D3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Benefits</a:t>
            </a:r>
            <a:endParaRPr lang="ar-EG" sz="2400" dirty="0"/>
          </a:p>
          <a:p>
            <a:pPr lvl="0"/>
            <a:r>
              <a:rPr lang="ar-EG" sz="2400" dirty="0"/>
              <a:t>Flexibility </a:t>
            </a:r>
          </a:p>
          <a:p>
            <a:pPr lvl="0"/>
            <a:r>
              <a:rPr lang="ar-EG" sz="2400" dirty="0"/>
              <a:t>Easier maintenance </a:t>
            </a:r>
          </a:p>
          <a:p>
            <a:pPr lvl="0"/>
            <a:r>
              <a:rPr lang="ar-EG" sz="2400" dirty="0"/>
              <a:t>Easier to change implementation </a:t>
            </a:r>
          </a:p>
          <a:p>
            <a:pPr lvl="0"/>
            <a:r>
              <a:rPr lang="ar-EG" sz="2400" dirty="0"/>
              <a:t>Hides implementation details </a:t>
            </a:r>
          </a:p>
          <a:p>
            <a:pPr lvl="0"/>
            <a:r>
              <a:rPr lang="ar-EG" sz="2400" dirty="0"/>
              <a:t>Supports polymorphism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1A0F60-761D-E973-5800-A12BEBCF4A49}"/>
                  </a:ext>
                </a:extLst>
              </p14:cNvPr>
              <p14:cNvContentPartPr/>
              <p14:nvPr/>
            </p14:nvContentPartPr>
            <p14:xfrm>
              <a:off x="680561" y="5022605"/>
              <a:ext cx="411840" cy="23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1A0F60-761D-E973-5800-A12BEBCF4A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2561" y="5004965"/>
                <a:ext cx="447480" cy="27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09963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6EF0EB-8C54-AE9B-77D0-C60A7819E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7D91E-9FEB-0EB3-706C-5B574C64A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An Iterator is used to visit collection elements one by one.</a:t>
            </a:r>
          </a:p>
          <a:p>
            <a:r>
              <a:rPr lang="ar-EG" sz="2400" dirty="0"/>
              <a:t>Main methods</a:t>
            </a:r>
            <a:r>
              <a:rPr lang="en-US" sz="2400" dirty="0"/>
              <a:t>: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dirty="0"/>
              <a:t>hasNext() 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dirty="0"/>
              <a:t>next()</a:t>
            </a:r>
          </a:p>
          <a:p>
            <a:pPr marL="914400" lvl="1" indent="-457200">
              <a:buFont typeface="+mj-lt"/>
              <a:buAutoNum type="arabicPeriod"/>
            </a:pPr>
            <a:r>
              <a:rPr lang="ar-EG" dirty="0"/>
              <a:t> remove()</a:t>
            </a:r>
            <a:endParaRPr lang="en-US" dirty="0"/>
          </a:p>
          <a:p>
            <a:pPr marL="914400" lvl="1" indent="-457200">
              <a:buFont typeface="+mj-lt"/>
              <a:buAutoNum type="arabicPeriod"/>
            </a:pPr>
            <a:r>
              <a:rPr lang="ar-EG" dirty="0"/>
              <a:t>forEachRemaining()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60E366-49F5-7BEC-A462-3DDD5C38BAD6}"/>
                  </a:ext>
                </a:extLst>
              </p14:cNvPr>
              <p14:cNvContentPartPr/>
              <p14:nvPr/>
            </p14:nvContentPartPr>
            <p14:xfrm>
              <a:off x="845801" y="4444805"/>
              <a:ext cx="739800" cy="263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60E366-49F5-7BEC-A462-3DDD5C38BA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8161" y="4426805"/>
                <a:ext cx="7754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E32F879-7D9D-BE34-F7B8-58C0EEADF96C}"/>
                  </a:ext>
                </a:extLst>
              </p14:cNvPr>
              <p14:cNvContentPartPr/>
              <p14:nvPr/>
            </p14:nvContentPartPr>
            <p14:xfrm>
              <a:off x="3171041" y="3774125"/>
              <a:ext cx="30060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E32F879-7D9D-BE34-F7B8-58C0EEADF9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53041" y="3756485"/>
                <a:ext cx="3362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4F8C803-69CF-AB7F-CF09-8447D30B3F75}"/>
                  </a:ext>
                </a:extLst>
              </p14:cNvPr>
              <p14:cNvContentPartPr/>
              <p14:nvPr/>
            </p14:nvContentPartPr>
            <p14:xfrm>
              <a:off x="1408121" y="5368565"/>
              <a:ext cx="470880" cy="487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4F8C803-69CF-AB7F-CF09-8447D30B3F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90481" y="5350925"/>
                <a:ext cx="50652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52C40CB-3293-F3E8-AAE3-DE5C475F04E5}"/>
                  </a:ext>
                </a:extLst>
              </p14:cNvPr>
              <p14:cNvContentPartPr/>
              <p14:nvPr/>
            </p14:nvContentPartPr>
            <p14:xfrm>
              <a:off x="1711961" y="5836205"/>
              <a:ext cx="3204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52C40CB-3293-F3E8-AAE3-DE5C475F04E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93961" y="5818565"/>
                <a:ext cx="35604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C7FE15D-90F9-5C7D-605D-8FF1D0C000FD}"/>
              </a:ext>
            </a:extLst>
          </p:cNvPr>
          <p:cNvGrpSpPr/>
          <p:nvPr/>
        </p:nvGrpSpPr>
        <p:grpSpPr>
          <a:xfrm>
            <a:off x="1177001" y="4030085"/>
            <a:ext cx="810000" cy="1318320"/>
            <a:chOff x="1177001" y="4030085"/>
            <a:chExt cx="810000" cy="131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383FF0D-90B0-5C1C-24AE-64B3D5DB83BC}"/>
                    </a:ext>
                  </a:extLst>
                </p14:cNvPr>
                <p14:cNvContentPartPr/>
                <p14:nvPr/>
              </p14:nvContentPartPr>
              <p14:xfrm>
                <a:off x="1361681" y="4405925"/>
                <a:ext cx="360" cy="11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383FF0D-90B0-5C1C-24AE-64B3D5DB83B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43681" y="4388285"/>
                  <a:ext cx="36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62855F5-DCC2-CEDD-847B-C2671E5BCE72}"/>
                    </a:ext>
                  </a:extLst>
                </p14:cNvPr>
                <p14:cNvContentPartPr/>
                <p14:nvPr/>
              </p14:nvContentPartPr>
              <p14:xfrm>
                <a:off x="1371401" y="4030085"/>
                <a:ext cx="615600" cy="4744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62855F5-DCC2-CEDD-847B-C2671E5BCE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53401" y="4012085"/>
                  <a:ext cx="6512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AA136BE-EFDE-19FD-8DCB-88B9B69A7AB2}"/>
                    </a:ext>
                  </a:extLst>
                </p14:cNvPr>
                <p14:cNvContentPartPr/>
                <p14:nvPr/>
              </p14:nvContentPartPr>
              <p14:xfrm>
                <a:off x="1177001" y="4495565"/>
                <a:ext cx="686520" cy="515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AA136BE-EFDE-19FD-8DCB-88B9B69A7A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59001" y="4477565"/>
                  <a:ext cx="7221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E228F8B-A97F-4716-B43F-6B7F56D7161E}"/>
                    </a:ext>
                  </a:extLst>
                </p14:cNvPr>
                <p14:cNvContentPartPr/>
                <p14:nvPr/>
              </p14:nvContentPartPr>
              <p14:xfrm>
                <a:off x="1340441" y="4952405"/>
                <a:ext cx="558720" cy="3960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E228F8B-A97F-4716-B43F-6B7F56D7161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22441" y="4934405"/>
                  <a:ext cx="594360" cy="43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A4D2721-A2B5-CB3E-0651-13EE563DB9B1}"/>
                  </a:ext>
                </a:extLst>
              </p14:cNvPr>
              <p14:cNvContentPartPr/>
              <p14:nvPr/>
            </p14:nvContentPartPr>
            <p14:xfrm>
              <a:off x="1361681" y="3743165"/>
              <a:ext cx="1071000" cy="705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A4D2721-A2B5-CB3E-0651-13EE563DB9B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343681" y="3725525"/>
                <a:ext cx="1106640" cy="106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7805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0E2F4-FE2D-2CA6-C6E2-B227680DF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3600" b="1" dirty="0"/>
              <a:t>✍Interfaces in the Collections Framework</a:t>
            </a:r>
            <a:endParaRPr lang="ar-EG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B6520-BBA3-6C25-E65E-A8538400E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1800" dirty="0"/>
              <a:t>The Java Collections Framework provides several interfaces for different types of collections. </a:t>
            </a:r>
          </a:p>
          <a:p>
            <a:pPr lvl="0">
              <a:lnSpc>
                <a:spcPct val="150000"/>
              </a:lnSpc>
            </a:pPr>
            <a:r>
              <a:rPr lang="ar-EG" sz="1800" dirty="0"/>
              <a:t>The two main interfaces are: </a:t>
            </a:r>
          </a:p>
          <a:p>
            <a:pPr lvl="1"/>
            <a:r>
              <a:rPr lang="ar-EG" sz="1800" dirty="0"/>
              <a:t>Collection </a:t>
            </a:r>
          </a:p>
          <a:p>
            <a:pPr lvl="1"/>
            <a:r>
              <a:rPr lang="ar-EG" sz="1800" dirty="0"/>
              <a:t>Map </a:t>
            </a:r>
            <a:endParaRPr lang="en-US" sz="1800" dirty="0"/>
          </a:p>
          <a:p>
            <a:pPr marL="457200" lvl="1" indent="0">
              <a:buNone/>
            </a:pPr>
            <a:endParaRPr lang="ar-EG" sz="1800" dirty="0"/>
          </a:p>
          <a:p>
            <a:pPr lvl="0"/>
            <a:r>
              <a:rPr lang="ar-EG" sz="1800" dirty="0"/>
              <a:t>Collection stores individual elements. </a:t>
            </a:r>
          </a:p>
          <a:p>
            <a:pPr lvl="0"/>
            <a:r>
              <a:rPr lang="ar-EG" sz="1800" dirty="0"/>
              <a:t>Map stores key-value pairs.</a:t>
            </a:r>
          </a:p>
          <a:p>
            <a:endParaRPr lang="ar-EG" sz="18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CCDF04B-08CF-4CC4-A10F-A08883E58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822" y="3626890"/>
            <a:ext cx="4839375" cy="248637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52A188E-2DA7-0935-98AD-D2EF127D7FEF}"/>
                  </a:ext>
                </a:extLst>
              </p14:cNvPr>
              <p14:cNvContentPartPr/>
              <p14:nvPr/>
            </p14:nvContentPartPr>
            <p14:xfrm>
              <a:off x="2626001" y="678948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52A188E-2DA7-0935-98AD-D2EF127D7F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8001" y="67714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E8ADF51-A58B-BE0F-A0A8-1843C2FB72EE}"/>
                  </a:ext>
                </a:extLst>
              </p14:cNvPr>
              <p14:cNvContentPartPr/>
              <p14:nvPr/>
            </p14:nvContentPartPr>
            <p14:xfrm>
              <a:off x="3209561" y="6672845"/>
              <a:ext cx="14580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E8ADF51-A58B-BE0F-A0A8-1843C2FB72E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191921" y="6654845"/>
                <a:ext cx="181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71B1BA8-3A07-E0E7-C168-535C283D746E}"/>
                  </a:ext>
                </a:extLst>
              </p14:cNvPr>
              <p14:cNvContentPartPr/>
              <p14:nvPr/>
            </p14:nvContentPartPr>
            <p14:xfrm>
              <a:off x="943361" y="5057525"/>
              <a:ext cx="187920" cy="1954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71B1BA8-3A07-E0E7-C168-535C283D746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5721" y="5039885"/>
                <a:ext cx="223560" cy="231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2F82FDE4-08D7-AC88-D513-3F850A93B590}"/>
              </a:ext>
            </a:extLst>
          </p:cNvPr>
          <p:cNvGrpSpPr/>
          <p:nvPr/>
        </p:nvGrpSpPr>
        <p:grpSpPr>
          <a:xfrm>
            <a:off x="2567681" y="5319965"/>
            <a:ext cx="1693440" cy="1017000"/>
            <a:chOff x="2567681" y="5319965"/>
            <a:chExt cx="1693440" cy="101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419396-8A0A-DA0E-C5B7-E19203011333}"/>
                    </a:ext>
                  </a:extLst>
                </p14:cNvPr>
                <p14:cNvContentPartPr/>
                <p14:nvPr/>
              </p14:nvContentPartPr>
              <p14:xfrm>
                <a:off x="2567681" y="5660885"/>
                <a:ext cx="816840" cy="29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E419396-8A0A-DA0E-C5B7-E1920301133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49681" y="5642885"/>
                  <a:ext cx="85248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96DEE5C-6841-3774-E93D-CA3847F878C2}"/>
                    </a:ext>
                  </a:extLst>
                </p14:cNvPr>
                <p14:cNvContentPartPr/>
                <p14:nvPr/>
              </p14:nvContentPartPr>
              <p14:xfrm>
                <a:off x="2684321" y="5913965"/>
                <a:ext cx="10440" cy="4230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96DEE5C-6841-3774-E93D-CA3847F878C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666681" y="5895965"/>
                  <a:ext cx="460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9B2FE4-E589-2BC4-30C6-5FEB08DD9C9B}"/>
                    </a:ext>
                  </a:extLst>
                </p14:cNvPr>
                <p14:cNvContentPartPr/>
                <p14:nvPr/>
              </p14:nvContentPartPr>
              <p14:xfrm>
                <a:off x="3180761" y="5962565"/>
                <a:ext cx="360" cy="3204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9B2FE4-E589-2BC4-30C6-5FEB08DD9C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2761" y="5944925"/>
                  <a:ext cx="3600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B0DF9B4-6E3C-112A-C1E8-608FAF27B51F}"/>
                    </a:ext>
                  </a:extLst>
                </p14:cNvPr>
                <p14:cNvContentPartPr/>
                <p14:nvPr/>
              </p14:nvContentPartPr>
              <p14:xfrm>
                <a:off x="3393521" y="5319965"/>
                <a:ext cx="867600" cy="498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B0DF9B4-6E3C-112A-C1E8-608FAF27B51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75881" y="5301965"/>
                  <a:ext cx="903240" cy="53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F4474012-8426-ED30-CAAE-2637EA6B252D}"/>
                  </a:ext>
                </a:extLst>
              </p14:cNvPr>
              <p14:cNvContentPartPr/>
              <p14:nvPr/>
            </p14:nvContentPartPr>
            <p14:xfrm>
              <a:off x="3132881" y="5262365"/>
              <a:ext cx="1254240" cy="399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F4474012-8426-ED30-CAAE-2637EA6B252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115241" y="5244365"/>
                <a:ext cx="128988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A6D7ACE-EC31-3B85-146B-F3BA364C4C79}"/>
                  </a:ext>
                </a:extLst>
              </p14:cNvPr>
              <p14:cNvContentPartPr/>
              <p14:nvPr/>
            </p14:nvContentPartPr>
            <p14:xfrm>
              <a:off x="6098921" y="4346525"/>
              <a:ext cx="302040" cy="147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A6D7ACE-EC31-3B85-146B-F3BA364C4C79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080921" y="4328525"/>
                <a:ext cx="337680" cy="18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DD9702B1-EB18-7631-7979-5CDEB3953491}"/>
              </a:ext>
            </a:extLst>
          </p:cNvPr>
          <p:cNvGrpSpPr/>
          <p:nvPr/>
        </p:nvGrpSpPr>
        <p:grpSpPr>
          <a:xfrm>
            <a:off x="6585281" y="4386845"/>
            <a:ext cx="973080" cy="59400"/>
            <a:chOff x="6585281" y="4386845"/>
            <a:chExt cx="973080" cy="5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6FC906D-9674-A4E4-C53F-51C70B1BAC3E}"/>
                    </a:ext>
                  </a:extLst>
                </p14:cNvPr>
                <p14:cNvContentPartPr/>
                <p14:nvPr/>
              </p14:nvContentPartPr>
              <p14:xfrm>
                <a:off x="6585281" y="4386845"/>
                <a:ext cx="962280" cy="59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6FC906D-9674-A4E4-C53F-51C70B1BAC3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567281" y="4368845"/>
                  <a:ext cx="9979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A65603B-9C96-D7B7-C058-C2A4BA6DEC74}"/>
                    </a:ext>
                  </a:extLst>
                </p14:cNvPr>
                <p14:cNvContentPartPr/>
                <p14:nvPr/>
              </p14:nvContentPartPr>
              <p14:xfrm>
                <a:off x="7558001" y="4445165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A65603B-9C96-D7B7-C058-C2A4BA6DEC7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7540361" y="44271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4DF39D1-069D-B2C4-7172-CC76216E799F}"/>
                  </a:ext>
                </a:extLst>
              </p14:cNvPr>
              <p14:cNvContentPartPr/>
              <p14:nvPr/>
            </p14:nvContentPartPr>
            <p14:xfrm>
              <a:off x="7558001" y="4405925"/>
              <a:ext cx="6231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4DF39D1-069D-B2C4-7172-CC76216E799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40001" y="4388285"/>
                <a:ext cx="6588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C571EE-83C1-F8B9-7076-D5D509AE9FAF}"/>
                  </a:ext>
                </a:extLst>
              </p14:cNvPr>
              <p14:cNvContentPartPr/>
              <p14:nvPr/>
            </p14:nvContentPartPr>
            <p14:xfrm>
              <a:off x="5865281" y="4953125"/>
              <a:ext cx="537120" cy="2556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C571EE-83C1-F8B9-7076-D5D509AE9FA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847641" y="4935485"/>
                <a:ext cx="572760" cy="2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CF9075B-134F-E06B-9588-78083FFD0E95}"/>
                  </a:ext>
                </a:extLst>
              </p14:cNvPr>
              <p14:cNvContentPartPr/>
              <p14:nvPr/>
            </p14:nvContentPartPr>
            <p14:xfrm>
              <a:off x="6935201" y="5136005"/>
              <a:ext cx="1060560" cy="39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CF9075B-134F-E06B-9588-78083FFD0E9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917561" y="5118005"/>
                <a:ext cx="10962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D571070F-B656-22A7-CD68-E36ECF2A0A45}"/>
                  </a:ext>
                </a:extLst>
              </p14:cNvPr>
              <p14:cNvContentPartPr/>
              <p14:nvPr/>
            </p14:nvContentPartPr>
            <p14:xfrm>
              <a:off x="5952761" y="5455685"/>
              <a:ext cx="450720" cy="351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D571070F-B656-22A7-CD68-E36ECF2A0A45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935121" y="5438045"/>
                <a:ext cx="486360" cy="38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4108B957-7F20-CE41-5A4A-93BC89631894}"/>
              </a:ext>
            </a:extLst>
          </p:cNvPr>
          <p:cNvGrpSpPr/>
          <p:nvPr/>
        </p:nvGrpSpPr>
        <p:grpSpPr>
          <a:xfrm>
            <a:off x="7606601" y="5573405"/>
            <a:ext cx="701280" cy="39240"/>
            <a:chOff x="7606601" y="5573405"/>
            <a:chExt cx="701280" cy="3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C00D7B7-7A83-3E3B-6366-CAD1CD95761B}"/>
                    </a:ext>
                  </a:extLst>
                </p14:cNvPr>
                <p14:cNvContentPartPr/>
                <p14:nvPr/>
              </p14:nvContentPartPr>
              <p14:xfrm>
                <a:off x="7606601" y="5606525"/>
                <a:ext cx="102240" cy="6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C00D7B7-7A83-3E3B-6366-CAD1CD95761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88961" y="5588885"/>
                  <a:ext cx="137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4CA9D47-34AD-F2E1-99EB-3272F14EF4AE}"/>
                    </a:ext>
                  </a:extLst>
                </p14:cNvPr>
                <p14:cNvContentPartPr/>
                <p14:nvPr/>
              </p14:nvContentPartPr>
              <p14:xfrm>
                <a:off x="7947161" y="5573405"/>
                <a:ext cx="36072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4CA9D47-34AD-F2E1-99EB-3272F14EF4A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929521" y="5555405"/>
                  <a:ext cx="396360" cy="4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CF284A5-02CB-7230-E639-DA6602567254}"/>
                  </a:ext>
                </a:extLst>
              </p14:cNvPr>
              <p14:cNvContentPartPr/>
              <p14:nvPr/>
            </p14:nvContentPartPr>
            <p14:xfrm>
              <a:off x="7509401" y="5962565"/>
              <a:ext cx="9504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CF284A5-02CB-7230-E639-DA6602567254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91401" y="5944925"/>
                <a:ext cx="130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88DC9C8-A821-D465-7964-798F4DD3B2E6}"/>
                  </a:ext>
                </a:extLst>
              </p14:cNvPr>
              <p14:cNvContentPartPr/>
              <p14:nvPr/>
            </p14:nvContentPartPr>
            <p14:xfrm>
              <a:off x="7859681" y="5910725"/>
              <a:ext cx="105480" cy="23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88DC9C8-A821-D465-7964-798F4DD3B2E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841681" y="5892725"/>
                <a:ext cx="14112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1F80EDB-61CB-BE91-C372-5FD3CB0A6169}"/>
                  </a:ext>
                </a:extLst>
              </p14:cNvPr>
              <p14:cNvContentPartPr/>
              <p14:nvPr/>
            </p14:nvContentPartPr>
            <p14:xfrm>
              <a:off x="7975961" y="5884805"/>
              <a:ext cx="379800" cy="19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1F80EDB-61CB-BE91-C372-5FD3CB0A616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958321" y="5867165"/>
                <a:ext cx="41544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0406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60986-5A9B-EA3D-2A6A-1615626ED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✍Collection Framework Hierarchy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43E3C4-BD1B-93CE-4A57-7D91F69F0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905265"/>
              </p:ext>
            </p:extLst>
          </p:nvPr>
        </p:nvGraphicFramePr>
        <p:xfrm>
          <a:off x="6442953" y="1417063"/>
          <a:ext cx="491084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A5D23C0-560F-7642-1706-3567A3BF6C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6140582"/>
              </p:ext>
            </p:extLst>
          </p:nvPr>
        </p:nvGraphicFramePr>
        <p:xfrm>
          <a:off x="838200" y="1417063"/>
          <a:ext cx="52578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C4A47FD-A1CF-3DCD-9413-542781CD7EF5}"/>
                  </a:ext>
                </a:extLst>
              </p14:cNvPr>
              <p14:cNvContentPartPr/>
              <p14:nvPr/>
            </p14:nvContentPartPr>
            <p14:xfrm>
              <a:off x="5670881" y="2888525"/>
              <a:ext cx="36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C4A47FD-A1CF-3DCD-9413-542781CD7E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53241" y="28708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D6A196-F985-DCDC-DDEE-41BEB69041C3}"/>
                  </a:ext>
                </a:extLst>
              </p14:cNvPr>
              <p14:cNvContentPartPr/>
              <p14:nvPr/>
            </p14:nvContentPartPr>
            <p14:xfrm>
              <a:off x="6906401" y="2888165"/>
              <a:ext cx="1162440" cy="442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D6A196-F985-DCDC-DDEE-41BEB69041C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888401" y="2870525"/>
                <a:ext cx="119808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E8D9997-9C8F-BA11-6B7B-EB7A98469B93}"/>
                  </a:ext>
                </a:extLst>
              </p14:cNvPr>
              <p14:cNvContentPartPr/>
              <p14:nvPr/>
            </p14:nvContentPartPr>
            <p14:xfrm>
              <a:off x="10524761" y="4247885"/>
              <a:ext cx="807120" cy="776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E8D9997-9C8F-BA11-6B7B-EB7A98469B9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507121" y="4230245"/>
                <a:ext cx="842760" cy="81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53A1600-9323-D295-CBBF-3368EB24EA78}"/>
                  </a:ext>
                </a:extLst>
              </p14:cNvPr>
              <p14:cNvContentPartPr/>
              <p14:nvPr/>
            </p14:nvContentPartPr>
            <p14:xfrm>
              <a:off x="6663401" y="4667645"/>
              <a:ext cx="510840" cy="108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53A1600-9323-D295-CBBF-3368EB24EA7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645401" y="4650005"/>
                <a:ext cx="546480" cy="14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9ED8BE2-0F5A-BD0D-A212-2BCF2D504C66}"/>
                  </a:ext>
                </a:extLst>
              </p14:cNvPr>
              <p14:cNvContentPartPr/>
              <p14:nvPr/>
            </p14:nvContentPartPr>
            <p14:xfrm>
              <a:off x="8239121" y="4736405"/>
              <a:ext cx="552240" cy="40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9ED8BE2-0F5A-BD0D-A212-2BCF2D504C6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221481" y="4718405"/>
                <a:ext cx="58788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66E3FDF-0121-9070-923C-B0996D8CBBE8}"/>
                  </a:ext>
                </a:extLst>
              </p14:cNvPr>
              <p14:cNvContentPartPr/>
              <p14:nvPr/>
            </p14:nvContentPartPr>
            <p14:xfrm>
              <a:off x="1137761" y="4900205"/>
              <a:ext cx="584280" cy="605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66E3FDF-0121-9070-923C-B0996D8CBBE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20121" y="4882565"/>
                <a:ext cx="619920" cy="64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C436263-D18A-48C8-E225-192A7E58095E}"/>
                  </a:ext>
                </a:extLst>
              </p14:cNvPr>
              <p14:cNvContentPartPr/>
              <p14:nvPr/>
            </p14:nvContentPartPr>
            <p14:xfrm>
              <a:off x="2772161" y="4958885"/>
              <a:ext cx="626040" cy="634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C436263-D18A-48C8-E225-192A7E58095E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754161" y="4940885"/>
                <a:ext cx="66168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2755654-1002-67CF-4033-0226A7139344}"/>
                  </a:ext>
                </a:extLst>
              </p14:cNvPr>
              <p14:cNvContentPartPr/>
              <p14:nvPr/>
            </p14:nvContentPartPr>
            <p14:xfrm>
              <a:off x="4795721" y="4561085"/>
              <a:ext cx="479880" cy="4096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2755654-1002-67CF-4033-0226A713934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77721" y="4543085"/>
                <a:ext cx="515520" cy="44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7746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35FADE-513A-A503-C334-430B415D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✍List &amp; Set :</a:t>
            </a:r>
            <a:endParaRPr lang="ar-EG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72130-3690-C9E4-DE0B-64E3FADDE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200" b="1" dirty="0"/>
              <a:t>List</a:t>
            </a:r>
          </a:p>
          <a:p>
            <a:pPr lvl="1"/>
            <a:r>
              <a:rPr lang="ar-EG" sz="2200" dirty="0"/>
              <a:t>Ordered collection </a:t>
            </a:r>
          </a:p>
          <a:p>
            <a:pPr lvl="1"/>
            <a:r>
              <a:rPr lang="ar-EG" sz="2200" dirty="0"/>
              <a:t>Allows duplicate elements </a:t>
            </a:r>
          </a:p>
          <a:p>
            <a:pPr lvl="1"/>
            <a:r>
              <a:rPr lang="ar-EG" sz="2200" dirty="0"/>
              <a:t>Elements can be accessed by index</a:t>
            </a:r>
          </a:p>
          <a:p>
            <a:pPr lvl="1"/>
            <a:endParaRPr lang="en-US" sz="2200" dirty="0"/>
          </a:p>
          <a:p>
            <a:r>
              <a:rPr lang="en-US" sz="2200" b="1" dirty="0"/>
              <a:t>Set</a:t>
            </a:r>
          </a:p>
          <a:p>
            <a:pPr lvl="1"/>
            <a:r>
              <a:rPr lang="ar-EG" sz="2200" dirty="0"/>
              <a:t>Does not allow duplicate elements </a:t>
            </a:r>
          </a:p>
          <a:p>
            <a:pPr lvl="1"/>
            <a:r>
              <a:rPr lang="ar-EG" sz="2200" dirty="0"/>
              <a:t>Focuses on uniqueness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C325804-5C44-7D94-3551-26335B367CA2}"/>
                  </a:ext>
                </a:extLst>
              </p14:cNvPr>
              <p14:cNvContentPartPr/>
              <p14:nvPr/>
            </p14:nvContentPartPr>
            <p14:xfrm>
              <a:off x="243161" y="1700885"/>
              <a:ext cx="742680" cy="614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C325804-5C44-7D94-3551-26335B367CA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161" y="1683245"/>
                <a:ext cx="778320" cy="65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590CAFA-4D40-792E-A10D-C1B7158A8AAA}"/>
                  </a:ext>
                </a:extLst>
              </p14:cNvPr>
              <p14:cNvContentPartPr/>
              <p14:nvPr/>
            </p14:nvContentPartPr>
            <p14:xfrm>
              <a:off x="845801" y="3571805"/>
              <a:ext cx="682560" cy="2124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590CAFA-4D40-792E-A10D-C1B7158A8A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28161" y="3553805"/>
                <a:ext cx="71820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934C5C5-A792-208B-C93C-180B65502C8B}"/>
                  </a:ext>
                </a:extLst>
              </p14:cNvPr>
              <p14:cNvContentPartPr/>
              <p14:nvPr/>
            </p14:nvContentPartPr>
            <p14:xfrm>
              <a:off x="874961" y="3968165"/>
              <a:ext cx="586800" cy="313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934C5C5-A792-208B-C93C-180B65502C8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56961" y="3950165"/>
                <a:ext cx="62244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CB86043-3A2F-32ED-A9BD-679C42F3CF08}"/>
                  </a:ext>
                </a:extLst>
              </p14:cNvPr>
              <p14:cNvContentPartPr/>
              <p14:nvPr/>
            </p14:nvContentPartPr>
            <p14:xfrm>
              <a:off x="670841" y="4444445"/>
              <a:ext cx="664920" cy="283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CB86043-3A2F-32ED-A9BD-679C42F3CF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53201" y="4426445"/>
                <a:ext cx="70056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E368B0-634E-3A73-E0D3-25C296A6747A}"/>
                  </a:ext>
                </a:extLst>
              </p14:cNvPr>
              <p14:cNvContentPartPr/>
              <p14:nvPr/>
            </p14:nvContentPartPr>
            <p14:xfrm>
              <a:off x="815201" y="2798525"/>
              <a:ext cx="1326960" cy="704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E368B0-634E-3A73-E0D3-25C296A6747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97201" y="2780885"/>
                <a:ext cx="1362600" cy="73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561B6E-066F-7820-3536-65D4462B8CEC}"/>
                  </a:ext>
                </a:extLst>
              </p14:cNvPr>
              <p14:cNvContentPartPr/>
              <p14:nvPr/>
            </p14:nvContentPartPr>
            <p14:xfrm>
              <a:off x="573281" y="5372525"/>
              <a:ext cx="772560" cy="327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561B6E-066F-7820-3536-65D4462B8CE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55641" y="5354885"/>
                <a:ext cx="808200" cy="36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60613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12E72-4DC8-097B-8B72-F38A99FB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✍SortedSet and SortedMap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59BEC-291C-E7AD-44C5-6276173670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Sorted Collections</a:t>
            </a:r>
          </a:p>
          <a:p>
            <a:pPr lvl="0"/>
            <a:r>
              <a:rPr lang="ar-EG" sz="2400" dirty="0"/>
              <a:t>SortedSet maintains elements in sorted order. </a:t>
            </a:r>
          </a:p>
          <a:p>
            <a:pPr lvl="0"/>
            <a:r>
              <a:rPr lang="ar-EG" sz="2400" dirty="0"/>
              <a:t>SortedMap maintains mappings according to sorted keys. </a:t>
            </a:r>
          </a:p>
          <a:p>
            <a:pPr lvl="0"/>
            <a:r>
              <a:rPr lang="ar-EG" sz="2400" dirty="0"/>
              <a:t>Common implementations: </a:t>
            </a:r>
          </a:p>
          <a:p>
            <a:pPr lvl="1"/>
            <a:r>
              <a:rPr lang="ar-EG" dirty="0"/>
              <a:t>TreeSet </a:t>
            </a:r>
          </a:p>
          <a:p>
            <a:pPr lvl="1"/>
            <a:r>
              <a:rPr lang="ar-EG" dirty="0"/>
              <a:t>TreeMap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8B2D18-9A83-2B82-862C-9E04CC822C67}"/>
                  </a:ext>
                </a:extLst>
              </p14:cNvPr>
              <p14:cNvContentPartPr/>
              <p14:nvPr/>
            </p14:nvContentPartPr>
            <p14:xfrm>
              <a:off x="1312721" y="3744605"/>
              <a:ext cx="11379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8B2D18-9A83-2B82-862C-9E04CC822C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5081" y="3726965"/>
                <a:ext cx="11736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F46CCBEB-9C7B-4EB7-ABDB-2E01713091EA}"/>
              </a:ext>
            </a:extLst>
          </p:cNvPr>
          <p:cNvGrpSpPr/>
          <p:nvPr/>
        </p:nvGrpSpPr>
        <p:grpSpPr>
          <a:xfrm>
            <a:off x="885041" y="5262725"/>
            <a:ext cx="789120" cy="846720"/>
            <a:chOff x="885041" y="5262725"/>
            <a:chExt cx="789120" cy="84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518B4A7-1F2B-5E1D-1FCB-A109CBEF3BD9}"/>
                    </a:ext>
                  </a:extLst>
                </p14:cNvPr>
                <p14:cNvContentPartPr/>
                <p14:nvPr/>
              </p14:nvContentPartPr>
              <p14:xfrm>
                <a:off x="885041" y="5262725"/>
                <a:ext cx="789120" cy="360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518B4A7-1F2B-5E1D-1FCB-A109CBEF3BD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67041" y="5244725"/>
                  <a:ext cx="8247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12506F5-916B-CB6E-CCF1-27874FA40E3C}"/>
                    </a:ext>
                  </a:extLst>
                </p14:cNvPr>
                <p14:cNvContentPartPr/>
                <p14:nvPr/>
              </p14:nvContentPartPr>
              <p14:xfrm>
                <a:off x="1049921" y="5728925"/>
                <a:ext cx="549360" cy="380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12506F5-916B-CB6E-CCF1-27874FA40E3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32281" y="5710925"/>
                  <a:ext cx="585000" cy="416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02329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FCB91-1C0F-A865-4266-4F01ADA53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✍Concrete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13569-4B6E-EE37-16E3-8C73308EC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1700" b="1" dirty="0"/>
              <a:t>Concrete Collection Classes</a:t>
            </a:r>
          </a:p>
          <a:p>
            <a:pPr lvl="0"/>
            <a:r>
              <a:rPr lang="ar-EG" sz="1700" dirty="0"/>
              <a:t>Interfaces define the operations that a collection supports. </a:t>
            </a:r>
          </a:p>
          <a:p>
            <a:pPr lvl="0"/>
            <a:r>
              <a:rPr lang="ar-EG" sz="1700" dirty="0"/>
              <a:t>Concrete classes provide the actual implementation. </a:t>
            </a:r>
          </a:p>
          <a:p>
            <a:pPr lvl="0"/>
            <a:r>
              <a:rPr lang="ar-EG" sz="1700" dirty="0"/>
              <a:t>Examples: </a:t>
            </a:r>
          </a:p>
          <a:p>
            <a:pPr lvl="1"/>
            <a:r>
              <a:rPr lang="ar-EG" sz="1700" dirty="0"/>
              <a:t>ArrayList </a:t>
            </a:r>
          </a:p>
          <a:p>
            <a:pPr lvl="1"/>
            <a:r>
              <a:rPr lang="ar-EG" sz="1700" dirty="0"/>
              <a:t>LinkedList </a:t>
            </a:r>
          </a:p>
          <a:p>
            <a:pPr lvl="1"/>
            <a:r>
              <a:rPr lang="ar-EG" sz="1700" dirty="0"/>
              <a:t>HashSet </a:t>
            </a:r>
          </a:p>
          <a:p>
            <a:pPr lvl="1"/>
            <a:r>
              <a:rPr lang="ar-EG" sz="1700" dirty="0"/>
              <a:t>TreeSet </a:t>
            </a:r>
          </a:p>
          <a:p>
            <a:pPr lvl="1"/>
            <a:r>
              <a:rPr lang="ar-EG" sz="1700" dirty="0"/>
              <a:t>PriorityQueue</a:t>
            </a:r>
          </a:p>
          <a:p>
            <a:endParaRPr lang="ar-EG" sz="1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76413313-7E26-9AD7-9596-C47FD7318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650" y="3551007"/>
            <a:ext cx="3867690" cy="1028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4127A7-D8A2-842B-50ED-18170EA83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3614" y="4808488"/>
            <a:ext cx="3086531" cy="1105054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1EF14EED-F6DF-1BD8-BA22-3B52BB74EB23}"/>
              </a:ext>
            </a:extLst>
          </p:cNvPr>
          <p:cNvGrpSpPr/>
          <p:nvPr/>
        </p:nvGrpSpPr>
        <p:grpSpPr>
          <a:xfrm>
            <a:off x="6526601" y="4113245"/>
            <a:ext cx="3375360" cy="372240"/>
            <a:chOff x="6526601" y="4113245"/>
            <a:chExt cx="3375360" cy="37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2882BD2-7F4A-47C7-52AD-15D192FCD12E}"/>
                    </a:ext>
                  </a:extLst>
                </p14:cNvPr>
                <p14:cNvContentPartPr/>
                <p14:nvPr/>
              </p14:nvContentPartPr>
              <p14:xfrm>
                <a:off x="6526601" y="4306565"/>
                <a:ext cx="497520" cy="12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2882BD2-7F4A-47C7-52AD-15D192FCD12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08961" y="4288565"/>
                  <a:ext cx="53316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EBFE3D7-98A3-B7FC-6032-6BA3B1FA2A84}"/>
                    </a:ext>
                  </a:extLst>
                </p14:cNvPr>
                <p14:cNvContentPartPr/>
                <p14:nvPr/>
              </p14:nvContentPartPr>
              <p14:xfrm>
                <a:off x="7032761" y="4202885"/>
                <a:ext cx="489240" cy="282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EBFE3D7-98A3-B7FC-6032-6BA3B1FA2A8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15121" y="4185245"/>
                  <a:ext cx="52488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E10C70-8927-DB3B-C234-BEF21783C35B}"/>
                    </a:ext>
                  </a:extLst>
                </p14:cNvPr>
                <p14:cNvContentPartPr/>
                <p14:nvPr/>
              </p14:nvContentPartPr>
              <p14:xfrm>
                <a:off x="7245881" y="4174445"/>
                <a:ext cx="254880" cy="172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E10C70-8927-DB3B-C234-BEF21783C35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228241" y="4156445"/>
                  <a:ext cx="29052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3C75C7C-1482-665C-E35D-23634DC7E914}"/>
                    </a:ext>
                  </a:extLst>
                </p14:cNvPr>
                <p14:cNvContentPartPr/>
                <p14:nvPr/>
              </p14:nvContentPartPr>
              <p14:xfrm>
                <a:off x="7499681" y="4162565"/>
                <a:ext cx="223560" cy="29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3C75C7C-1482-665C-E35D-23634DC7E91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482041" y="4144925"/>
                  <a:ext cx="25920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B6CAC1C-6299-A304-1FB8-706B590C88B5}"/>
                    </a:ext>
                  </a:extLst>
                </p14:cNvPr>
                <p14:cNvContentPartPr/>
                <p14:nvPr/>
              </p14:nvContentPartPr>
              <p14:xfrm>
                <a:off x="7937081" y="4113245"/>
                <a:ext cx="271440" cy="31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B6CAC1C-6299-A304-1FB8-706B590C88B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19441" y="4095245"/>
                  <a:ext cx="30708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BAC21AC-C686-838B-0CCD-C1F106732338}"/>
                    </a:ext>
                  </a:extLst>
                </p14:cNvPr>
                <p14:cNvContentPartPr/>
                <p14:nvPr/>
              </p14:nvContentPartPr>
              <p14:xfrm>
                <a:off x="8569601" y="4203965"/>
                <a:ext cx="157320" cy="86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BAC21AC-C686-838B-0CCD-C1F10673233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551601" y="4186325"/>
                  <a:ext cx="19296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1BFF06-3AE3-A5C9-7F16-23A7B6DE34BF}"/>
                    </a:ext>
                  </a:extLst>
                </p14:cNvPr>
                <p14:cNvContentPartPr/>
                <p14:nvPr/>
              </p14:nvContentPartPr>
              <p14:xfrm>
                <a:off x="8735201" y="4161125"/>
                <a:ext cx="1166760" cy="41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1BFF06-3AE3-A5C9-7F16-23A7B6DE34B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17201" y="4143485"/>
                  <a:ext cx="1202400" cy="76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9FAAFEC-CE5E-0640-88C0-E8E9755F1E45}"/>
                  </a:ext>
                </a:extLst>
              </p14:cNvPr>
              <p14:cNvContentPartPr/>
              <p14:nvPr/>
            </p14:nvContentPartPr>
            <p14:xfrm>
              <a:off x="9911681" y="4133765"/>
              <a:ext cx="253800" cy="29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9FAAFEC-CE5E-0640-88C0-E8E9755F1E4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894041" y="4116125"/>
                <a:ext cx="2894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39FCD71-AB71-ED34-F39C-C395123661FD}"/>
                  </a:ext>
                </a:extLst>
              </p14:cNvPr>
              <p14:cNvContentPartPr/>
              <p14:nvPr/>
            </p14:nvContentPartPr>
            <p14:xfrm>
              <a:off x="6857441" y="5213405"/>
              <a:ext cx="1070280" cy="4287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39FCD71-AB71-ED34-F39C-C395123661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39801" y="5195765"/>
                <a:ext cx="1105920" cy="46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3CDD6ED1-48AB-CA2A-10E0-2F43D8FDEEBD}"/>
              </a:ext>
            </a:extLst>
          </p:cNvPr>
          <p:cNvGrpSpPr/>
          <p:nvPr/>
        </p:nvGrpSpPr>
        <p:grpSpPr>
          <a:xfrm>
            <a:off x="7168841" y="5457125"/>
            <a:ext cx="1410480" cy="477000"/>
            <a:chOff x="7168841" y="5457125"/>
            <a:chExt cx="1410480" cy="47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86688F5-CE8F-1BEC-812A-39361B63E2D9}"/>
                    </a:ext>
                  </a:extLst>
                </p14:cNvPr>
                <p14:cNvContentPartPr/>
                <p14:nvPr/>
              </p14:nvContentPartPr>
              <p14:xfrm>
                <a:off x="8034641" y="5593205"/>
                <a:ext cx="544680" cy="38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86688F5-CE8F-1BEC-812A-39361B63E2D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16641" y="5575565"/>
                  <a:ext cx="580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83D90A9-96E1-1E2F-8DF8-CD7F9C1463A3}"/>
                    </a:ext>
                  </a:extLst>
                </p14:cNvPr>
                <p14:cNvContentPartPr/>
                <p14:nvPr/>
              </p14:nvContentPartPr>
              <p14:xfrm>
                <a:off x="7489961" y="5787605"/>
                <a:ext cx="360" cy="3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83D90A9-96E1-1E2F-8DF8-CD7F9C1463A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472321" y="57696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9763ECE-E1FC-07E6-6830-6DDE9C332BC1}"/>
                    </a:ext>
                  </a:extLst>
                </p14:cNvPr>
                <p14:cNvContentPartPr/>
                <p14:nvPr/>
              </p14:nvContentPartPr>
              <p14:xfrm>
                <a:off x="7168841" y="5457125"/>
                <a:ext cx="752400" cy="4770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9763ECE-E1FC-07E6-6830-6DDE9C332BC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50841" y="5439485"/>
                  <a:ext cx="788040" cy="512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8AF7ED9-7B62-9135-D477-C29EF3CE6AC3}"/>
                  </a:ext>
                </a:extLst>
              </p14:cNvPr>
              <p14:cNvContentPartPr/>
              <p14:nvPr/>
            </p14:nvContentPartPr>
            <p14:xfrm>
              <a:off x="7791641" y="5193605"/>
              <a:ext cx="167040" cy="1393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8AF7ED9-7B62-9135-D477-C29EF3CE6AC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773641" y="5175605"/>
                <a:ext cx="202680" cy="17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947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8C9AA-C0E3-B9B4-8C20-4AEA1DE7EB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979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E1C6F-737B-9D92-D2F8-EC9DBAE4F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00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0086E6-A798-E710-277F-86D8227E2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✍Classes in Collections Framework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A210BE6-F1BC-24C5-1E76-FEE951725A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3358724"/>
              </p:ext>
            </p:extLst>
          </p:nvPr>
        </p:nvGraphicFramePr>
        <p:xfrm>
          <a:off x="1569329" y="3017519"/>
          <a:ext cx="9048986" cy="3209906"/>
        </p:xfrm>
        <a:graphic>
          <a:graphicData uri="http://schemas.openxmlformats.org/drawingml/2006/table">
            <a:tbl>
              <a:tblPr>
                <a:noFill/>
                <a:tableStyleId>{5C22544A-7EE6-4342-B048-85BDC9FD1C3A}</a:tableStyleId>
              </a:tblPr>
              <a:tblGrid>
                <a:gridCol w="3709671">
                  <a:extLst>
                    <a:ext uri="{9D8B030D-6E8A-4147-A177-3AD203B41FA5}">
                      <a16:colId xmlns:a16="http://schemas.microsoft.com/office/drawing/2014/main" val="3692589414"/>
                    </a:ext>
                  </a:extLst>
                </a:gridCol>
                <a:gridCol w="5339315">
                  <a:extLst>
                    <a:ext uri="{9D8B030D-6E8A-4147-A177-3AD203B41FA5}">
                      <a16:colId xmlns:a16="http://schemas.microsoft.com/office/drawing/2014/main" val="1546418684"/>
                    </a:ext>
                  </a:extLst>
                </a:gridCol>
              </a:tblGrid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Class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Main Idea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939555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ArrayList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Resizable array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7943020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LinkedList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Doubly-linked list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1897376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HashSet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Unique elements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8666539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TreeSet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>
                          <a:solidFill>
                            <a:schemeClr val="tx1"/>
                          </a:solidFill>
                        </a:rPr>
                        <a:t>Sorted unique elements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201003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LinkedHashSet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Unique + insertion order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294848"/>
                  </a:ext>
                </a:extLst>
              </a:tr>
              <a:tr h="4585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PriorityQueue</a:t>
                      </a:r>
                    </a:p>
                  </a:txBody>
                  <a:tcPr marL="78290" marR="111843" marT="22369" marB="167765" anchor="ctr">
                    <a:lnL w="9525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ar-EG" sz="1500" cap="none" spc="0" dirty="0">
                          <a:solidFill>
                            <a:schemeClr val="tx1"/>
                          </a:solidFill>
                        </a:rPr>
                        <a:t>Priority-based queue</a:t>
                      </a:r>
                    </a:p>
                  </a:txBody>
                  <a:tcPr marL="78290" marR="111843" marT="22369" marB="16776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3861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101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5E3A33-1DFB-8348-5CE3-299B462AD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✍Map Classes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C492474-B8C0-4114-02F0-1A48D00176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6541178"/>
              </p:ext>
            </p:extLst>
          </p:nvPr>
        </p:nvGraphicFramePr>
        <p:xfrm>
          <a:off x="904602" y="3242992"/>
          <a:ext cx="10378439" cy="2758962"/>
        </p:xfrm>
        <a:graphic>
          <a:graphicData uri="http://schemas.openxmlformats.org/drawingml/2006/table">
            <a:tbl>
              <a:tblPr/>
              <a:tblGrid>
                <a:gridCol w="4369348">
                  <a:extLst>
                    <a:ext uri="{9D8B030D-6E8A-4147-A177-3AD203B41FA5}">
                      <a16:colId xmlns:a16="http://schemas.microsoft.com/office/drawing/2014/main" val="319070315"/>
                    </a:ext>
                  </a:extLst>
                </a:gridCol>
                <a:gridCol w="6009091">
                  <a:extLst>
                    <a:ext uri="{9D8B030D-6E8A-4147-A177-3AD203B41FA5}">
                      <a16:colId xmlns:a16="http://schemas.microsoft.com/office/drawing/2014/main" val="3330454179"/>
                    </a:ext>
                  </a:extLst>
                </a:gridCol>
              </a:tblGrid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Class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821853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HashMap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Fast key-value lookup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37083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TreeMap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Sorted keys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5011816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LinkedHashMap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Maintains insertion order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737417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WeakHashMap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Keys can be garbage collected</a:t>
                      </a: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02334111"/>
                  </a:ext>
                </a:extLst>
              </a:tr>
              <a:tr h="45982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IdentityHashMap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100" b="0" i="0" u="none" strike="noStrike">
                          <a:effectLst/>
                          <a:latin typeface="Arial" panose="020B0604020202020204" pitchFamily="34" charset="0"/>
                        </a:rPr>
                        <a:t>Compares keys using </a:t>
                      </a:r>
                      <a:r>
                        <a:rPr lang="ar-EG" sz="2100" b="0" i="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endParaRPr lang="ar-EG" sz="21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104506" marR="104506" marT="52253" marB="5225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687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267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337E62-138F-0539-6369-5B46505E9F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5" b="-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DDC5AC6-6028-B461-1AAC-19A4F1B4AD2C}"/>
              </a:ext>
            </a:extLst>
          </p:cNvPr>
          <p:cNvGrpSpPr/>
          <p:nvPr/>
        </p:nvGrpSpPr>
        <p:grpSpPr>
          <a:xfrm>
            <a:off x="5193881" y="2022365"/>
            <a:ext cx="1780560" cy="59760"/>
            <a:chOff x="5193881" y="2022365"/>
            <a:chExt cx="1780560" cy="5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58782B0D-DF8B-E6D6-3181-19A0EEED9363}"/>
                    </a:ext>
                  </a:extLst>
                </p14:cNvPr>
                <p14:cNvContentPartPr/>
                <p14:nvPr/>
              </p14:nvContentPartPr>
              <p14:xfrm>
                <a:off x="5193881" y="2064125"/>
                <a:ext cx="945720" cy="180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58782B0D-DF8B-E6D6-3181-19A0EEED936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176241" y="2046125"/>
                  <a:ext cx="9813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E75C300-A718-1078-C0BD-49AB5FE600DC}"/>
                    </a:ext>
                  </a:extLst>
                </p14:cNvPr>
                <p14:cNvContentPartPr/>
                <p14:nvPr/>
              </p14:nvContentPartPr>
              <p14:xfrm>
                <a:off x="6137801" y="2022365"/>
                <a:ext cx="836640" cy="30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E75C300-A718-1078-C0BD-49AB5FE600D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20161" y="2004365"/>
                  <a:ext cx="872280" cy="66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B6E889C-FFD4-4618-A066-EB5D9EED1E60}"/>
                  </a:ext>
                </a:extLst>
              </p14:cNvPr>
              <p14:cNvContentPartPr/>
              <p14:nvPr/>
            </p14:nvContentPartPr>
            <p14:xfrm>
              <a:off x="2888801" y="3044405"/>
              <a:ext cx="23364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B6E889C-FFD4-4618-A066-EB5D9EED1E6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870801" y="3026405"/>
                <a:ext cx="269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2029408-2731-F550-CB15-A4541182CE7B}"/>
                  </a:ext>
                </a:extLst>
              </p14:cNvPr>
              <p14:cNvContentPartPr/>
              <p14:nvPr/>
            </p14:nvContentPartPr>
            <p14:xfrm>
              <a:off x="6021161" y="2976365"/>
              <a:ext cx="3787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2029408-2731-F550-CB15-A4541182CE7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03521" y="2958365"/>
                <a:ext cx="414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D35BA77-36D2-5663-BE3F-95C333B16D4F}"/>
                  </a:ext>
                </a:extLst>
              </p14:cNvPr>
              <p14:cNvContentPartPr/>
              <p14:nvPr/>
            </p14:nvContentPartPr>
            <p14:xfrm>
              <a:off x="9201761" y="2976005"/>
              <a:ext cx="54504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D35BA77-36D2-5663-BE3F-95C333B16D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84121" y="2958365"/>
                <a:ext cx="580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7A4867B-4A07-7247-0825-805BCC494D08}"/>
                  </a:ext>
                </a:extLst>
              </p14:cNvPr>
              <p14:cNvContentPartPr/>
              <p14:nvPr/>
            </p14:nvContentPartPr>
            <p14:xfrm>
              <a:off x="10563641" y="3014165"/>
              <a:ext cx="407880" cy="30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7A4867B-4A07-7247-0825-805BCC494D0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546001" y="2996525"/>
                <a:ext cx="44352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A990182-D78E-BDC1-D46A-5B7BFDB6E095}"/>
                  </a:ext>
                </a:extLst>
              </p14:cNvPr>
              <p14:cNvContentPartPr/>
              <p14:nvPr/>
            </p14:nvContentPartPr>
            <p14:xfrm>
              <a:off x="593081" y="5417885"/>
              <a:ext cx="729720" cy="165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A990182-D78E-BDC1-D46A-5B7BFDB6E09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5441" y="5399885"/>
                <a:ext cx="765360" cy="20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BF49267C-E09E-E0C0-F0D9-030D3E12AB45}"/>
              </a:ext>
            </a:extLst>
          </p:cNvPr>
          <p:cNvGrpSpPr/>
          <p:nvPr/>
        </p:nvGrpSpPr>
        <p:grpSpPr>
          <a:xfrm>
            <a:off x="309401" y="4930445"/>
            <a:ext cx="3396240" cy="664560"/>
            <a:chOff x="309401" y="4930445"/>
            <a:chExt cx="3396240" cy="66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607CD30-8E9E-4847-E49A-2702A72BD88B}"/>
                    </a:ext>
                  </a:extLst>
                </p14:cNvPr>
                <p14:cNvContentPartPr/>
                <p14:nvPr/>
              </p14:nvContentPartPr>
              <p14:xfrm>
                <a:off x="309401" y="4930445"/>
                <a:ext cx="1617840" cy="6645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607CD30-8E9E-4847-E49A-2702A72BD88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91761" y="4912805"/>
                  <a:ext cx="1653480" cy="70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F6336F-8652-BA65-6516-8BEE8C4C67F9}"/>
                    </a:ext>
                  </a:extLst>
                </p14:cNvPr>
                <p14:cNvContentPartPr/>
                <p14:nvPr/>
              </p14:nvContentPartPr>
              <p14:xfrm>
                <a:off x="2694401" y="5564405"/>
                <a:ext cx="1011240" cy="29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F6336F-8652-BA65-6516-8BEE8C4C67F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76401" y="5546405"/>
                  <a:ext cx="1046880" cy="65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51C2426-90C8-D9BA-60C3-068F19EA5A0E}"/>
                  </a:ext>
                </a:extLst>
              </p14:cNvPr>
              <p14:cNvContentPartPr/>
              <p14:nvPr/>
            </p14:nvContentPartPr>
            <p14:xfrm>
              <a:off x="3968441" y="4484045"/>
              <a:ext cx="838440" cy="20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51C2426-90C8-D9BA-60C3-068F19EA5A0E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50441" y="4466405"/>
                <a:ext cx="8740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3FB3F7D-57BA-D16E-3D2C-488A55087DB0}"/>
                  </a:ext>
                </a:extLst>
              </p14:cNvPr>
              <p14:cNvContentPartPr/>
              <p14:nvPr/>
            </p14:nvContentPartPr>
            <p14:xfrm>
              <a:off x="5816681" y="4435445"/>
              <a:ext cx="404280" cy="2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3FB3F7D-57BA-D16E-3D2C-488A55087DB0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5799041" y="4417805"/>
                <a:ext cx="43992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271956FD-E22D-556C-6948-82594AC04672}"/>
                  </a:ext>
                </a:extLst>
              </p14:cNvPr>
              <p14:cNvContentPartPr/>
              <p14:nvPr/>
            </p14:nvContentPartPr>
            <p14:xfrm>
              <a:off x="7372601" y="3948005"/>
              <a:ext cx="1112040" cy="566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271956FD-E22D-556C-6948-82594AC0467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54961" y="3930005"/>
                <a:ext cx="1147680" cy="60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6796559-4D7D-CA64-F200-692C1388AF97}"/>
                  </a:ext>
                </a:extLst>
              </p14:cNvPr>
              <p14:cNvContentPartPr/>
              <p14:nvPr/>
            </p14:nvContentPartPr>
            <p14:xfrm>
              <a:off x="9309041" y="4484045"/>
              <a:ext cx="26280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6796559-4D7D-CA64-F200-692C1388AF9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291041" y="4466405"/>
                <a:ext cx="298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9666776-AB71-E0EF-B03C-B7EC611AB350}"/>
                  </a:ext>
                </a:extLst>
              </p14:cNvPr>
              <p14:cNvContentPartPr/>
              <p14:nvPr/>
            </p14:nvContentPartPr>
            <p14:xfrm>
              <a:off x="9795041" y="4435445"/>
              <a:ext cx="555120" cy="29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9666776-AB71-E0EF-B03C-B7EC611AB35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777401" y="4417445"/>
                <a:ext cx="5907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9ECC566D-8717-60E7-A78B-777D9AA4B034}"/>
                  </a:ext>
                </a:extLst>
              </p14:cNvPr>
              <p14:cNvContentPartPr/>
              <p14:nvPr/>
            </p14:nvContentPartPr>
            <p14:xfrm>
              <a:off x="5057801" y="5534885"/>
              <a:ext cx="1555920" cy="295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9ECC566D-8717-60E7-A78B-777D9AA4B03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040161" y="5516885"/>
                <a:ext cx="1591560" cy="6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22712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D544-1910-4EF8-BF12-3F32BC862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b="1"/>
              <a:t>✍</a:t>
            </a:r>
            <a:r>
              <a:rPr lang="ar-EG" sz="4800"/>
              <a:t>Linked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439D83-CC8D-B2D4-2C46-E9A04C050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ArrayList stores elements using a dynamic array. </a:t>
            </a:r>
          </a:p>
          <a:p>
            <a:pPr lvl="0"/>
            <a:r>
              <a:rPr lang="ar-EG" sz="2400" dirty="0"/>
              <a:t>LinkedList stores elements in linked nodes. </a:t>
            </a:r>
          </a:p>
          <a:p>
            <a:pPr lvl="0"/>
            <a:r>
              <a:rPr lang="ar-EG" sz="2400" dirty="0"/>
              <a:t>Inserting or removing elements can be efficient when the position/node is known. </a:t>
            </a:r>
          </a:p>
          <a:p>
            <a:pPr lvl="0"/>
            <a:r>
              <a:rPr lang="ar-EG" sz="2400" dirty="0"/>
              <a:t>Random access by index is slower than in ArrayList.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99141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9D498B-4661-F012-5E79-353BEAD50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✍Why LinkedList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7455F-D912-F2D8-6DDA-9C4E12A6A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Efficient insertion/removal at known positions. </a:t>
            </a:r>
          </a:p>
          <a:p>
            <a:pPr lvl="0"/>
            <a:r>
              <a:rPr lang="ar-EG" sz="2400" dirty="0"/>
              <a:t>No need to shift many elements like an array-based list. </a:t>
            </a:r>
          </a:p>
          <a:p>
            <a:pPr lvl="0"/>
            <a:r>
              <a:rPr lang="ar-EG" sz="2400" dirty="0"/>
              <a:t>Sequential traversal is natural. </a:t>
            </a:r>
          </a:p>
          <a:p>
            <a:pPr lvl="0"/>
            <a:r>
              <a:rPr lang="ar-EG" sz="2400" dirty="0"/>
              <a:t>Random access using get(index) can be expensive.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6FE15D-A919-1373-177C-A333C9F38B85}"/>
                  </a:ext>
                </a:extLst>
              </p14:cNvPr>
              <p14:cNvContentPartPr/>
              <p14:nvPr/>
            </p14:nvContentPartPr>
            <p14:xfrm>
              <a:off x="1049921" y="3114605"/>
              <a:ext cx="646560" cy="84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6FE15D-A919-1373-177C-A333C9F38B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2281" y="3096605"/>
                <a:ext cx="682200" cy="88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AB6CB31-6D16-9D7E-6AB9-C3478FABCB45}"/>
                  </a:ext>
                </a:extLst>
              </p14:cNvPr>
              <p14:cNvContentPartPr/>
              <p14:nvPr/>
            </p14:nvContentPartPr>
            <p14:xfrm>
              <a:off x="5330321" y="3851525"/>
              <a:ext cx="166428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AB6CB31-6D16-9D7E-6AB9-C3478FABCB4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312321" y="3815525"/>
                <a:ext cx="16999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4267E45-28AC-738D-D9A2-D33A625B1FDF}"/>
                  </a:ext>
                </a:extLst>
              </p14:cNvPr>
              <p14:cNvContentPartPr/>
              <p14:nvPr/>
            </p14:nvContentPartPr>
            <p14:xfrm>
              <a:off x="7947161" y="4289285"/>
              <a:ext cx="573840" cy="201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4267E45-28AC-738D-D9A2-D33A625B1FD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929521" y="4271285"/>
                <a:ext cx="60948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DE160858-3E5E-960F-EFA3-51F3024958A2}"/>
              </a:ext>
            </a:extLst>
          </p:cNvPr>
          <p:cNvGrpSpPr/>
          <p:nvPr/>
        </p:nvGrpSpPr>
        <p:grpSpPr>
          <a:xfrm>
            <a:off x="7855001" y="4285685"/>
            <a:ext cx="149760" cy="23760"/>
            <a:chOff x="7855001" y="4285685"/>
            <a:chExt cx="149760" cy="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F82E0A7-FBBE-3DFD-6044-F569C1FF0D04}"/>
                    </a:ext>
                  </a:extLst>
                </p14:cNvPr>
                <p14:cNvContentPartPr/>
                <p14:nvPr/>
              </p14:nvContentPartPr>
              <p14:xfrm>
                <a:off x="7855001" y="4285685"/>
                <a:ext cx="34200" cy="140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F82E0A7-FBBE-3DFD-6044-F569C1FF0D0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37361" y="4267685"/>
                  <a:ext cx="698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F22822-A41E-A974-ED56-8B5D516E51E2}"/>
                    </a:ext>
                  </a:extLst>
                </p14:cNvPr>
                <p14:cNvContentPartPr/>
                <p14:nvPr/>
              </p14:nvContentPartPr>
              <p14:xfrm>
                <a:off x="7918001" y="4309085"/>
                <a:ext cx="867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F22822-A41E-A974-ED56-8B5D516E51E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900001" y="4291445"/>
                  <a:ext cx="1224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6006068-A2F4-5E0B-EFB6-5DE91B842666}"/>
                  </a:ext>
                </a:extLst>
              </p14:cNvPr>
              <p14:cNvContentPartPr/>
              <p14:nvPr/>
            </p14:nvContentPartPr>
            <p14:xfrm>
              <a:off x="2956841" y="1848125"/>
              <a:ext cx="2323800" cy="3189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6006068-A2F4-5E0B-EFB6-5DE91B842666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38841" y="1830125"/>
                <a:ext cx="235944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17FD59D-6C35-49E7-00A6-B4146C178D4E}"/>
                  </a:ext>
                </a:extLst>
              </p14:cNvPr>
              <p14:cNvContentPartPr/>
              <p14:nvPr/>
            </p14:nvContentPartPr>
            <p14:xfrm>
              <a:off x="2577401" y="5174885"/>
              <a:ext cx="1459440" cy="198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17FD59D-6C35-49E7-00A6-B4146C178D4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59761" y="5156885"/>
                <a:ext cx="14950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3664323-2370-9475-9635-E9A3A945F07A}"/>
                  </a:ext>
                </a:extLst>
              </p14:cNvPr>
              <p14:cNvContentPartPr/>
              <p14:nvPr/>
            </p14:nvContentPartPr>
            <p14:xfrm>
              <a:off x="4289561" y="5252645"/>
              <a:ext cx="942840" cy="399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3664323-2370-9475-9635-E9A3A945F0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271921" y="5234645"/>
                <a:ext cx="978480" cy="7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46702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FF5CF-F0C0-C79E-F9A0-6466A24D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 ListIterator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2952D-7E6B-B36C-1AEB-9F361BB93F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ListIterator</a:t>
            </a:r>
            <a:r>
              <a:rPr lang="en-US" sz="2400" b="1" dirty="0"/>
              <a:t>:</a:t>
            </a:r>
            <a:endParaRPr lang="ar-EG" sz="2400" b="1" dirty="0"/>
          </a:p>
          <a:p>
            <a:pPr lvl="0"/>
            <a:r>
              <a:rPr lang="ar-EG" sz="2400" dirty="0"/>
              <a:t>ListIterator extends Iterator. </a:t>
            </a:r>
          </a:p>
          <a:p>
            <a:pPr lvl="0"/>
            <a:r>
              <a:rPr lang="ar-EG" sz="2400" dirty="0"/>
              <a:t>It can traverse a list in both directions. </a:t>
            </a:r>
          </a:p>
          <a:p>
            <a:pPr lvl="0"/>
            <a:r>
              <a:rPr lang="ar-EG" sz="2400" dirty="0"/>
              <a:t>It supports insertion and removal during traversal.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FEC9E13-CB2F-BC87-D786-F0B0C1777F0B}"/>
                  </a:ext>
                </a:extLst>
              </p14:cNvPr>
              <p14:cNvContentPartPr/>
              <p14:nvPr/>
            </p14:nvContentPartPr>
            <p14:xfrm>
              <a:off x="1283201" y="2091125"/>
              <a:ext cx="2558880" cy="19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FEC9E13-CB2F-BC87-D786-F0B0C1777F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5561" y="2073125"/>
                <a:ext cx="259452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F48F8BF-7D40-BF36-617B-034506CED9C2}"/>
                  </a:ext>
                </a:extLst>
              </p14:cNvPr>
              <p14:cNvContentPartPr/>
              <p14:nvPr/>
            </p14:nvContentPartPr>
            <p14:xfrm>
              <a:off x="2717081" y="3791045"/>
              <a:ext cx="1346040" cy="516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F48F8BF-7D40-BF36-617B-034506CED9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9081" y="3773045"/>
                <a:ext cx="1381680" cy="55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33CFD93-129F-0704-0346-45D82B8E0C0E}"/>
                  </a:ext>
                </a:extLst>
              </p14:cNvPr>
              <p14:cNvContentPartPr/>
              <p14:nvPr/>
            </p14:nvContentPartPr>
            <p14:xfrm>
              <a:off x="4065641" y="4289285"/>
              <a:ext cx="74952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33CFD93-129F-0704-0346-45D82B8E0C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47641" y="4271285"/>
                <a:ext cx="785160" cy="55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C255D28D-430A-D26B-6E45-BC4E33625062}"/>
              </a:ext>
            </a:extLst>
          </p:cNvPr>
          <p:cNvGrpSpPr/>
          <p:nvPr/>
        </p:nvGrpSpPr>
        <p:grpSpPr>
          <a:xfrm>
            <a:off x="1047401" y="3957005"/>
            <a:ext cx="1460520" cy="402120"/>
            <a:chOff x="1047401" y="3957005"/>
            <a:chExt cx="1460520" cy="40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ED307A9-970E-5F6E-089E-29D1992BAF36}"/>
                    </a:ext>
                  </a:extLst>
                </p14:cNvPr>
                <p14:cNvContentPartPr/>
                <p14:nvPr/>
              </p14:nvContentPartPr>
              <p14:xfrm>
                <a:off x="1380761" y="4288925"/>
                <a:ext cx="1127160" cy="70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ED307A9-970E-5F6E-089E-29D1992BAF3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63121" y="4270925"/>
                  <a:ext cx="11628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19F85CE-BEA8-4635-B29A-6978019E3BA0}"/>
                    </a:ext>
                  </a:extLst>
                </p14:cNvPr>
                <p14:cNvContentPartPr/>
                <p14:nvPr/>
              </p14:nvContentPartPr>
              <p14:xfrm>
                <a:off x="1047401" y="3957005"/>
                <a:ext cx="285480" cy="294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19F85CE-BEA8-4635-B29A-6978019E3BA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29401" y="3939365"/>
                  <a:ext cx="321120" cy="32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963FF86-8E49-A73E-3DBF-631611DAD5F1}"/>
              </a:ext>
            </a:extLst>
          </p:cNvPr>
          <p:cNvGrpSpPr/>
          <p:nvPr/>
        </p:nvGrpSpPr>
        <p:grpSpPr>
          <a:xfrm>
            <a:off x="5777801" y="2820485"/>
            <a:ext cx="1521360" cy="163440"/>
            <a:chOff x="5777801" y="2820485"/>
            <a:chExt cx="1521360" cy="16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F95691-8610-BC46-9EBD-D686F314CC63}"/>
                    </a:ext>
                  </a:extLst>
                </p14:cNvPr>
                <p14:cNvContentPartPr/>
                <p14:nvPr/>
              </p14:nvContentPartPr>
              <p14:xfrm>
                <a:off x="5777801" y="2869085"/>
                <a:ext cx="1420920" cy="68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F95691-8610-BC46-9EBD-D686F314CC6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759801" y="2851085"/>
                  <a:ext cx="14565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AB25ED-F96D-1E72-BD65-8CC2DFC71521}"/>
                    </a:ext>
                  </a:extLst>
                </p14:cNvPr>
                <p14:cNvContentPartPr/>
                <p14:nvPr/>
              </p14:nvContentPartPr>
              <p14:xfrm>
                <a:off x="7139681" y="2820485"/>
                <a:ext cx="159480" cy="1634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AB25ED-F96D-1E72-BD65-8CC2DFC7152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122041" y="2802845"/>
                  <a:ext cx="195120" cy="19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B825861-C776-456C-C12E-1A8FC8F4DE98}"/>
              </a:ext>
            </a:extLst>
          </p:cNvPr>
          <p:cNvGrpSpPr/>
          <p:nvPr/>
        </p:nvGrpSpPr>
        <p:grpSpPr>
          <a:xfrm>
            <a:off x="6643601" y="3822365"/>
            <a:ext cx="870840" cy="135720"/>
            <a:chOff x="6643601" y="3822365"/>
            <a:chExt cx="870840" cy="13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BB7986-DD42-BD54-98BA-099194687CAF}"/>
                    </a:ext>
                  </a:extLst>
                </p14:cNvPr>
                <p14:cNvContentPartPr/>
                <p14:nvPr/>
              </p14:nvContentPartPr>
              <p14:xfrm>
                <a:off x="6643601" y="3890765"/>
                <a:ext cx="1749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BB7986-DD42-BD54-98BA-099194687CA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625601" y="3873125"/>
                  <a:ext cx="210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78EAFD-4331-BB25-C59D-26C93DF651A7}"/>
                    </a:ext>
                  </a:extLst>
                </p14:cNvPr>
                <p14:cNvContentPartPr/>
                <p14:nvPr/>
              </p14:nvContentPartPr>
              <p14:xfrm>
                <a:off x="6818561" y="3851885"/>
                <a:ext cx="60840" cy="10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78EAFD-4331-BB25-C59D-26C93DF651A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800921" y="3833885"/>
                  <a:ext cx="9648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A2EC7FCE-95BB-43DB-E8CA-C4A8D8A3BCD7}"/>
                    </a:ext>
                  </a:extLst>
                </p14:cNvPr>
                <p14:cNvContentPartPr/>
                <p14:nvPr/>
              </p14:nvContentPartPr>
              <p14:xfrm>
                <a:off x="7100801" y="3880325"/>
                <a:ext cx="225000" cy="1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A2EC7FCE-95BB-43DB-E8CA-C4A8D8A3BCD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082801" y="3862685"/>
                  <a:ext cx="2606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A656C52-C944-21D9-6B70-D052A79B4E2C}"/>
                    </a:ext>
                  </a:extLst>
                </p14:cNvPr>
                <p14:cNvContentPartPr/>
                <p14:nvPr/>
              </p14:nvContentPartPr>
              <p14:xfrm>
                <a:off x="7334081" y="3822365"/>
                <a:ext cx="180360" cy="9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A656C52-C944-21D9-6B70-D052A79B4E2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16441" y="3804725"/>
                  <a:ext cx="21600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947779C-6976-E2CC-683B-05F12D2DAFBB}"/>
              </a:ext>
            </a:extLst>
          </p:cNvPr>
          <p:cNvGrpSpPr/>
          <p:nvPr/>
        </p:nvGrpSpPr>
        <p:grpSpPr>
          <a:xfrm>
            <a:off x="6604361" y="4036565"/>
            <a:ext cx="944640" cy="237240"/>
            <a:chOff x="6604361" y="4036565"/>
            <a:chExt cx="944640" cy="23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9DBDF48-9AC1-A876-B6EF-A3B29729368C}"/>
                    </a:ext>
                  </a:extLst>
                </p14:cNvPr>
                <p14:cNvContentPartPr/>
                <p14:nvPr/>
              </p14:nvContentPartPr>
              <p14:xfrm>
                <a:off x="7363961" y="4124405"/>
                <a:ext cx="185040" cy="9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9DBDF48-9AC1-A876-B6EF-A3B29729368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345961" y="4106405"/>
                  <a:ext cx="2206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4C131D-44AA-EFFF-A007-6C176759E5AB}"/>
                    </a:ext>
                  </a:extLst>
                </p14:cNvPr>
                <p14:cNvContentPartPr/>
                <p14:nvPr/>
              </p14:nvContentPartPr>
              <p14:xfrm>
                <a:off x="7276121" y="4036565"/>
                <a:ext cx="29520" cy="129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4C131D-44AA-EFFF-A007-6C176759E5A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258481" y="4018925"/>
                  <a:ext cx="65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5172D91-4966-E7EB-38E8-51E9F786F8B7}"/>
                    </a:ext>
                  </a:extLst>
                </p14:cNvPr>
                <p14:cNvContentPartPr/>
                <p14:nvPr/>
              </p14:nvContentPartPr>
              <p14:xfrm>
                <a:off x="6678881" y="4172645"/>
                <a:ext cx="344520" cy="403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5172D91-4966-E7EB-38E8-51E9F786F8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660881" y="4154645"/>
                  <a:ext cx="380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C2F0696-FF89-6E76-A33F-D397BAF1BF61}"/>
                    </a:ext>
                  </a:extLst>
                </p14:cNvPr>
                <p14:cNvContentPartPr/>
                <p14:nvPr/>
              </p14:nvContentPartPr>
              <p14:xfrm>
                <a:off x="6604361" y="4104605"/>
                <a:ext cx="154440" cy="169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C2F0696-FF89-6E76-A33F-D397BAF1BF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86721" y="4086605"/>
                  <a:ext cx="190080" cy="20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7EBD663-B4C3-1E1F-A404-64F30A8AB0C2}"/>
                  </a:ext>
                </a:extLst>
              </p14:cNvPr>
              <p14:cNvContentPartPr/>
              <p14:nvPr/>
            </p14:nvContentPartPr>
            <p14:xfrm>
              <a:off x="4676921" y="2477765"/>
              <a:ext cx="3018240" cy="80244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7EBD663-B4C3-1E1F-A404-64F30A8AB0C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658921" y="2460125"/>
                <a:ext cx="3053880" cy="83808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21B713CE-1F97-1CA5-467A-D12B4DD09D65}"/>
              </a:ext>
            </a:extLst>
          </p:cNvPr>
          <p:cNvGrpSpPr/>
          <p:nvPr/>
        </p:nvGrpSpPr>
        <p:grpSpPr>
          <a:xfrm>
            <a:off x="2818961" y="5235725"/>
            <a:ext cx="3922200" cy="135000"/>
            <a:chOff x="2818961" y="5235725"/>
            <a:chExt cx="3922200" cy="1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46BF6D5-715F-2096-33DD-849FC5032F26}"/>
                    </a:ext>
                  </a:extLst>
                </p14:cNvPr>
                <p14:cNvContentPartPr/>
                <p14:nvPr/>
              </p14:nvContentPartPr>
              <p14:xfrm>
                <a:off x="4387121" y="5330405"/>
                <a:ext cx="2354040" cy="4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46BF6D5-715F-2096-33DD-849FC5032F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369481" y="5312405"/>
                  <a:ext cx="23896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AEA4F7C-A78E-0C9A-D697-8B288D21FC52}"/>
                    </a:ext>
                  </a:extLst>
                </p14:cNvPr>
                <p14:cNvContentPartPr/>
                <p14:nvPr/>
              </p14:nvContentPartPr>
              <p14:xfrm>
                <a:off x="2818961" y="5235725"/>
                <a:ext cx="1558440" cy="133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AEA4F7C-A78E-0C9A-D697-8B288D21FC5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00961" y="5218085"/>
                  <a:ext cx="1594080" cy="16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D3B7E0C7-A34B-F45D-9A4D-FAC649481C27}"/>
                  </a:ext>
                </a:extLst>
              </p14:cNvPr>
              <p14:cNvContentPartPr/>
              <p14:nvPr/>
            </p14:nvContentPartPr>
            <p14:xfrm>
              <a:off x="4717601" y="5212685"/>
              <a:ext cx="885240" cy="2088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D3B7E0C7-A34B-F45D-9A4D-FAC649481C27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699601" y="5194685"/>
                <a:ext cx="920880" cy="56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06624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A9D6D4-5167-4D9E-DBD5-35103CB1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✍Efficient vs Inefficient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E086E-92C0-B74D-6B8D-04D783D9F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Efficient</a:t>
            </a:r>
          </a:p>
          <a:p>
            <a:pPr lvl="0"/>
            <a:r>
              <a:rPr lang="ar-EG" sz="2400" dirty="0"/>
              <a:t>Add/remove at the beginning or end. </a:t>
            </a:r>
          </a:p>
          <a:p>
            <a:pPr lvl="0"/>
            <a:r>
              <a:rPr lang="ar-EG" sz="2400" dirty="0"/>
              <a:t>Add/remove using a known iterator position. </a:t>
            </a:r>
          </a:p>
          <a:p>
            <a:pPr>
              <a:lnSpc>
                <a:spcPct val="150000"/>
              </a:lnSpc>
            </a:pPr>
            <a:r>
              <a:rPr lang="ar-EG" sz="2400" b="1" dirty="0"/>
              <a:t>Less Efficient</a:t>
            </a:r>
          </a:p>
          <a:p>
            <a:pPr lvl="0"/>
            <a:r>
              <a:rPr lang="ar-EG" sz="2400" dirty="0"/>
              <a:t>Random access using get(index). </a:t>
            </a:r>
          </a:p>
          <a:p>
            <a:pPr lvl="0"/>
            <a:r>
              <a:rPr lang="ar-EG" sz="2400" dirty="0"/>
              <a:t>Searching for an element.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6752DE-1F53-04B2-00E3-BC81AED69F1F}"/>
                  </a:ext>
                </a:extLst>
              </p14:cNvPr>
              <p14:cNvContentPartPr/>
              <p14:nvPr/>
            </p14:nvContentPartPr>
            <p14:xfrm>
              <a:off x="1043801" y="3654605"/>
              <a:ext cx="232560" cy="236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6752DE-1F53-04B2-00E3-BC81AED69F1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5801" y="3636965"/>
                <a:ext cx="2682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21151A0-1213-25BF-8FB8-80EEBA8E428B}"/>
                  </a:ext>
                </a:extLst>
              </p14:cNvPr>
              <p14:cNvContentPartPr/>
              <p14:nvPr/>
            </p14:nvContentPartPr>
            <p14:xfrm>
              <a:off x="6400241" y="4396565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21151A0-1213-25BF-8FB8-80EEBA8E428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82601" y="43785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7C86F25-4942-AA55-FC59-667EB97875A1}"/>
                  </a:ext>
                </a:extLst>
              </p14:cNvPr>
              <p14:cNvContentPartPr/>
              <p14:nvPr/>
            </p14:nvContentPartPr>
            <p14:xfrm>
              <a:off x="1113281" y="2891045"/>
              <a:ext cx="1784520" cy="6015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7C86F25-4942-AA55-FC59-667EB97875A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5641" y="2873045"/>
                <a:ext cx="1820160" cy="63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6DF990B-890A-6EB8-7A9B-7EC689CD0B33}"/>
                  </a:ext>
                </a:extLst>
              </p14:cNvPr>
              <p14:cNvContentPartPr/>
              <p14:nvPr/>
            </p14:nvContentPartPr>
            <p14:xfrm>
              <a:off x="921401" y="5162645"/>
              <a:ext cx="361800" cy="3535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6DF990B-890A-6EB8-7A9B-7EC689CD0B3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3761" y="5144645"/>
                <a:ext cx="39744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BFBF045D-56A2-04CC-4D96-A32040B20718}"/>
                  </a:ext>
                </a:extLst>
              </p14:cNvPr>
              <p14:cNvContentPartPr/>
              <p14:nvPr/>
            </p14:nvContentPartPr>
            <p14:xfrm>
              <a:off x="4386761" y="5563685"/>
              <a:ext cx="1080360" cy="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BFBF045D-56A2-04CC-4D96-A32040B2071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368761" y="5527685"/>
                <a:ext cx="11160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6290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D947C7-6383-B857-9E19-F27D8FAEA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✍Concurrent Modification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292FB-51A3-2B7C-BAD5-EC0C4F8DB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An iterator expects the collection structure to remain unchanged during traversal. </a:t>
            </a:r>
          </a:p>
          <a:p>
            <a:pPr lvl="0"/>
            <a:r>
              <a:rPr lang="ar-EG" sz="2400" dirty="0"/>
              <a:t>Modifying the collection directly while using an iterator may cause ConcurrentModificationException. </a:t>
            </a:r>
          </a:p>
          <a:p>
            <a:pPr lvl="0"/>
            <a:r>
              <a:rPr lang="ar-EG" sz="2400" dirty="0"/>
              <a:t>Use the iterator's remove() method for safe removal during traversal.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4D34251-4F63-0A1C-CE50-3E83535FD8B3}"/>
                  </a:ext>
                </a:extLst>
              </p14:cNvPr>
              <p14:cNvContentPartPr/>
              <p14:nvPr/>
            </p14:nvContentPartPr>
            <p14:xfrm>
              <a:off x="2538521" y="5301245"/>
              <a:ext cx="3035520" cy="874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4D34251-4F63-0A1C-CE50-3E83535FD8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0521" y="5283245"/>
                <a:ext cx="3071160" cy="12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6643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66C5B-1E9F-2831-F5A8-400218A1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✍What is a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46EA7-D9D9-08EA-1CA1-68A2C8046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A Map stores </a:t>
            </a:r>
            <a:r>
              <a:rPr lang="ar-EG" sz="2400" b="1" dirty="0"/>
              <a:t>key-value pairs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Each key is unique. </a:t>
            </a:r>
          </a:p>
          <a:p>
            <a:pPr lvl="0"/>
            <a:r>
              <a:rPr lang="ar-EG" sz="2400" dirty="0"/>
              <a:t>A key is used to retrieve its associated value. </a:t>
            </a:r>
          </a:p>
          <a:p>
            <a:pPr lvl="0"/>
            <a:r>
              <a:rPr lang="ar-EG" sz="2400" dirty="0"/>
              <a:t>Common implementations: </a:t>
            </a:r>
          </a:p>
          <a:p>
            <a:pPr lvl="1"/>
            <a:r>
              <a:rPr lang="ar-EG" dirty="0"/>
              <a:t>HashMap </a:t>
            </a:r>
          </a:p>
          <a:p>
            <a:pPr lvl="1"/>
            <a:r>
              <a:rPr lang="ar-EG" dirty="0"/>
              <a:t>TreeMap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8">
            <a:extLst>
              <a:ext uri="{FF2B5EF4-FFF2-40B4-BE49-F238E27FC236}">
                <a16:creationId xmlns:a16="http://schemas.microsoft.com/office/drawing/2014/main" id="{04C9AE23-DE83-31A8-2099-4EE109E51408}"/>
              </a:ext>
            </a:extLst>
          </p:cNvPr>
          <p:cNvGrpSpPr/>
          <p:nvPr/>
        </p:nvGrpSpPr>
        <p:grpSpPr>
          <a:xfrm>
            <a:off x="1293281" y="5058245"/>
            <a:ext cx="1304280" cy="929880"/>
            <a:chOff x="1293281" y="5058245"/>
            <a:chExt cx="1304280" cy="9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E4EAC86-29A7-E098-DAB8-4F45214B887A}"/>
                    </a:ext>
                  </a:extLst>
                </p14:cNvPr>
                <p14:cNvContentPartPr/>
                <p14:nvPr/>
              </p14:nvContentPartPr>
              <p14:xfrm>
                <a:off x="1789721" y="5058245"/>
                <a:ext cx="807840" cy="97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E4EAC86-29A7-E098-DAB8-4F45214B88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771721" y="5040605"/>
                  <a:ext cx="84348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80A3314-1F4E-317B-8058-307F6BCF304B}"/>
                    </a:ext>
                  </a:extLst>
                </p14:cNvPr>
                <p14:cNvContentPartPr/>
                <p14:nvPr/>
              </p14:nvContentPartPr>
              <p14:xfrm>
                <a:off x="1341521" y="5219525"/>
                <a:ext cx="251640" cy="235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80A3314-1F4E-317B-8058-307F6BCF304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23521" y="5201525"/>
                  <a:ext cx="28728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A60727D-52F1-435E-7574-52492AD5BD51}"/>
                    </a:ext>
                  </a:extLst>
                </p14:cNvPr>
                <p14:cNvContentPartPr/>
                <p14:nvPr/>
              </p14:nvContentPartPr>
              <p14:xfrm>
                <a:off x="1293281" y="5525885"/>
                <a:ext cx="458280" cy="462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A60727D-52F1-435E-7574-52492AD5BD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5641" y="5507885"/>
                  <a:ext cx="493920" cy="49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166C7EB-4D68-83F1-4418-83C86B68F7FA}"/>
                  </a:ext>
                </a:extLst>
              </p14:cNvPr>
              <p14:cNvContentPartPr/>
              <p14:nvPr/>
            </p14:nvContentPartPr>
            <p14:xfrm>
              <a:off x="1027961" y="4734965"/>
              <a:ext cx="345960" cy="4136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166C7EB-4D68-83F1-4418-83C86B68F7F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09961" y="4716965"/>
                <a:ext cx="381600" cy="44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63146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8500E2-DBD1-0066-2D32-B78B60A35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✍HashMap vs TreeMap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833A8B-31E0-2149-EF87-1A7154653D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43520654"/>
              </p:ext>
            </p:extLst>
          </p:nvPr>
        </p:nvGraphicFramePr>
        <p:xfrm>
          <a:off x="904602" y="3027284"/>
          <a:ext cx="10378439" cy="31903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625201">
                  <a:extLst>
                    <a:ext uri="{9D8B030D-6E8A-4147-A177-3AD203B41FA5}">
                      <a16:colId xmlns:a16="http://schemas.microsoft.com/office/drawing/2014/main" val="3511191966"/>
                    </a:ext>
                  </a:extLst>
                </a:gridCol>
                <a:gridCol w="4753238">
                  <a:extLst>
                    <a:ext uri="{9D8B030D-6E8A-4147-A177-3AD203B41FA5}">
                      <a16:colId xmlns:a16="http://schemas.microsoft.com/office/drawing/2014/main" val="918088984"/>
                    </a:ext>
                  </a:extLst>
                </a:gridCol>
              </a:tblGrid>
              <a:tr h="797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HashMap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TreeMap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54338"/>
                  </a:ext>
                </a:extLst>
              </a:tr>
              <a:tr h="797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Uses hashing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Uses ordering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676604"/>
                  </a:ext>
                </a:extLst>
              </a:tr>
              <a:tr h="797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Fast lookup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Keeps keys sorted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968900"/>
                  </a:ext>
                </a:extLst>
              </a:tr>
              <a:tr h="79759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No ordering guarantee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4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Sorted by keys</a:t>
                      </a:r>
                    </a:p>
                  </a:txBody>
                  <a:tcPr marL="92385" marR="92385" marT="169373" marB="18477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030828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F2EE9B9-32FE-CC4B-255A-5B865E1EC2B4}"/>
                  </a:ext>
                </a:extLst>
              </p14:cNvPr>
              <p14:cNvContentPartPr/>
              <p14:nvPr/>
            </p14:nvContentPartPr>
            <p14:xfrm>
              <a:off x="6515441" y="3832805"/>
              <a:ext cx="2232360" cy="691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F2EE9B9-32FE-CC4B-255A-5B865E1EC2B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97801" y="3814805"/>
                <a:ext cx="2268000" cy="72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EE65351-B8E5-AE20-106D-47D8A549953F}"/>
                  </a:ext>
                </a:extLst>
              </p14:cNvPr>
              <p14:cNvContentPartPr/>
              <p14:nvPr/>
            </p14:nvContentPartPr>
            <p14:xfrm>
              <a:off x="1098521" y="5252645"/>
              <a:ext cx="379800" cy="1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EE65351-B8E5-AE20-106D-47D8A549953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80881" y="5234645"/>
                <a:ext cx="4154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CAF9646-1F1F-076F-0963-2744C9692A0B}"/>
                  </a:ext>
                </a:extLst>
              </p14:cNvPr>
              <p14:cNvContentPartPr/>
              <p14:nvPr/>
            </p14:nvContentPartPr>
            <p14:xfrm>
              <a:off x="909161" y="2871245"/>
              <a:ext cx="1970640" cy="8434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CAF9646-1F1F-076F-0963-2744C9692A0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91161" y="2853605"/>
                <a:ext cx="2006280" cy="87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C23DCF89-3052-2875-CBCF-0F1363C8A352}"/>
                  </a:ext>
                </a:extLst>
              </p14:cNvPr>
              <p14:cNvContentPartPr/>
              <p14:nvPr/>
            </p14:nvContentPartPr>
            <p14:xfrm>
              <a:off x="6886601" y="5408165"/>
              <a:ext cx="2094120" cy="7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C23DCF89-3052-2875-CBCF-0F1363C8A35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68601" y="5372165"/>
                <a:ext cx="21297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EFF8700-1ED7-7BFC-C9AB-50B11C9651F9}"/>
                  </a:ext>
                </a:extLst>
              </p14:cNvPr>
              <p14:cNvContentPartPr/>
              <p14:nvPr/>
            </p14:nvContentPartPr>
            <p14:xfrm>
              <a:off x="1128041" y="5982005"/>
              <a:ext cx="135360" cy="10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EFF8700-1ED7-7BFC-C9AB-50B11C9651F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10401" y="5964005"/>
                <a:ext cx="1710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4B109BB0-758B-65F8-6C96-2030C7D37ACA}"/>
                  </a:ext>
                </a:extLst>
              </p14:cNvPr>
              <p14:cNvContentPartPr/>
              <p14:nvPr/>
            </p14:nvContentPartPr>
            <p14:xfrm>
              <a:off x="6760241" y="6011525"/>
              <a:ext cx="1751400" cy="19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4B109BB0-758B-65F8-6C96-2030C7D37AC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42241" y="5993525"/>
                <a:ext cx="178704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4769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3EFF50-25C9-CCA9-AF76-D4087157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✍Basic Map Operations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D63457-C86E-C972-D342-E789C696A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2095414"/>
            <a:ext cx="6780700" cy="26648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D4B320C-3FC9-B9F2-2BE2-FF620A59D6BF}"/>
                  </a:ext>
                </a:extLst>
              </p14:cNvPr>
              <p14:cNvContentPartPr/>
              <p14:nvPr/>
            </p14:nvContentPartPr>
            <p14:xfrm>
              <a:off x="1624121" y="3861605"/>
              <a:ext cx="1623600" cy="78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D4B320C-3FC9-B9F2-2BE2-FF620A59D6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06121" y="3843605"/>
                <a:ext cx="1659240" cy="1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349AEBB2-8FDB-295B-657C-6E1B50AE13A5}"/>
              </a:ext>
            </a:extLst>
          </p:cNvPr>
          <p:cNvGrpSpPr/>
          <p:nvPr/>
        </p:nvGrpSpPr>
        <p:grpSpPr>
          <a:xfrm>
            <a:off x="5310881" y="2605925"/>
            <a:ext cx="1866240" cy="410040"/>
            <a:chOff x="5310881" y="2605925"/>
            <a:chExt cx="1866240" cy="4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A707237-E979-8CFE-3213-2169D4BACFC0}"/>
                    </a:ext>
                  </a:extLst>
                </p14:cNvPr>
                <p14:cNvContentPartPr/>
                <p14:nvPr/>
              </p14:nvContentPartPr>
              <p14:xfrm>
                <a:off x="6108641" y="2605925"/>
                <a:ext cx="1068480" cy="691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A707237-E979-8CFE-3213-2169D4BACFC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90641" y="2588285"/>
                  <a:ext cx="11041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6B818D-A9DA-7C6E-AABD-CA76F84FF15E}"/>
                    </a:ext>
                  </a:extLst>
                </p14:cNvPr>
                <p14:cNvContentPartPr/>
                <p14:nvPr/>
              </p14:nvContentPartPr>
              <p14:xfrm>
                <a:off x="5310881" y="2985725"/>
                <a:ext cx="154800" cy="108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6B818D-A9DA-7C6E-AABD-CA76F84FF15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292881" y="2967725"/>
                  <a:ext cx="19044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7B738B8-A060-B1B4-C240-9F8B28EA5D2B}"/>
                    </a:ext>
                  </a:extLst>
                </p14:cNvPr>
                <p14:cNvContentPartPr/>
                <p14:nvPr/>
              </p14:nvContentPartPr>
              <p14:xfrm>
                <a:off x="5651441" y="2664605"/>
                <a:ext cx="1131840" cy="351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7B738B8-A060-B1B4-C240-9F8B28EA5D2B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633441" y="2646605"/>
                  <a:ext cx="1167480" cy="38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CC710BB-A2B0-98F5-C468-14D945B7EE1D}"/>
                  </a:ext>
                </a:extLst>
              </p14:cNvPr>
              <p14:cNvContentPartPr/>
              <p14:nvPr/>
            </p14:nvContentPartPr>
            <p14:xfrm>
              <a:off x="6526601" y="3343205"/>
              <a:ext cx="349200" cy="421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CC710BB-A2B0-98F5-C468-14D945B7EE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8961" y="3325205"/>
                <a:ext cx="384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286068A-9536-2564-20D0-02B3FAFD6309}"/>
                  </a:ext>
                </a:extLst>
              </p14:cNvPr>
              <p14:cNvContentPartPr/>
              <p14:nvPr/>
            </p14:nvContentPartPr>
            <p14:xfrm>
              <a:off x="5660801" y="3686285"/>
              <a:ext cx="515880" cy="29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286068A-9536-2564-20D0-02B3FAFD630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643161" y="3668645"/>
                <a:ext cx="55152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2149BE0-BC99-AC2B-3CD6-20ED0B3B760F}"/>
                  </a:ext>
                </a:extLst>
              </p14:cNvPr>
              <p14:cNvContentPartPr/>
              <p14:nvPr/>
            </p14:nvContentPartPr>
            <p14:xfrm>
              <a:off x="5816681" y="4066085"/>
              <a:ext cx="885240" cy="291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2149BE0-BC99-AC2B-3CD6-20ED0B3B760F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798681" y="4048085"/>
                <a:ext cx="92088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52FFC50-1DC7-4313-7473-21E0E525B4B1}"/>
                  </a:ext>
                </a:extLst>
              </p14:cNvPr>
              <p14:cNvContentPartPr/>
              <p14:nvPr/>
            </p14:nvContentPartPr>
            <p14:xfrm>
              <a:off x="5787881" y="4026845"/>
              <a:ext cx="691560" cy="201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52FFC50-1DC7-4313-7473-21E0E525B4B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769881" y="4009205"/>
                <a:ext cx="72720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DAAB9181-0A08-A701-A7BB-B6E0023EC7FA}"/>
                  </a:ext>
                </a:extLst>
              </p14:cNvPr>
              <p14:cNvContentPartPr/>
              <p14:nvPr/>
            </p14:nvContentPartPr>
            <p14:xfrm>
              <a:off x="5709401" y="4367405"/>
              <a:ext cx="1314000" cy="9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DAAB9181-0A08-A701-A7BB-B6E0023EC7F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691761" y="4349765"/>
                <a:ext cx="1349640" cy="45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5477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D309B7-ED1C-5B62-9141-A0830FEFB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✍Iterating Through a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9C008E-F2C3-2E80-F42E-A0B709422A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378183"/>
            <a:ext cx="6780700" cy="40993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6F2AE81-A763-6D0A-0C69-4F105923BF33}"/>
                  </a:ext>
                </a:extLst>
              </p14:cNvPr>
              <p14:cNvContentPartPr/>
              <p14:nvPr/>
            </p14:nvContentPartPr>
            <p14:xfrm>
              <a:off x="5738921" y="2119925"/>
              <a:ext cx="652320" cy="39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6F2AE81-A763-6D0A-0C69-4F105923BF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720921" y="2101925"/>
                <a:ext cx="68796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47EB401-FED2-D8F4-4CA2-92611F70F1F8}"/>
                  </a:ext>
                </a:extLst>
              </p14:cNvPr>
              <p14:cNvContentPartPr/>
              <p14:nvPr/>
            </p14:nvContentPartPr>
            <p14:xfrm>
              <a:off x="9134081" y="2100845"/>
              <a:ext cx="757080" cy="146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47EB401-FED2-D8F4-4CA2-92611F70F1F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16081" y="2082845"/>
                <a:ext cx="79272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5FFC49-D4CB-3347-4D7D-FFBE40C369AA}"/>
                  </a:ext>
                </a:extLst>
              </p14:cNvPr>
              <p14:cNvContentPartPr/>
              <p14:nvPr/>
            </p14:nvContentPartPr>
            <p14:xfrm>
              <a:off x="6526601" y="2791685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5FFC49-D4CB-3347-4D7D-FFBE40C369A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08961" y="27736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5F91EA-80B4-79AA-B7A4-FB93CEA8DEE1}"/>
                  </a:ext>
                </a:extLst>
              </p14:cNvPr>
              <p14:cNvContentPartPr/>
              <p14:nvPr/>
            </p14:nvContentPartPr>
            <p14:xfrm>
              <a:off x="6594641" y="3170765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5F91EA-80B4-79AA-B7A4-FB93CEA8DEE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77001" y="31527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7D63920-3224-3C0D-16E8-CDF6A12AC632}"/>
                  </a:ext>
                </a:extLst>
              </p14:cNvPr>
              <p14:cNvContentPartPr/>
              <p14:nvPr/>
            </p14:nvContentPartPr>
            <p14:xfrm>
              <a:off x="7402121" y="3170765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7D63920-3224-3C0D-16E8-CDF6A12AC6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84481" y="315276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B72B068-89A7-7CB3-B932-4E33CB65607A}"/>
                  </a:ext>
                </a:extLst>
              </p14:cNvPr>
              <p14:cNvContentPartPr/>
              <p14:nvPr/>
            </p14:nvContentPartPr>
            <p14:xfrm>
              <a:off x="7441361" y="358908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B72B068-89A7-7CB3-B932-4E33CB65607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23361" y="35710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6B42996-84A5-BCD1-B2A6-400D06A93A3A}"/>
                  </a:ext>
                </a:extLst>
              </p14:cNvPr>
              <p14:cNvContentPartPr/>
              <p14:nvPr/>
            </p14:nvContentPartPr>
            <p14:xfrm>
              <a:off x="6692201" y="3501605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6B42996-84A5-BCD1-B2A6-400D06A93A3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74561" y="3483965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85402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21AED-28D6-CDFE-DED3-6CC278D0B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✍Updating Map Entries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02BCCC-9841-B338-6908-250833E36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871176"/>
            <a:ext cx="6780700" cy="311331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B88F03D-475D-9C0B-E353-ECE2F9116C44}"/>
                  </a:ext>
                </a:extLst>
              </p14:cNvPr>
              <p14:cNvContentPartPr/>
              <p14:nvPr/>
            </p14:nvContentPartPr>
            <p14:xfrm>
              <a:off x="9649241" y="2548325"/>
              <a:ext cx="234000" cy="19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B88F03D-475D-9C0B-E353-ECE2F9116C4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631601" y="2530685"/>
                <a:ext cx="269640" cy="5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268D5CC3-D7D2-8751-1C5A-B42DE9D89A3C}"/>
              </a:ext>
            </a:extLst>
          </p:cNvPr>
          <p:cNvGrpSpPr/>
          <p:nvPr/>
        </p:nvGrpSpPr>
        <p:grpSpPr>
          <a:xfrm>
            <a:off x="9153161" y="2567045"/>
            <a:ext cx="490680" cy="29880"/>
            <a:chOff x="9153161" y="2567045"/>
            <a:chExt cx="490680" cy="2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04E28FD-D634-A697-00FB-5DF969489730}"/>
                    </a:ext>
                  </a:extLst>
                </p14:cNvPr>
                <p14:cNvContentPartPr/>
                <p14:nvPr/>
              </p14:nvContentPartPr>
              <p14:xfrm>
                <a:off x="9153161" y="2567045"/>
                <a:ext cx="490680" cy="29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04E28FD-D634-A697-00FB-5DF96948973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135521" y="2549405"/>
                  <a:ext cx="5263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BED3343-04C2-2EC8-0967-B123258EBB16}"/>
                    </a:ext>
                  </a:extLst>
                </p14:cNvPr>
                <p14:cNvContentPartPr/>
                <p14:nvPr/>
              </p14:nvContentPartPr>
              <p14:xfrm>
                <a:off x="9156041" y="2587205"/>
                <a:ext cx="2664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BED3343-04C2-2EC8-0967-B123258EBB1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138401" y="2569205"/>
                  <a:ext cx="6228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3817D1-F092-F807-9076-FD33E5D9C27E}"/>
                  </a:ext>
                </a:extLst>
              </p14:cNvPr>
              <p14:cNvContentPartPr/>
              <p14:nvPr/>
            </p14:nvContentPartPr>
            <p14:xfrm>
              <a:off x="7595441" y="2128925"/>
              <a:ext cx="850680" cy="437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3817D1-F092-F807-9076-FD33E5D9C27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577441" y="2110925"/>
                <a:ext cx="886320" cy="47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63ABDC4-2BF4-6F20-FB10-CFE6C1D0CF11}"/>
                  </a:ext>
                </a:extLst>
              </p14:cNvPr>
              <p14:cNvContentPartPr/>
              <p14:nvPr/>
            </p14:nvContentPartPr>
            <p14:xfrm>
              <a:off x="5524721" y="3227645"/>
              <a:ext cx="1993320" cy="118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3ABDC4-2BF4-6F20-FB10-CFE6C1D0CF1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507081" y="3209645"/>
                <a:ext cx="202896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0561393-8C2E-6691-85AE-4F0B4921B71E}"/>
                  </a:ext>
                </a:extLst>
              </p14:cNvPr>
              <p14:cNvContentPartPr/>
              <p14:nvPr/>
            </p14:nvContentPartPr>
            <p14:xfrm>
              <a:off x="6205841" y="3870965"/>
              <a:ext cx="1659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0561393-8C2E-6691-85AE-4F0B4921B71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187841" y="3852965"/>
                <a:ext cx="201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091381C-7C05-92F8-C0F2-EAE2884ECAC3}"/>
                  </a:ext>
                </a:extLst>
              </p14:cNvPr>
              <p14:cNvContentPartPr/>
              <p14:nvPr/>
            </p14:nvContentPartPr>
            <p14:xfrm>
              <a:off x="6682481" y="3880685"/>
              <a:ext cx="264600" cy="43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091381C-7C05-92F8-C0F2-EAE2884ECAC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664841" y="3863045"/>
                <a:ext cx="3002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5B85D24-D152-DA68-2BD8-DC74D7D38E3F}"/>
                  </a:ext>
                </a:extLst>
              </p14:cNvPr>
              <p14:cNvContentPartPr/>
              <p14:nvPr/>
            </p14:nvContentPartPr>
            <p14:xfrm>
              <a:off x="6955001" y="3890765"/>
              <a:ext cx="17532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5B85D24-D152-DA68-2BD8-DC74D7D38E3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37001" y="3873125"/>
                <a:ext cx="210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9D2AAE7D-8506-A721-FE96-9655347B47FE}"/>
                  </a:ext>
                </a:extLst>
              </p14:cNvPr>
              <p14:cNvContentPartPr/>
              <p14:nvPr/>
            </p14:nvContentPartPr>
            <p14:xfrm>
              <a:off x="7732961" y="3978245"/>
              <a:ext cx="74952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9D2AAE7D-8506-A721-FE96-9655347B47FE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715321" y="3960245"/>
                <a:ext cx="785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4EB177-8C3D-5A28-16E1-3A1549CC2CB0}"/>
                  </a:ext>
                </a:extLst>
              </p14:cNvPr>
              <p14:cNvContentPartPr/>
              <p14:nvPr/>
            </p14:nvContentPartPr>
            <p14:xfrm>
              <a:off x="8482121" y="3949085"/>
              <a:ext cx="739440" cy="29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A4EB177-8C3D-5A28-16E1-3A1549CC2CB0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464121" y="3931085"/>
                <a:ext cx="77508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7764CA4-9DB9-F598-FBF6-367C08963CFC}"/>
                  </a:ext>
                </a:extLst>
              </p14:cNvPr>
              <p14:cNvContentPartPr/>
              <p14:nvPr/>
            </p14:nvContentPartPr>
            <p14:xfrm>
              <a:off x="7431641" y="4649285"/>
              <a:ext cx="905040" cy="48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7764CA4-9DB9-F598-FBF6-367C08963CF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413641" y="4631645"/>
                <a:ext cx="940680" cy="8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817255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225A81-A01B-7A07-F7B6-7FB6E768C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✍Map Views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3A11B3-A1BA-DC66-25FE-8E61C1A9C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ar-EG" sz="2000" dirty="0"/>
              <a:t>A Map provides three views:</a:t>
            </a:r>
            <a:endParaRPr lang="en-US" sz="2000" dirty="0"/>
          </a:p>
          <a:p>
            <a:pPr lvl="1"/>
            <a:r>
              <a:rPr lang="ar-EG" sz="1600" dirty="0"/>
              <a:t>map.keySet()</a:t>
            </a:r>
          </a:p>
          <a:p>
            <a:pPr lvl="1"/>
            <a:r>
              <a:rPr lang="ar-EG" sz="1600" dirty="0"/>
              <a:t> map.values() </a:t>
            </a:r>
          </a:p>
          <a:p>
            <a:pPr lvl="1"/>
            <a:r>
              <a:rPr lang="ar-EG" sz="1600" dirty="0"/>
              <a:t>map.entrySet()</a:t>
            </a:r>
            <a:endParaRPr lang="en-US" sz="1600" dirty="0"/>
          </a:p>
          <a:p>
            <a:endParaRPr lang="ar-EG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56391F-DF31-529E-5920-0B7E8601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918274"/>
            <a:ext cx="5150277" cy="284620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E88CFD-8DAB-95BB-0CD7-5B9F3DA3B16D}"/>
                  </a:ext>
                </a:extLst>
              </p14:cNvPr>
              <p14:cNvContentPartPr/>
              <p14:nvPr/>
            </p14:nvContentPartPr>
            <p14:xfrm>
              <a:off x="836441" y="1692245"/>
              <a:ext cx="2616120" cy="7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E88CFD-8DAB-95BB-0CD7-5B9F3DA3B16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8441" y="1674605"/>
                <a:ext cx="265176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8A1426E-0911-7E21-AEDE-1E34A7C99768}"/>
                  </a:ext>
                </a:extLst>
              </p14:cNvPr>
              <p14:cNvContentPartPr/>
              <p14:nvPr/>
            </p14:nvContentPartPr>
            <p14:xfrm>
              <a:off x="5738921" y="3414485"/>
              <a:ext cx="838440" cy="213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8A1426E-0911-7E21-AEDE-1E34A7C9976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721281" y="3396485"/>
                <a:ext cx="87408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1C1102C-16AB-4E62-6F96-1C05C0C0B692}"/>
                  </a:ext>
                </a:extLst>
              </p14:cNvPr>
              <p14:cNvContentPartPr/>
              <p14:nvPr/>
            </p14:nvContentPartPr>
            <p14:xfrm>
              <a:off x="8344961" y="3208205"/>
              <a:ext cx="351720" cy="313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1C1102C-16AB-4E62-6F96-1C05C0C0B6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26961" y="3190565"/>
                <a:ext cx="387360" cy="348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96ED92E9-E2AF-93A9-2647-9B126A6B02D3}"/>
              </a:ext>
            </a:extLst>
          </p:cNvPr>
          <p:cNvGrpSpPr/>
          <p:nvPr/>
        </p:nvGrpSpPr>
        <p:grpSpPr>
          <a:xfrm>
            <a:off x="6235001" y="3879245"/>
            <a:ext cx="281520" cy="516240"/>
            <a:chOff x="6235001" y="3879245"/>
            <a:chExt cx="281520" cy="51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86AEDE7-B460-C99F-B77B-86EB41ABBDAE}"/>
                    </a:ext>
                  </a:extLst>
                </p14:cNvPr>
                <p14:cNvContentPartPr/>
                <p14:nvPr/>
              </p14:nvContentPartPr>
              <p14:xfrm>
                <a:off x="6235001" y="3879245"/>
                <a:ext cx="163800" cy="1267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86AEDE7-B460-C99F-B77B-86EB41ABBDAE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217001" y="3861245"/>
                  <a:ext cx="19944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282FCEB-21C9-8BF7-8ABB-5E8AF04D6B5C}"/>
                    </a:ext>
                  </a:extLst>
                </p14:cNvPr>
                <p14:cNvContentPartPr/>
                <p14:nvPr/>
              </p14:nvContentPartPr>
              <p14:xfrm>
                <a:off x="6331841" y="3997685"/>
                <a:ext cx="172440" cy="1861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282FCEB-21C9-8BF7-8ABB-5E8AF04D6B5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313841" y="3979685"/>
                  <a:ext cx="208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8BC22E3-6942-2C28-522D-7F5ED24BAFA1}"/>
                    </a:ext>
                  </a:extLst>
                </p14:cNvPr>
                <p14:cNvContentPartPr/>
                <p14:nvPr/>
              </p14:nvContentPartPr>
              <p14:xfrm>
                <a:off x="6400241" y="4256165"/>
                <a:ext cx="116280" cy="13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8BC22E3-6942-2C28-522D-7F5ED24BAFA1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82241" y="4238525"/>
                  <a:ext cx="151920" cy="174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049383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5CF24-FDC5-0424-78DA-2507F482D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/>
              <a:t>✍Algorithms in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1EC1F-4944-E158-286F-061BF7C4B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b="1" dirty="0"/>
              <a:t>Algorithms</a:t>
            </a:r>
          </a:p>
          <a:p>
            <a:r>
              <a:rPr lang="ar-EG" sz="2400" dirty="0"/>
              <a:t>The Collections Framework provides algorithms for common operations:</a:t>
            </a:r>
          </a:p>
          <a:p>
            <a:pPr lvl="1"/>
            <a:r>
              <a:rPr lang="ar-EG" dirty="0"/>
              <a:t>Finding maximum/minimum </a:t>
            </a:r>
          </a:p>
          <a:p>
            <a:pPr lvl="1"/>
            <a:r>
              <a:rPr lang="ar-EG" dirty="0"/>
              <a:t>Sorting </a:t>
            </a:r>
          </a:p>
          <a:p>
            <a:pPr lvl="1"/>
            <a:r>
              <a:rPr lang="ar-EG" dirty="0"/>
              <a:t>Shuffling </a:t>
            </a:r>
          </a:p>
          <a:p>
            <a:pPr lvl="1"/>
            <a:r>
              <a:rPr lang="ar-EG" dirty="0"/>
              <a:t>Binary search</a:t>
            </a:r>
          </a:p>
          <a:p>
            <a:endParaRPr lang="ar-EG" sz="24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6F353E3-963D-6898-7447-A23A24A14630}"/>
                  </a:ext>
                </a:extLst>
              </p14:cNvPr>
              <p14:cNvContentPartPr/>
              <p14:nvPr/>
            </p14:nvContentPartPr>
            <p14:xfrm>
              <a:off x="1565801" y="4853045"/>
              <a:ext cx="235080" cy="195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6F353E3-963D-6898-7447-A23A24A1463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48161" y="4835405"/>
                <a:ext cx="270720" cy="2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0895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4BF755-23C1-0A7B-DD70-5F78BA98E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ar-EG" sz="4800"/>
              <a:t>✍Finding Maximum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F63E3-BA3F-44F1-4256-7DFED0D38C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Also can find min; </a:t>
            </a:r>
            <a:endParaRPr lang="ar-EG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A90F0B-46F9-0313-D76F-E92512B89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077464"/>
            <a:ext cx="5150277" cy="252782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A0F917E-2C09-93D9-ECF3-17E10763445A}"/>
                  </a:ext>
                </a:extLst>
              </p14:cNvPr>
              <p14:cNvContentPartPr/>
              <p14:nvPr/>
            </p14:nvContentPartPr>
            <p14:xfrm>
              <a:off x="6176681" y="4601045"/>
              <a:ext cx="417600" cy="68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A0F917E-2C09-93D9-ECF3-17E10763445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58681" y="4583045"/>
                <a:ext cx="45324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D0D3CCF9-6AE7-1198-F54C-B25B52E38F05}"/>
                  </a:ext>
                </a:extLst>
              </p14:cNvPr>
              <p14:cNvContentPartPr/>
              <p14:nvPr/>
            </p14:nvContentPartPr>
            <p14:xfrm>
              <a:off x="7489961" y="4609325"/>
              <a:ext cx="1478160" cy="9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D0D3CCF9-6AE7-1198-F54C-B25B52E38F0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472321" y="4591685"/>
                <a:ext cx="15138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D7C2DC-88C4-5457-D7E8-5EA6758A9EB3}"/>
                  </a:ext>
                </a:extLst>
              </p14:cNvPr>
              <p14:cNvContentPartPr/>
              <p14:nvPr/>
            </p14:nvContentPartPr>
            <p14:xfrm>
              <a:off x="9404801" y="3675485"/>
              <a:ext cx="372600" cy="4201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D7C2DC-88C4-5457-D7E8-5EA6758A9E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87161" y="3657485"/>
                <a:ext cx="408240" cy="45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9633D921-453D-8A94-6FEA-06E48297223F}"/>
                  </a:ext>
                </a:extLst>
              </p14:cNvPr>
              <p14:cNvContentPartPr/>
              <p14:nvPr/>
            </p14:nvContentPartPr>
            <p14:xfrm>
              <a:off x="8004041" y="3646325"/>
              <a:ext cx="431640" cy="488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9633D921-453D-8A94-6FEA-06E48297223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986041" y="3628325"/>
                <a:ext cx="467280" cy="52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50250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4E07D-29D1-287A-1F1A-C38E7495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CF9F6-C8A0-65CD-1C79-DA2C3C402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lvl="0"/>
            <a:r>
              <a:rPr lang="ar-EG" sz="2400" dirty="0"/>
              <a:t>Works on a </a:t>
            </a:r>
            <a:r>
              <a:rPr lang="ar-EG" sz="2400" b="1" dirty="0"/>
              <a:t>sorted collection</a:t>
            </a:r>
            <a:r>
              <a:rPr lang="ar-EG" sz="2400" dirty="0"/>
              <a:t>. </a:t>
            </a:r>
          </a:p>
          <a:p>
            <a:pPr lvl="0"/>
            <a:r>
              <a:rPr lang="ar-EG" sz="2400" dirty="0"/>
              <a:t>Repeatedly checks the middle element. </a:t>
            </a:r>
          </a:p>
          <a:p>
            <a:pPr lvl="0"/>
            <a:r>
              <a:rPr lang="ar-EG" sz="2400" dirty="0"/>
              <a:t>Eliminates half of the search space each time.</a:t>
            </a:r>
          </a:p>
          <a:p>
            <a:endParaRPr lang="ar-EG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8EF279D-7F57-8B6A-25CF-3446919F1D1B}"/>
                  </a:ext>
                </a:extLst>
              </p14:cNvPr>
              <p14:cNvContentPartPr/>
              <p14:nvPr/>
            </p14:nvContentPartPr>
            <p14:xfrm>
              <a:off x="970721" y="1204805"/>
              <a:ext cx="684720" cy="740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8EF279D-7F57-8B6A-25CF-3446919F1D1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3081" y="1187165"/>
                <a:ext cx="720360" cy="77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8429FA09-4A49-82EE-7456-6F4E471B65C9}"/>
              </a:ext>
            </a:extLst>
          </p:cNvPr>
          <p:cNvGrpSpPr/>
          <p:nvPr/>
        </p:nvGrpSpPr>
        <p:grpSpPr>
          <a:xfrm>
            <a:off x="6522641" y="2771165"/>
            <a:ext cx="5276880" cy="1704240"/>
            <a:chOff x="6522641" y="2771165"/>
            <a:chExt cx="5276880" cy="170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FD63DC3-DF4F-D7A1-1737-8A99E6C857C8}"/>
                    </a:ext>
                  </a:extLst>
                </p14:cNvPr>
                <p14:cNvContentPartPr/>
                <p14:nvPr/>
              </p14:nvContentPartPr>
              <p14:xfrm>
                <a:off x="7188281" y="3307205"/>
                <a:ext cx="63000" cy="452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FD63DC3-DF4F-D7A1-1737-8A99E6C857C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70641" y="3289565"/>
                  <a:ext cx="98640" cy="48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8CB53C5-8DB8-CE7E-258E-5381E9A9BD5A}"/>
                    </a:ext>
                  </a:extLst>
                </p14:cNvPr>
                <p14:cNvContentPartPr/>
                <p14:nvPr/>
              </p14:nvContentPartPr>
              <p14:xfrm>
                <a:off x="7362881" y="3358685"/>
                <a:ext cx="196560" cy="2422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CB53C5-8DB8-CE7E-258E-5381E9A9BD5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45241" y="3340685"/>
                  <a:ext cx="2322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7C94A80-BB8E-0CE9-B2C3-06619C1B67D1}"/>
                    </a:ext>
                  </a:extLst>
                </p14:cNvPr>
                <p14:cNvContentPartPr/>
                <p14:nvPr/>
              </p14:nvContentPartPr>
              <p14:xfrm>
                <a:off x="7820441" y="3559925"/>
                <a:ext cx="20160" cy="21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7C94A80-BB8E-0CE9-B2C3-06619C1B67D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02441" y="3542285"/>
                  <a:ext cx="5580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2862DAE-E47F-BACD-198A-DECFC9B52DB3}"/>
                    </a:ext>
                  </a:extLst>
                </p14:cNvPr>
                <p14:cNvContentPartPr/>
                <p14:nvPr/>
              </p14:nvContentPartPr>
              <p14:xfrm>
                <a:off x="8335961" y="3286325"/>
                <a:ext cx="353520" cy="508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2862DAE-E47F-BACD-198A-DECFC9B52DB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318321" y="3268685"/>
                  <a:ext cx="389160" cy="54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BF7637C-56BD-C37E-E6B1-5E5189C15714}"/>
                    </a:ext>
                  </a:extLst>
                </p14:cNvPr>
                <p14:cNvContentPartPr/>
                <p14:nvPr/>
              </p14:nvContentPartPr>
              <p14:xfrm>
                <a:off x="8745641" y="3451925"/>
                <a:ext cx="273240" cy="138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BF7637C-56BD-C37E-E6B1-5E5189C1571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8727641" y="3434285"/>
                  <a:ext cx="308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289A78-6377-FA0C-0EDE-A2F38B8C7EEA}"/>
                    </a:ext>
                  </a:extLst>
                </p14:cNvPr>
                <p14:cNvContentPartPr/>
                <p14:nvPr/>
              </p14:nvContentPartPr>
              <p14:xfrm>
                <a:off x="9357641" y="3472085"/>
                <a:ext cx="49320" cy="308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289A78-6377-FA0C-0EDE-A2F38B8C7EE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39641" y="3454445"/>
                  <a:ext cx="849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365EF3F-3CB7-5472-A602-B109DB2C8E03}"/>
                    </a:ext>
                  </a:extLst>
                </p14:cNvPr>
                <p14:cNvContentPartPr/>
                <p14:nvPr/>
              </p14:nvContentPartPr>
              <p14:xfrm>
                <a:off x="10028681" y="3180485"/>
                <a:ext cx="75240" cy="38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365EF3F-3CB7-5472-A602-B109DB2C8E0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011041" y="3162485"/>
                  <a:ext cx="110880" cy="42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E56354-8C3F-68FC-2252-173B4B9D3631}"/>
                    </a:ext>
                  </a:extLst>
                </p14:cNvPr>
                <p14:cNvContentPartPr/>
                <p14:nvPr/>
              </p14:nvContentPartPr>
              <p14:xfrm>
                <a:off x="9742841" y="3479285"/>
                <a:ext cx="315720" cy="130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E56354-8C3F-68FC-2252-173B4B9D363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725201" y="3461285"/>
                  <a:ext cx="35136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0BF72CE-5D05-DF61-A6E6-6FB6264516D6}"/>
                    </a:ext>
                  </a:extLst>
                </p14:cNvPr>
                <p14:cNvContentPartPr/>
                <p14:nvPr/>
              </p14:nvContentPartPr>
              <p14:xfrm>
                <a:off x="10208321" y="3297125"/>
                <a:ext cx="240480" cy="265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0BF72CE-5D05-DF61-A6E6-6FB6264516D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190321" y="3279125"/>
                  <a:ext cx="2761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67E4025-DB29-B170-BC2F-EDD362196D12}"/>
                    </a:ext>
                  </a:extLst>
                </p14:cNvPr>
                <p14:cNvContentPartPr/>
                <p14:nvPr/>
              </p14:nvContentPartPr>
              <p14:xfrm>
                <a:off x="10670921" y="3394685"/>
                <a:ext cx="50760" cy="37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67E4025-DB29-B170-BC2F-EDD362196D1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0652921" y="3376685"/>
                  <a:ext cx="86400" cy="4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0F6D08F-CD6C-6549-8238-7F503E009C8F}"/>
                    </a:ext>
                  </a:extLst>
                </p14:cNvPr>
                <p14:cNvContentPartPr/>
                <p14:nvPr/>
              </p14:nvContentPartPr>
              <p14:xfrm>
                <a:off x="10960721" y="3345365"/>
                <a:ext cx="167760" cy="23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0F6D08F-CD6C-6549-8238-7F503E009C8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942721" y="3327725"/>
                  <a:ext cx="20340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64AB77-5BCB-BD09-09B6-BA67B3CC583D}"/>
                    </a:ext>
                  </a:extLst>
                </p14:cNvPr>
                <p14:cNvContentPartPr/>
                <p14:nvPr/>
              </p14:nvContentPartPr>
              <p14:xfrm>
                <a:off x="10965041" y="3599165"/>
                <a:ext cx="184320" cy="223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64AB77-5BCB-BD09-09B6-BA67B3CC583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947041" y="3581165"/>
                  <a:ext cx="21996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3BBA28E-8D30-247E-41A1-015EF28411C3}"/>
                    </a:ext>
                  </a:extLst>
                </p14:cNvPr>
                <p14:cNvContentPartPr/>
                <p14:nvPr/>
              </p14:nvContentPartPr>
              <p14:xfrm>
                <a:off x="11322521" y="3455165"/>
                <a:ext cx="235800" cy="300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3BBA28E-8D30-247E-41A1-015EF28411C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304521" y="3437165"/>
                  <a:ext cx="27144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4A9793B-ADCD-17D9-511E-1BB26E1BB74D}"/>
                    </a:ext>
                  </a:extLst>
                </p14:cNvPr>
                <p14:cNvContentPartPr/>
                <p14:nvPr/>
              </p14:nvContentPartPr>
              <p14:xfrm>
                <a:off x="6522641" y="2771165"/>
                <a:ext cx="5276880" cy="1704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4A9793B-ADCD-17D9-511E-1BB26E1BB7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504641" y="2753165"/>
                  <a:ext cx="5312520" cy="1739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2808064-CB61-9412-A616-40AEEFDD201A}"/>
                  </a:ext>
                </a:extLst>
              </p14:cNvPr>
              <p14:cNvContentPartPr/>
              <p14:nvPr/>
            </p14:nvContentPartPr>
            <p14:xfrm>
              <a:off x="3054041" y="4532645"/>
              <a:ext cx="1381320" cy="19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2808064-CB61-9412-A616-40AEEFDD201A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036401" y="4515005"/>
                <a:ext cx="141696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2B87E7B-6842-FCAF-D37E-0BC1401B1EC4}"/>
                  </a:ext>
                </a:extLst>
              </p14:cNvPr>
              <p14:cNvContentPartPr/>
              <p14:nvPr/>
            </p14:nvContentPartPr>
            <p14:xfrm>
              <a:off x="7370801" y="884405"/>
              <a:ext cx="216720" cy="1162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2B87E7B-6842-FCAF-D37E-0BC1401B1EC4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352801" y="866765"/>
                <a:ext cx="252360" cy="15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217319C-AD46-4D15-E366-E037D74C8479}"/>
              </a:ext>
            </a:extLst>
          </p:cNvPr>
          <p:cNvGrpSpPr/>
          <p:nvPr/>
        </p:nvGrpSpPr>
        <p:grpSpPr>
          <a:xfrm>
            <a:off x="7402121" y="1039205"/>
            <a:ext cx="626040" cy="255600"/>
            <a:chOff x="7402121" y="1039205"/>
            <a:chExt cx="626040" cy="25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455A957-AE7D-801E-1F9B-7526D9782F80}"/>
                    </a:ext>
                  </a:extLst>
                </p14:cNvPr>
                <p14:cNvContentPartPr/>
                <p14:nvPr/>
              </p14:nvContentPartPr>
              <p14:xfrm>
                <a:off x="7402121" y="1069445"/>
                <a:ext cx="225360" cy="225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455A957-AE7D-801E-1F9B-7526D9782F8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84481" y="1051805"/>
                  <a:ext cx="2610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E87F5028-8A21-6ACF-02D4-0F52D21EF632}"/>
                    </a:ext>
                  </a:extLst>
                </p14:cNvPr>
                <p14:cNvContentPartPr/>
                <p14:nvPr/>
              </p14:nvContentPartPr>
              <p14:xfrm>
                <a:off x="7792361" y="1039205"/>
                <a:ext cx="235800" cy="227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E87F5028-8A21-6ACF-02D4-0F52D21EF63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774361" y="1021565"/>
                  <a:ext cx="271440" cy="263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2B621C3C-1D51-3AE0-F60F-DE151DF02554}"/>
                  </a:ext>
                </a:extLst>
              </p14:cNvPr>
              <p14:cNvContentPartPr/>
              <p14:nvPr/>
            </p14:nvContentPartPr>
            <p14:xfrm>
              <a:off x="9162521" y="2723645"/>
              <a:ext cx="467640" cy="2850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2B621C3C-1D51-3AE0-F60F-DE151DF02554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44881" y="2705645"/>
                <a:ext cx="503280" cy="2885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0583B793-46E6-3861-2E18-02E2709EAE35}"/>
              </a:ext>
            </a:extLst>
          </p:cNvPr>
          <p:cNvGrpSpPr/>
          <p:nvPr/>
        </p:nvGrpSpPr>
        <p:grpSpPr>
          <a:xfrm>
            <a:off x="7810721" y="2567765"/>
            <a:ext cx="156600" cy="186120"/>
            <a:chOff x="7810721" y="2567765"/>
            <a:chExt cx="156600" cy="18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DD9EE1F-3CAD-E596-B783-C1693A64679F}"/>
                    </a:ext>
                  </a:extLst>
                </p14:cNvPr>
                <p14:cNvContentPartPr/>
                <p14:nvPr/>
              </p14:nvContentPartPr>
              <p14:xfrm>
                <a:off x="7860401" y="2577485"/>
                <a:ext cx="87120" cy="176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DD9EE1F-3CAD-E596-B783-C1693A64679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42761" y="2559485"/>
                  <a:ext cx="122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79DCFB4-54A7-7769-3BC6-BFE4C7A1E9F7}"/>
                    </a:ext>
                  </a:extLst>
                </p14:cNvPr>
                <p14:cNvContentPartPr/>
                <p14:nvPr/>
              </p14:nvContentPartPr>
              <p14:xfrm>
                <a:off x="7810721" y="2567765"/>
                <a:ext cx="156600" cy="68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79DCFB4-54A7-7769-3BC6-BFE4C7A1E9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93081" y="2550125"/>
                  <a:ext cx="19224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3E4D641-4F5C-26CF-8AEC-37DAE9B67D54}"/>
                  </a:ext>
                </a:extLst>
              </p14:cNvPr>
              <p14:cNvContentPartPr/>
              <p14:nvPr/>
            </p14:nvContentPartPr>
            <p14:xfrm>
              <a:off x="6021161" y="5087045"/>
              <a:ext cx="1017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3E4D641-4F5C-26CF-8AEC-37DAE9B67D5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03521" y="5069405"/>
                <a:ext cx="1053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82C42969-683C-CFFD-4CD8-1A13D8EFDEDC}"/>
                  </a:ext>
                </a:extLst>
              </p14:cNvPr>
              <p14:cNvContentPartPr/>
              <p14:nvPr/>
            </p14:nvContentPartPr>
            <p14:xfrm>
              <a:off x="7150121" y="2258885"/>
              <a:ext cx="250920" cy="620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82C42969-683C-CFFD-4CD8-1A13D8EFDED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132481" y="2241245"/>
                <a:ext cx="286560" cy="65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898BF13C-A6E7-1A1A-2832-EB68E896FDDC}"/>
                  </a:ext>
                </a:extLst>
              </p14:cNvPr>
              <p14:cNvContentPartPr/>
              <p14:nvPr/>
            </p14:nvContentPartPr>
            <p14:xfrm>
              <a:off x="8939681" y="1235045"/>
              <a:ext cx="48240" cy="3798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898BF13C-A6E7-1A1A-2832-EB68E896FDD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921681" y="1217045"/>
                <a:ext cx="83880" cy="41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FD03AA85-B8B9-7435-C1AD-C84DDA2A0EA5}"/>
              </a:ext>
            </a:extLst>
          </p:cNvPr>
          <p:cNvGrpSpPr/>
          <p:nvPr/>
        </p:nvGrpSpPr>
        <p:grpSpPr>
          <a:xfrm>
            <a:off x="8005841" y="5261645"/>
            <a:ext cx="359280" cy="565560"/>
            <a:chOff x="8005841" y="5261645"/>
            <a:chExt cx="35928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92DC87E-3FD2-147F-8B02-DD7653A21914}"/>
                    </a:ext>
                  </a:extLst>
                </p14:cNvPr>
                <p14:cNvContentPartPr/>
                <p14:nvPr/>
              </p14:nvContentPartPr>
              <p14:xfrm>
                <a:off x="8139041" y="5261645"/>
                <a:ext cx="117000" cy="538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92DC87E-3FD2-147F-8B02-DD7653A2191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21401" y="5243645"/>
                  <a:ext cx="15264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D6BD107-3122-9177-6175-F073859A16FC}"/>
                    </a:ext>
                  </a:extLst>
                </p14:cNvPr>
                <p14:cNvContentPartPr/>
                <p14:nvPr/>
              </p14:nvContentPartPr>
              <p14:xfrm>
                <a:off x="8009081" y="5301245"/>
                <a:ext cx="132840" cy="236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D6BD107-3122-9177-6175-F073859A16F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991441" y="5283605"/>
                  <a:ext cx="1684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90F73CA-CF10-53FD-F536-ABF932256FA8}"/>
                    </a:ext>
                  </a:extLst>
                </p14:cNvPr>
                <p14:cNvContentPartPr/>
                <p14:nvPr/>
              </p14:nvContentPartPr>
              <p14:xfrm>
                <a:off x="8005841" y="5796965"/>
                <a:ext cx="359280" cy="30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90F73CA-CF10-53FD-F536-ABF932256FA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87841" y="5778965"/>
                  <a:ext cx="39492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035FAAC-8075-AF8C-CAAD-AE9B26323C9B}"/>
                  </a:ext>
                </a:extLst>
              </p14:cNvPr>
              <p14:cNvContentPartPr/>
              <p14:nvPr/>
            </p14:nvContentPartPr>
            <p14:xfrm>
              <a:off x="10496321" y="1974485"/>
              <a:ext cx="235440" cy="5058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035FAAC-8075-AF8C-CAAD-AE9B26323C9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478321" y="1956485"/>
                <a:ext cx="271080" cy="54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40F0EBF-0A6D-44BD-894B-66B4B5E667CD}"/>
                  </a:ext>
                </a:extLst>
              </p14:cNvPr>
              <p14:cNvContentPartPr/>
              <p14:nvPr/>
            </p14:nvContentPartPr>
            <p14:xfrm>
              <a:off x="10233161" y="728885"/>
              <a:ext cx="48960" cy="8564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40F0EBF-0A6D-44BD-894B-66B4B5E667C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215161" y="710885"/>
                <a:ext cx="84600" cy="89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F3171D2B-57C8-FED5-9B44-F7DA6F81CFDE}"/>
              </a:ext>
            </a:extLst>
          </p:cNvPr>
          <p:cNvGrpSpPr/>
          <p:nvPr/>
        </p:nvGrpSpPr>
        <p:grpSpPr>
          <a:xfrm>
            <a:off x="5269841" y="5446685"/>
            <a:ext cx="995760" cy="1171080"/>
            <a:chOff x="5269841" y="5446685"/>
            <a:chExt cx="995760" cy="11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1140E25-1119-9904-743D-29E990FCEC61}"/>
                    </a:ext>
                  </a:extLst>
                </p14:cNvPr>
                <p14:cNvContentPartPr/>
                <p14:nvPr/>
              </p14:nvContentPartPr>
              <p14:xfrm>
                <a:off x="5602481" y="5570165"/>
                <a:ext cx="420840" cy="540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1140E25-1119-9904-743D-29E990FCEC6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84841" y="5552525"/>
                  <a:ext cx="456480" cy="57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DB9AF0D-37D2-78C8-AEC0-A6F89A6B2595}"/>
                    </a:ext>
                  </a:extLst>
                </p14:cNvPr>
                <p14:cNvContentPartPr/>
                <p14:nvPr/>
              </p14:nvContentPartPr>
              <p14:xfrm>
                <a:off x="5269841" y="5446685"/>
                <a:ext cx="995760" cy="117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DB9AF0D-37D2-78C8-AEC0-A6F89A6B259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52201" y="5429045"/>
                  <a:ext cx="1031400" cy="1206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313159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02EB5-0D4E-E2E0-A56F-FA27E26E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ar-EG" sz="4800" dirty="0"/>
              <a:t>✍Legacy Collections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67E96-A6A4-4D71-53D9-2EC147701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ar-EG" sz="2400" dirty="0"/>
              <a:t>Older collection classes include:</a:t>
            </a:r>
          </a:p>
          <a:p>
            <a:pPr lvl="0"/>
            <a:r>
              <a:rPr lang="ar-EG" sz="2400" dirty="0"/>
              <a:t>Vector </a:t>
            </a:r>
          </a:p>
          <a:p>
            <a:pPr lvl="0"/>
            <a:r>
              <a:rPr lang="ar-EG" sz="2400" dirty="0"/>
              <a:t>Stack </a:t>
            </a:r>
          </a:p>
          <a:p>
            <a:pPr lvl="0"/>
            <a:r>
              <a:rPr lang="ar-EG" sz="2400" dirty="0"/>
              <a:t>Hashtable </a:t>
            </a:r>
          </a:p>
          <a:p>
            <a:pPr lvl="0"/>
            <a:r>
              <a:rPr lang="ar-EG" sz="2400" dirty="0"/>
              <a:t>Properties </a:t>
            </a:r>
          </a:p>
          <a:p>
            <a:r>
              <a:rPr lang="ar-EG" sz="2400" dirty="0"/>
              <a:t>They were introduced before the modern Collections Framework.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1FA8167-D5AF-8B42-D597-23F00EC27DF4}"/>
                  </a:ext>
                </a:extLst>
              </p14:cNvPr>
              <p14:cNvContentPartPr/>
              <p14:nvPr/>
            </p14:nvContentPartPr>
            <p14:xfrm>
              <a:off x="756521" y="1185005"/>
              <a:ext cx="800640" cy="634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1FA8167-D5AF-8B42-D597-23F00EC27D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8881" y="1167365"/>
                <a:ext cx="836280" cy="67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367901-730A-37FD-D1D3-0CC0988E375F}"/>
                  </a:ext>
                </a:extLst>
              </p14:cNvPr>
              <p14:cNvContentPartPr/>
              <p14:nvPr/>
            </p14:nvContentPartPr>
            <p14:xfrm>
              <a:off x="951281" y="3207845"/>
              <a:ext cx="304920" cy="411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367901-730A-37FD-D1D3-0CC0988E375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33281" y="3189845"/>
                <a:ext cx="340560" cy="44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BC79568-D0C3-8EE2-31A4-0570089395B9}"/>
                  </a:ext>
                </a:extLst>
              </p14:cNvPr>
              <p14:cNvContentPartPr/>
              <p14:nvPr/>
            </p14:nvContentPartPr>
            <p14:xfrm>
              <a:off x="4707881" y="3577925"/>
              <a:ext cx="752040" cy="60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BC79568-D0C3-8EE2-31A4-0570089395B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89881" y="3560285"/>
                <a:ext cx="78768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C441754-F7D3-2954-747A-F04642609796}"/>
                  </a:ext>
                </a:extLst>
              </p14:cNvPr>
              <p14:cNvContentPartPr/>
              <p14:nvPr/>
            </p14:nvContentPartPr>
            <p14:xfrm>
              <a:off x="1516841" y="4094885"/>
              <a:ext cx="3225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C441754-F7D3-2954-747A-F0464260979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99201" y="4077245"/>
                <a:ext cx="358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EFF2388-C2A2-88C8-13F5-856EBD9C89CE}"/>
                  </a:ext>
                </a:extLst>
              </p14:cNvPr>
              <p14:cNvContentPartPr/>
              <p14:nvPr/>
            </p14:nvContentPartPr>
            <p14:xfrm>
              <a:off x="1448801" y="4563965"/>
              <a:ext cx="304560" cy="79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EFF2388-C2A2-88C8-13F5-856EBD9C89CE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1161" y="4545965"/>
                <a:ext cx="3402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B356EB25-EEF8-E920-7AB0-32E7C235424A}"/>
                  </a:ext>
                </a:extLst>
              </p14:cNvPr>
              <p14:cNvContentPartPr/>
              <p14:nvPr/>
            </p14:nvContentPartPr>
            <p14:xfrm>
              <a:off x="1526921" y="5388365"/>
              <a:ext cx="56412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B356EB25-EEF8-E920-7AB0-32E7C23542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508921" y="5370725"/>
                <a:ext cx="599760" cy="6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13824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19DA26-B099-B7B4-9628-2E9BF3B23D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5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824</Words>
  <Application>Microsoft Office PowerPoint</Application>
  <PresentationFormat>Widescreen</PresentationFormat>
  <Paragraphs>212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✍Lecture 9 : </vt:lpstr>
      <vt:lpstr>✍Introduction to Java Collection Framework</vt:lpstr>
      <vt:lpstr>✍Java Collections Framework</vt:lpstr>
      <vt:lpstr>✍Queue: A Simple Example</vt:lpstr>
      <vt:lpstr>✍Queue Interface vs Implementation</vt:lpstr>
      <vt:lpstr>✍Queue Implementations</vt:lpstr>
      <vt:lpstr>PowerPoint Presentation</vt:lpstr>
      <vt:lpstr>✍Programming to an Interface</vt:lpstr>
      <vt:lpstr>✍Why Separate Interface and Implementation</vt:lpstr>
      <vt:lpstr>✍Iterator</vt:lpstr>
      <vt:lpstr>✍Interfaces in the Collections Framework</vt:lpstr>
      <vt:lpstr>✍Collection Framework Hierarchy</vt:lpstr>
      <vt:lpstr>✍List &amp; Set :</vt:lpstr>
      <vt:lpstr>✍SortedSet and SortedMap</vt:lpstr>
      <vt:lpstr>✍Concrete Collections</vt:lpstr>
      <vt:lpstr>PowerPoint Presentation</vt:lpstr>
      <vt:lpstr>PowerPoint Presentation</vt:lpstr>
      <vt:lpstr>✍Classes in Collections Framework</vt:lpstr>
      <vt:lpstr>✍Map Classes</vt:lpstr>
      <vt:lpstr>PowerPoint Presentation</vt:lpstr>
      <vt:lpstr>✍Linked Lists</vt:lpstr>
      <vt:lpstr>✍Why LinkedList</vt:lpstr>
      <vt:lpstr>✍ ListIterator</vt:lpstr>
      <vt:lpstr>✍Efficient vs Inefficient Operations</vt:lpstr>
      <vt:lpstr>✍Concurrent Modification</vt:lpstr>
      <vt:lpstr>✍What is a Map</vt:lpstr>
      <vt:lpstr>✍HashMap vs TreeMap</vt:lpstr>
      <vt:lpstr>✍Basic Map Operations</vt:lpstr>
      <vt:lpstr>✍Iterating Through a Map</vt:lpstr>
      <vt:lpstr>✍Updating Map Entries</vt:lpstr>
      <vt:lpstr>✍Map Views</vt:lpstr>
      <vt:lpstr>✍Algorithms in Collections</vt:lpstr>
      <vt:lpstr>✍Finding Maximum</vt:lpstr>
      <vt:lpstr>✍Binary Search</vt:lpstr>
      <vt:lpstr>✍Legacy Collections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Esraa Mohamed</dc:creator>
  <cp:lastModifiedBy>Esraa Mohamed</cp:lastModifiedBy>
  <cp:revision>1</cp:revision>
  <dcterms:created xsi:type="dcterms:W3CDTF">2026-08-30T16:45:17Z</dcterms:created>
  <dcterms:modified xsi:type="dcterms:W3CDTF">2026-09-01T15:50:26Z</dcterms:modified>
</cp:coreProperties>
</file>