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8" r:id="rId2"/>
    <p:sldId id="325" r:id="rId3"/>
    <p:sldId id="326" r:id="rId4"/>
    <p:sldId id="289" r:id="rId5"/>
    <p:sldId id="290" r:id="rId6"/>
    <p:sldId id="291" r:id="rId7"/>
    <p:sldId id="324" r:id="rId8"/>
    <p:sldId id="257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4" r:id="rId30"/>
    <p:sldId id="319" r:id="rId31"/>
    <p:sldId id="313" r:id="rId32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DD992-0EF4-4B18-AC20-19F02684D142}" v="139" dt="2026-08-30T09:43:06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9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2a53f8955a3383c" providerId="LiveId" clId="{F10043CA-7E0C-4C5B-B8AD-80B51C33A480}"/>
    <pc:docChg chg="custSel addSld delSld modSld">
      <pc:chgData name="Esraa Mohamed" userId="32a53f8955a3383c" providerId="LiveId" clId="{F10043CA-7E0C-4C5B-B8AD-80B51C33A480}" dt="2026-08-30T10:00:32.300" v="441" actId="9405"/>
      <pc:docMkLst>
        <pc:docMk/>
      </pc:docMkLst>
      <pc:sldChg chg="addSp mod">
        <pc:chgData name="Esraa Mohamed" userId="32a53f8955a3383c" providerId="LiveId" clId="{F10043CA-7E0C-4C5B-B8AD-80B51C33A480}" dt="2026-08-29T21:42:28.229" v="0" actId="22"/>
        <pc:sldMkLst>
          <pc:docMk/>
          <pc:sldMk cId="261008755" sldId="258"/>
        </pc:sldMkLst>
        <pc:picChg chg="add">
          <ac:chgData name="Esraa Mohamed" userId="32a53f8955a3383c" providerId="LiveId" clId="{F10043CA-7E0C-4C5B-B8AD-80B51C33A480}" dt="2026-08-29T21:42:28.229" v="0" actId="22"/>
          <ac:picMkLst>
            <pc:docMk/>
            <pc:sldMk cId="261008755" sldId="258"/>
            <ac:picMk id="3" creationId="{5C1DD615-8812-5C83-59E2-C8E6A63D5B0C}"/>
          </ac:picMkLst>
        </pc:picChg>
      </pc:sldChg>
      <pc:sldChg chg="addSp delSp modSp mod">
        <pc:chgData name="Esraa Mohamed" userId="32a53f8955a3383c" providerId="LiveId" clId="{F10043CA-7E0C-4C5B-B8AD-80B51C33A480}" dt="2026-08-30T07:43:58.501" v="59" actId="9405"/>
        <pc:sldMkLst>
          <pc:docMk/>
          <pc:sldMk cId="3595841833" sldId="259"/>
        </pc:sldMkLst>
        <pc:inkChg chg="add">
          <ac:chgData name="Esraa Mohamed" userId="32a53f8955a3383c" providerId="LiveId" clId="{F10043CA-7E0C-4C5B-B8AD-80B51C33A480}" dt="2026-08-30T07:41:35.787" v="40" actId="9405"/>
          <ac:inkMkLst>
            <pc:docMk/>
            <pc:sldMk cId="3595841833" sldId="259"/>
            <ac:inkMk id="4" creationId="{4016B793-CB20-0E40-8406-73F4F23E9D9B}"/>
          </ac:inkMkLst>
        </pc:inkChg>
        <pc:inkChg chg="add del">
          <ac:chgData name="Esraa Mohamed" userId="32a53f8955a3383c" providerId="LiveId" clId="{F10043CA-7E0C-4C5B-B8AD-80B51C33A480}" dt="2026-08-30T07:41:39.224" v="42"/>
          <ac:inkMkLst>
            <pc:docMk/>
            <pc:sldMk cId="3595841833" sldId="259"/>
            <ac:inkMk id="6" creationId="{D6A17C43-CA66-5D63-71CF-A7471CE67738}"/>
          </ac:inkMkLst>
        </pc:inkChg>
        <pc:inkChg chg="add">
          <ac:chgData name="Esraa Mohamed" userId="32a53f8955a3383c" providerId="LiveId" clId="{F10043CA-7E0C-4C5B-B8AD-80B51C33A480}" dt="2026-08-30T07:41:39.224" v="42"/>
          <ac:inkMkLst>
            <pc:docMk/>
            <pc:sldMk cId="3595841833" sldId="259"/>
            <ac:inkMk id="7" creationId="{88E295EA-EC1B-0823-9F7E-B2A1C1ADDEEC}"/>
          </ac:inkMkLst>
        </pc:inkChg>
        <pc:inkChg chg="add del">
          <ac:chgData name="Esraa Mohamed" userId="32a53f8955a3383c" providerId="LiveId" clId="{F10043CA-7E0C-4C5B-B8AD-80B51C33A480}" dt="2026-08-30T07:41:47.162" v="44"/>
          <ac:inkMkLst>
            <pc:docMk/>
            <pc:sldMk cId="3595841833" sldId="259"/>
            <ac:inkMk id="8" creationId="{30539E90-3551-6063-B42C-3584892B8A3D}"/>
          </ac:inkMkLst>
        </pc:inkChg>
        <pc:inkChg chg="add mod">
          <ac:chgData name="Esraa Mohamed" userId="32a53f8955a3383c" providerId="LiveId" clId="{F10043CA-7E0C-4C5B-B8AD-80B51C33A480}" dt="2026-08-30T07:41:48.357" v="45"/>
          <ac:inkMkLst>
            <pc:docMk/>
            <pc:sldMk cId="3595841833" sldId="259"/>
            <ac:inkMk id="9" creationId="{520AAF86-C336-4D81-8B0E-B7EEA0D8D022}"/>
          </ac:inkMkLst>
        </pc:inkChg>
        <pc:inkChg chg="add">
          <ac:chgData name="Esraa Mohamed" userId="32a53f8955a3383c" providerId="LiveId" clId="{F10043CA-7E0C-4C5B-B8AD-80B51C33A480}" dt="2026-08-30T07:41:50.929" v="46" actId="9405"/>
          <ac:inkMkLst>
            <pc:docMk/>
            <pc:sldMk cId="3595841833" sldId="259"/>
            <ac:inkMk id="11" creationId="{579F3000-A035-AB90-543B-D6F12DC721C6}"/>
          </ac:inkMkLst>
        </pc:inkChg>
        <pc:inkChg chg="add">
          <ac:chgData name="Esraa Mohamed" userId="32a53f8955a3383c" providerId="LiveId" clId="{F10043CA-7E0C-4C5B-B8AD-80B51C33A480}" dt="2026-08-30T07:42:17.023" v="47" actId="9405"/>
          <ac:inkMkLst>
            <pc:docMk/>
            <pc:sldMk cId="3595841833" sldId="259"/>
            <ac:inkMk id="13" creationId="{95073AF4-85B5-8B9B-34AA-FC2267644350}"/>
          </ac:inkMkLst>
        </pc:inkChg>
        <pc:inkChg chg="add">
          <ac:chgData name="Esraa Mohamed" userId="32a53f8955a3383c" providerId="LiveId" clId="{F10043CA-7E0C-4C5B-B8AD-80B51C33A480}" dt="2026-08-30T07:42:21.295" v="48" actId="9405"/>
          <ac:inkMkLst>
            <pc:docMk/>
            <pc:sldMk cId="3595841833" sldId="259"/>
            <ac:inkMk id="15" creationId="{1020ABF1-CE05-9027-39E3-1803CD52B20D}"/>
          </ac:inkMkLst>
        </pc:inkChg>
        <pc:inkChg chg="add del">
          <ac:chgData name="Esraa Mohamed" userId="32a53f8955a3383c" providerId="LiveId" clId="{F10043CA-7E0C-4C5B-B8AD-80B51C33A480}" dt="2026-08-30T07:42:24.516" v="50"/>
          <ac:inkMkLst>
            <pc:docMk/>
            <pc:sldMk cId="3595841833" sldId="259"/>
            <ac:inkMk id="17" creationId="{966399B1-55EC-0DCC-84E1-723FFEC4DAB4}"/>
          </ac:inkMkLst>
        </pc:inkChg>
        <pc:inkChg chg="add">
          <ac:chgData name="Esraa Mohamed" userId="32a53f8955a3383c" providerId="LiveId" clId="{F10043CA-7E0C-4C5B-B8AD-80B51C33A480}" dt="2026-08-30T07:42:24.516" v="50"/>
          <ac:inkMkLst>
            <pc:docMk/>
            <pc:sldMk cId="3595841833" sldId="259"/>
            <ac:inkMk id="18" creationId="{432A68D4-0F48-8E20-CE52-BE132FBCC107}"/>
          </ac:inkMkLst>
        </pc:inkChg>
        <pc:inkChg chg="add">
          <ac:chgData name="Esraa Mohamed" userId="32a53f8955a3383c" providerId="LiveId" clId="{F10043CA-7E0C-4C5B-B8AD-80B51C33A480}" dt="2026-08-30T07:42:29.165" v="51" actId="9405"/>
          <ac:inkMkLst>
            <pc:docMk/>
            <pc:sldMk cId="3595841833" sldId="259"/>
            <ac:inkMk id="19" creationId="{D75FC3AD-C8DE-DCA1-F95C-CBBCA74C8764}"/>
          </ac:inkMkLst>
        </pc:inkChg>
        <pc:inkChg chg="add">
          <ac:chgData name="Esraa Mohamed" userId="32a53f8955a3383c" providerId="LiveId" clId="{F10043CA-7E0C-4C5B-B8AD-80B51C33A480}" dt="2026-08-30T07:42:34.890" v="52" actId="9405"/>
          <ac:inkMkLst>
            <pc:docMk/>
            <pc:sldMk cId="3595841833" sldId="259"/>
            <ac:inkMk id="20" creationId="{72402BAD-FFF7-C075-3626-4B2A087A1534}"/>
          </ac:inkMkLst>
        </pc:inkChg>
        <pc:inkChg chg="add">
          <ac:chgData name="Esraa Mohamed" userId="32a53f8955a3383c" providerId="LiveId" clId="{F10043CA-7E0C-4C5B-B8AD-80B51C33A480}" dt="2026-08-30T07:42:50.991" v="53" actId="9405"/>
          <ac:inkMkLst>
            <pc:docMk/>
            <pc:sldMk cId="3595841833" sldId="259"/>
            <ac:inkMk id="21" creationId="{6EC3497F-4DD0-0111-76E9-C43B60B7DD19}"/>
          </ac:inkMkLst>
        </pc:inkChg>
        <pc:inkChg chg="add">
          <ac:chgData name="Esraa Mohamed" userId="32a53f8955a3383c" providerId="LiveId" clId="{F10043CA-7E0C-4C5B-B8AD-80B51C33A480}" dt="2026-08-30T07:43:10.578" v="54" actId="9405"/>
          <ac:inkMkLst>
            <pc:docMk/>
            <pc:sldMk cId="3595841833" sldId="259"/>
            <ac:inkMk id="22" creationId="{9C05233B-8311-29C4-AAFB-0D78431741D5}"/>
          </ac:inkMkLst>
        </pc:inkChg>
        <pc:inkChg chg="add del">
          <ac:chgData name="Esraa Mohamed" userId="32a53f8955a3383c" providerId="LiveId" clId="{F10043CA-7E0C-4C5B-B8AD-80B51C33A480}" dt="2026-08-30T07:43:23.442" v="56"/>
          <ac:inkMkLst>
            <pc:docMk/>
            <pc:sldMk cId="3595841833" sldId="259"/>
            <ac:inkMk id="23" creationId="{592DC057-7F2B-C3A1-1FAA-A4B952E14B92}"/>
          </ac:inkMkLst>
        </pc:inkChg>
        <pc:inkChg chg="add">
          <ac:chgData name="Esraa Mohamed" userId="32a53f8955a3383c" providerId="LiveId" clId="{F10043CA-7E0C-4C5B-B8AD-80B51C33A480}" dt="2026-08-30T07:43:23.442" v="56"/>
          <ac:inkMkLst>
            <pc:docMk/>
            <pc:sldMk cId="3595841833" sldId="259"/>
            <ac:inkMk id="24" creationId="{856EAEAF-D5B0-838C-A1DE-F4B902C6C4E1}"/>
          </ac:inkMkLst>
        </pc:inkChg>
        <pc:inkChg chg="add del">
          <ac:chgData name="Esraa Mohamed" userId="32a53f8955a3383c" providerId="LiveId" clId="{F10043CA-7E0C-4C5B-B8AD-80B51C33A480}" dt="2026-08-30T07:43:26.401" v="58"/>
          <ac:inkMkLst>
            <pc:docMk/>
            <pc:sldMk cId="3595841833" sldId="259"/>
            <ac:inkMk id="25" creationId="{F4912938-F390-AF3E-A74F-8FCEE9EAC3AC}"/>
          </ac:inkMkLst>
        </pc:inkChg>
        <pc:inkChg chg="add">
          <ac:chgData name="Esraa Mohamed" userId="32a53f8955a3383c" providerId="LiveId" clId="{F10043CA-7E0C-4C5B-B8AD-80B51C33A480}" dt="2026-08-30T07:43:26.401" v="58"/>
          <ac:inkMkLst>
            <pc:docMk/>
            <pc:sldMk cId="3595841833" sldId="259"/>
            <ac:inkMk id="26" creationId="{CF9BA672-9418-59A4-3B66-C7A3ABF8E484}"/>
          </ac:inkMkLst>
        </pc:inkChg>
        <pc:inkChg chg="add">
          <ac:chgData name="Esraa Mohamed" userId="32a53f8955a3383c" providerId="LiveId" clId="{F10043CA-7E0C-4C5B-B8AD-80B51C33A480}" dt="2026-08-30T07:43:58.501" v="59" actId="9405"/>
          <ac:inkMkLst>
            <pc:docMk/>
            <pc:sldMk cId="3595841833" sldId="259"/>
            <ac:inkMk id="27" creationId="{943A82C6-34E1-FB92-B517-126DC81B7CC4}"/>
          </ac:inkMkLst>
        </pc:inkChg>
      </pc:sldChg>
      <pc:sldChg chg="addSp delSp modSp mod">
        <pc:chgData name="Esraa Mohamed" userId="32a53f8955a3383c" providerId="LiveId" clId="{F10043CA-7E0C-4C5B-B8AD-80B51C33A480}" dt="2026-08-30T07:47:50.103" v="79" actId="9405"/>
        <pc:sldMkLst>
          <pc:docMk/>
          <pc:sldMk cId="3028956902" sldId="260"/>
        </pc:sldMkLst>
        <pc:grpChg chg="del mod">
          <ac:chgData name="Esraa Mohamed" userId="32a53f8955a3383c" providerId="LiveId" clId="{F10043CA-7E0C-4C5B-B8AD-80B51C33A480}" dt="2026-08-30T07:45:56.345" v="69"/>
          <ac:grpSpMkLst>
            <pc:docMk/>
            <pc:sldMk cId="3028956902" sldId="260"/>
            <ac:grpSpMk id="16" creationId="{044EED73-7586-950C-A741-1F0CDE3AEB5A}"/>
          </ac:grpSpMkLst>
        </pc:grpChg>
        <pc:grpChg chg="mod">
          <ac:chgData name="Esraa Mohamed" userId="32a53f8955a3383c" providerId="LiveId" clId="{F10043CA-7E0C-4C5B-B8AD-80B51C33A480}" dt="2026-08-30T07:45:56.345" v="69"/>
          <ac:grpSpMkLst>
            <pc:docMk/>
            <pc:sldMk cId="3028956902" sldId="260"/>
            <ac:grpSpMk id="18" creationId="{47CF9CB6-F37C-5C27-0AD3-872554681B63}"/>
          </ac:grpSpMkLst>
        </pc:grpChg>
        <pc:inkChg chg="add">
          <ac:chgData name="Esraa Mohamed" userId="32a53f8955a3383c" providerId="LiveId" clId="{F10043CA-7E0C-4C5B-B8AD-80B51C33A480}" dt="2026-08-30T07:45:00.791" v="60" actId="9405"/>
          <ac:inkMkLst>
            <pc:docMk/>
            <pc:sldMk cId="3028956902" sldId="260"/>
            <ac:inkMk id="4" creationId="{D53E79DB-850E-64A7-47C9-38A110879DC9}"/>
          </ac:inkMkLst>
        </pc:inkChg>
        <pc:inkChg chg="add del">
          <ac:chgData name="Esraa Mohamed" userId="32a53f8955a3383c" providerId="LiveId" clId="{F10043CA-7E0C-4C5B-B8AD-80B51C33A480}" dt="2026-08-30T07:45:26.031" v="62"/>
          <ac:inkMkLst>
            <pc:docMk/>
            <pc:sldMk cId="3028956902" sldId="260"/>
            <ac:inkMk id="6" creationId="{2D9E6BB4-B9A9-33D4-D528-B2E8803828DD}"/>
          </ac:inkMkLst>
        </pc:inkChg>
        <pc:inkChg chg="add">
          <ac:chgData name="Esraa Mohamed" userId="32a53f8955a3383c" providerId="LiveId" clId="{F10043CA-7E0C-4C5B-B8AD-80B51C33A480}" dt="2026-08-30T07:45:26.031" v="62"/>
          <ac:inkMkLst>
            <pc:docMk/>
            <pc:sldMk cId="3028956902" sldId="260"/>
            <ac:inkMk id="7" creationId="{40224239-7A15-BE25-E2A1-246F6EDA2A16}"/>
          </ac:inkMkLst>
        </pc:inkChg>
        <pc:inkChg chg="add">
          <ac:chgData name="Esraa Mohamed" userId="32a53f8955a3383c" providerId="LiveId" clId="{F10043CA-7E0C-4C5B-B8AD-80B51C33A480}" dt="2026-08-30T07:45:31.871" v="63" actId="9405"/>
          <ac:inkMkLst>
            <pc:docMk/>
            <pc:sldMk cId="3028956902" sldId="260"/>
            <ac:inkMk id="9" creationId="{B6E7CEBF-39B2-94BC-EEF1-E534741F3842}"/>
          </ac:inkMkLst>
        </pc:inkChg>
        <pc:inkChg chg="add mod">
          <ac:chgData name="Esraa Mohamed" userId="32a53f8955a3383c" providerId="LiveId" clId="{F10043CA-7E0C-4C5B-B8AD-80B51C33A480}" dt="2026-08-30T07:45:56.345" v="69"/>
          <ac:inkMkLst>
            <pc:docMk/>
            <pc:sldMk cId="3028956902" sldId="260"/>
            <ac:inkMk id="13" creationId="{8C609811-6D2A-3705-B730-EFFD6C858F55}"/>
          </ac:inkMkLst>
        </pc:inkChg>
        <pc:inkChg chg="add mod">
          <ac:chgData name="Esraa Mohamed" userId="32a53f8955a3383c" providerId="LiveId" clId="{F10043CA-7E0C-4C5B-B8AD-80B51C33A480}" dt="2026-08-30T07:45:56.345" v="69"/>
          <ac:inkMkLst>
            <pc:docMk/>
            <pc:sldMk cId="3028956902" sldId="260"/>
            <ac:inkMk id="14" creationId="{0D5A7E7A-6E03-E152-52E2-628FC03F37AB}"/>
          </ac:inkMkLst>
        </pc:inkChg>
        <pc:inkChg chg="add mod">
          <ac:chgData name="Esraa Mohamed" userId="32a53f8955a3383c" providerId="LiveId" clId="{F10043CA-7E0C-4C5B-B8AD-80B51C33A480}" dt="2026-08-30T07:45:56.345" v="69"/>
          <ac:inkMkLst>
            <pc:docMk/>
            <pc:sldMk cId="3028956902" sldId="260"/>
            <ac:inkMk id="15" creationId="{E267CACB-7EA7-95DA-49D5-CDA3E1330D08}"/>
          </ac:inkMkLst>
        </pc:inkChg>
        <pc:inkChg chg="add mod">
          <ac:chgData name="Esraa Mohamed" userId="32a53f8955a3383c" providerId="LiveId" clId="{F10043CA-7E0C-4C5B-B8AD-80B51C33A480}" dt="2026-08-30T07:45:56.345" v="69"/>
          <ac:inkMkLst>
            <pc:docMk/>
            <pc:sldMk cId="3028956902" sldId="260"/>
            <ac:inkMk id="17" creationId="{FFE2964A-57FB-7543-78BA-C18A3A809EB5}"/>
          </ac:inkMkLst>
        </pc:inkChg>
        <pc:inkChg chg="add">
          <ac:chgData name="Esraa Mohamed" userId="32a53f8955a3383c" providerId="LiveId" clId="{F10043CA-7E0C-4C5B-B8AD-80B51C33A480}" dt="2026-08-30T07:46:06.526" v="70" actId="9405"/>
          <ac:inkMkLst>
            <pc:docMk/>
            <pc:sldMk cId="3028956902" sldId="260"/>
            <ac:inkMk id="19" creationId="{9F045592-D7C3-93D4-0D02-31B3DD32FFE6}"/>
          </ac:inkMkLst>
        </pc:inkChg>
        <pc:inkChg chg="add">
          <ac:chgData name="Esraa Mohamed" userId="32a53f8955a3383c" providerId="LiveId" clId="{F10043CA-7E0C-4C5B-B8AD-80B51C33A480}" dt="2026-08-30T07:47:33.911" v="71" actId="9405"/>
          <ac:inkMkLst>
            <pc:docMk/>
            <pc:sldMk cId="3028956902" sldId="260"/>
            <ac:inkMk id="20" creationId="{D393EB82-2011-3750-8FA2-97A9CA1AA7A6}"/>
          </ac:inkMkLst>
        </pc:inkChg>
        <pc:inkChg chg="add">
          <ac:chgData name="Esraa Mohamed" userId="32a53f8955a3383c" providerId="LiveId" clId="{F10043CA-7E0C-4C5B-B8AD-80B51C33A480}" dt="2026-08-30T07:47:37.142" v="72" actId="9405"/>
          <ac:inkMkLst>
            <pc:docMk/>
            <pc:sldMk cId="3028956902" sldId="260"/>
            <ac:inkMk id="24" creationId="{F2940AB3-830C-0577-F298-63DE287C5598}"/>
          </ac:inkMkLst>
        </pc:inkChg>
        <pc:inkChg chg="add del">
          <ac:chgData name="Esraa Mohamed" userId="32a53f8955a3383c" providerId="LiveId" clId="{F10043CA-7E0C-4C5B-B8AD-80B51C33A480}" dt="2026-08-30T07:47:40.755" v="74"/>
          <ac:inkMkLst>
            <pc:docMk/>
            <pc:sldMk cId="3028956902" sldId="260"/>
            <ac:inkMk id="25" creationId="{00536AA3-B53D-5B44-ED98-002A168A3FA0}"/>
          </ac:inkMkLst>
        </pc:inkChg>
        <pc:inkChg chg="add">
          <ac:chgData name="Esraa Mohamed" userId="32a53f8955a3383c" providerId="LiveId" clId="{F10043CA-7E0C-4C5B-B8AD-80B51C33A480}" dt="2026-08-30T07:47:40.755" v="74"/>
          <ac:inkMkLst>
            <pc:docMk/>
            <pc:sldMk cId="3028956902" sldId="260"/>
            <ac:inkMk id="26" creationId="{3C865562-3C5E-6058-3089-FA6998DEAC1B}"/>
          </ac:inkMkLst>
        </pc:inkChg>
        <pc:inkChg chg="add">
          <ac:chgData name="Esraa Mohamed" userId="32a53f8955a3383c" providerId="LiveId" clId="{F10043CA-7E0C-4C5B-B8AD-80B51C33A480}" dt="2026-08-30T07:47:44.889" v="75" actId="9405"/>
          <ac:inkMkLst>
            <pc:docMk/>
            <pc:sldMk cId="3028956902" sldId="260"/>
            <ac:inkMk id="27" creationId="{224C81C0-66A1-3078-57B1-51825FC53F2D}"/>
          </ac:inkMkLst>
        </pc:inkChg>
        <pc:inkChg chg="add del">
          <ac:chgData name="Esraa Mohamed" userId="32a53f8955a3383c" providerId="LiveId" clId="{F10043CA-7E0C-4C5B-B8AD-80B51C33A480}" dt="2026-08-30T07:47:47.336" v="77"/>
          <ac:inkMkLst>
            <pc:docMk/>
            <pc:sldMk cId="3028956902" sldId="260"/>
            <ac:inkMk id="28" creationId="{1CEE6AF0-244F-0EAA-1EA8-B961057D3CE1}"/>
          </ac:inkMkLst>
        </pc:inkChg>
        <pc:inkChg chg="add mod">
          <ac:chgData name="Esraa Mohamed" userId="32a53f8955a3383c" providerId="LiveId" clId="{F10043CA-7E0C-4C5B-B8AD-80B51C33A480}" dt="2026-08-30T07:47:48.215" v="78"/>
          <ac:inkMkLst>
            <pc:docMk/>
            <pc:sldMk cId="3028956902" sldId="260"/>
            <ac:inkMk id="29" creationId="{BC1F4448-AC46-FE06-40CE-F2670B255E78}"/>
          </ac:inkMkLst>
        </pc:inkChg>
        <pc:inkChg chg="add">
          <ac:chgData name="Esraa Mohamed" userId="32a53f8955a3383c" providerId="LiveId" clId="{F10043CA-7E0C-4C5B-B8AD-80B51C33A480}" dt="2026-08-30T07:47:50.103" v="79" actId="9405"/>
          <ac:inkMkLst>
            <pc:docMk/>
            <pc:sldMk cId="3028956902" sldId="260"/>
            <ac:inkMk id="30" creationId="{B18C25D9-2A17-4860-CF36-AA88B35E6E5E}"/>
          </ac:inkMkLst>
        </pc:inkChg>
      </pc:sldChg>
      <pc:sldChg chg="addSp delSp modSp mod">
        <pc:chgData name="Esraa Mohamed" userId="32a53f8955a3383c" providerId="LiveId" clId="{F10043CA-7E0C-4C5B-B8AD-80B51C33A480}" dt="2026-08-30T07:56:22.068" v="89" actId="9405"/>
        <pc:sldMkLst>
          <pc:docMk/>
          <pc:sldMk cId="4096578290" sldId="261"/>
        </pc:sldMkLst>
        <pc:grpChg chg="mod">
          <ac:chgData name="Esraa Mohamed" userId="32a53f8955a3383c" providerId="LiveId" clId="{F10043CA-7E0C-4C5B-B8AD-80B51C33A480}" dt="2026-08-30T07:56:07.744" v="82"/>
          <ac:grpSpMkLst>
            <pc:docMk/>
            <pc:sldMk cId="4096578290" sldId="261"/>
            <ac:grpSpMk id="6" creationId="{AA647896-6E39-F31F-EFBE-4F823523D024}"/>
          </ac:grpSpMkLst>
        </pc:grpChg>
        <pc:grpChg chg="mod">
          <ac:chgData name="Esraa Mohamed" userId="32a53f8955a3383c" providerId="LiveId" clId="{F10043CA-7E0C-4C5B-B8AD-80B51C33A480}" dt="2026-08-30T07:56:10.208" v="85"/>
          <ac:grpSpMkLst>
            <pc:docMk/>
            <pc:sldMk cId="4096578290" sldId="261"/>
            <ac:grpSpMk id="10" creationId="{A8573CAF-66B2-19A3-0209-D8BFC0D383E6}"/>
          </ac:grpSpMkLst>
        </pc:grpChg>
        <pc:inkChg chg="add mod">
          <ac:chgData name="Esraa Mohamed" userId="32a53f8955a3383c" providerId="LiveId" clId="{F10043CA-7E0C-4C5B-B8AD-80B51C33A480}" dt="2026-08-30T07:56:07.744" v="82"/>
          <ac:inkMkLst>
            <pc:docMk/>
            <pc:sldMk cId="4096578290" sldId="261"/>
            <ac:inkMk id="4" creationId="{7A3B01E6-BF01-6BA4-A00D-91D3A0D3994B}"/>
          </ac:inkMkLst>
        </pc:inkChg>
        <pc:inkChg chg="add mod">
          <ac:chgData name="Esraa Mohamed" userId="32a53f8955a3383c" providerId="LiveId" clId="{F10043CA-7E0C-4C5B-B8AD-80B51C33A480}" dt="2026-08-30T07:56:07.744" v="82"/>
          <ac:inkMkLst>
            <pc:docMk/>
            <pc:sldMk cId="4096578290" sldId="261"/>
            <ac:inkMk id="5" creationId="{E710FE52-31C8-5F67-935B-5F450924E677}"/>
          </ac:inkMkLst>
        </pc:inkChg>
        <pc:inkChg chg="add mod">
          <ac:chgData name="Esraa Mohamed" userId="32a53f8955a3383c" providerId="LiveId" clId="{F10043CA-7E0C-4C5B-B8AD-80B51C33A480}" dt="2026-08-30T07:56:10.208" v="85"/>
          <ac:inkMkLst>
            <pc:docMk/>
            <pc:sldMk cId="4096578290" sldId="261"/>
            <ac:inkMk id="8" creationId="{51E78F0C-C58D-507C-7BBB-4CA065B36B0C}"/>
          </ac:inkMkLst>
        </pc:inkChg>
        <pc:inkChg chg="add mod">
          <ac:chgData name="Esraa Mohamed" userId="32a53f8955a3383c" providerId="LiveId" clId="{F10043CA-7E0C-4C5B-B8AD-80B51C33A480}" dt="2026-08-30T07:56:10.208" v="85"/>
          <ac:inkMkLst>
            <pc:docMk/>
            <pc:sldMk cId="4096578290" sldId="261"/>
            <ac:inkMk id="9" creationId="{3E3C281F-48E3-4A93-2459-0124044D2B8E}"/>
          </ac:inkMkLst>
        </pc:inkChg>
        <pc:inkChg chg="add del">
          <ac:chgData name="Esraa Mohamed" userId="32a53f8955a3383c" providerId="LiveId" clId="{F10043CA-7E0C-4C5B-B8AD-80B51C33A480}" dt="2026-08-30T07:56:12.519" v="87"/>
          <ac:inkMkLst>
            <pc:docMk/>
            <pc:sldMk cId="4096578290" sldId="261"/>
            <ac:inkMk id="12" creationId="{FC7436A8-3C70-B5EB-70A6-3B10BB807C64}"/>
          </ac:inkMkLst>
        </pc:inkChg>
        <pc:inkChg chg="add">
          <ac:chgData name="Esraa Mohamed" userId="32a53f8955a3383c" providerId="LiveId" clId="{F10043CA-7E0C-4C5B-B8AD-80B51C33A480}" dt="2026-08-30T07:56:12.519" v="87"/>
          <ac:inkMkLst>
            <pc:docMk/>
            <pc:sldMk cId="4096578290" sldId="261"/>
            <ac:inkMk id="13" creationId="{E1EA69D2-A6DF-3656-BA15-26EB06F115B9}"/>
          </ac:inkMkLst>
        </pc:inkChg>
        <pc:inkChg chg="add">
          <ac:chgData name="Esraa Mohamed" userId="32a53f8955a3383c" providerId="LiveId" clId="{F10043CA-7E0C-4C5B-B8AD-80B51C33A480}" dt="2026-08-30T07:56:17.559" v="88" actId="9405"/>
          <ac:inkMkLst>
            <pc:docMk/>
            <pc:sldMk cId="4096578290" sldId="261"/>
            <ac:inkMk id="14" creationId="{2F818373-1C3B-8D18-C92B-B0458AA49648}"/>
          </ac:inkMkLst>
        </pc:inkChg>
        <pc:inkChg chg="add">
          <ac:chgData name="Esraa Mohamed" userId="32a53f8955a3383c" providerId="LiveId" clId="{F10043CA-7E0C-4C5B-B8AD-80B51C33A480}" dt="2026-08-30T07:56:22.068" v="89" actId="9405"/>
          <ac:inkMkLst>
            <pc:docMk/>
            <pc:sldMk cId="4096578290" sldId="261"/>
            <ac:inkMk id="15" creationId="{EA219035-E3FA-5FBB-BB0E-167D5BC6FD1B}"/>
          </ac:inkMkLst>
        </pc:inkChg>
      </pc:sldChg>
      <pc:sldChg chg="addSp delSp modSp mod">
        <pc:chgData name="Esraa Mohamed" userId="32a53f8955a3383c" providerId="LiveId" clId="{F10043CA-7E0C-4C5B-B8AD-80B51C33A480}" dt="2026-08-30T08:00:10.621" v="108" actId="9405"/>
        <pc:sldMkLst>
          <pc:docMk/>
          <pc:sldMk cId="1419236041" sldId="262"/>
        </pc:sldMkLst>
        <pc:grpChg chg="mod">
          <ac:chgData name="Esraa Mohamed" userId="32a53f8955a3383c" providerId="LiveId" clId="{F10043CA-7E0C-4C5B-B8AD-80B51C33A480}" dt="2026-08-30T07:56:39.148" v="93"/>
          <ac:grpSpMkLst>
            <pc:docMk/>
            <pc:sldMk cId="1419236041" sldId="262"/>
            <ac:grpSpMk id="9" creationId="{FA7BF79E-7121-13B9-81FE-654AE24D452A}"/>
          </ac:grpSpMkLst>
        </pc:grpChg>
        <pc:grpChg chg="del mod">
          <ac:chgData name="Esraa Mohamed" userId="32a53f8955a3383c" providerId="LiveId" clId="{F10043CA-7E0C-4C5B-B8AD-80B51C33A480}" dt="2026-08-30T07:56:47.984" v="100"/>
          <ac:grpSpMkLst>
            <pc:docMk/>
            <pc:sldMk cId="1419236041" sldId="262"/>
            <ac:grpSpMk id="20" creationId="{CA1C2163-855A-601F-F326-84FDD542C13A}"/>
          </ac:grpSpMkLst>
        </pc:grpChg>
        <pc:grpChg chg="mod">
          <ac:chgData name="Esraa Mohamed" userId="32a53f8955a3383c" providerId="LiveId" clId="{F10043CA-7E0C-4C5B-B8AD-80B51C33A480}" dt="2026-08-30T07:56:47.984" v="100"/>
          <ac:grpSpMkLst>
            <pc:docMk/>
            <pc:sldMk cId="1419236041" sldId="262"/>
            <ac:grpSpMk id="22" creationId="{CF118F51-8669-07EE-8BE2-DD5847DCCF30}"/>
          </ac:grpSpMkLst>
        </pc:grpChg>
        <pc:grpChg chg="mod">
          <ac:chgData name="Esraa Mohamed" userId="32a53f8955a3383c" providerId="LiveId" clId="{F10043CA-7E0C-4C5B-B8AD-80B51C33A480}" dt="2026-08-30T07:57:00.297" v="104"/>
          <ac:grpSpMkLst>
            <pc:docMk/>
            <pc:sldMk cId="1419236041" sldId="262"/>
            <ac:grpSpMk id="26" creationId="{5864FA81-A5C9-9404-D419-BEB23FFCD54C}"/>
          </ac:grpSpMkLst>
        </pc:grpChg>
        <pc:inkChg chg="add">
          <ac:chgData name="Esraa Mohamed" userId="32a53f8955a3383c" providerId="LiveId" clId="{F10043CA-7E0C-4C5B-B8AD-80B51C33A480}" dt="2026-08-30T07:56:33.649" v="90" actId="9405"/>
          <ac:inkMkLst>
            <pc:docMk/>
            <pc:sldMk cId="1419236041" sldId="262"/>
            <ac:inkMk id="4" creationId="{A5E82D64-82BF-9C52-EFAB-0711E2968D66}"/>
          </ac:inkMkLst>
        </pc:inkChg>
        <pc:inkChg chg="add mod">
          <ac:chgData name="Esraa Mohamed" userId="32a53f8955a3383c" providerId="LiveId" clId="{F10043CA-7E0C-4C5B-B8AD-80B51C33A480}" dt="2026-08-30T07:56:39.148" v="93"/>
          <ac:inkMkLst>
            <pc:docMk/>
            <pc:sldMk cId="1419236041" sldId="262"/>
            <ac:inkMk id="5" creationId="{983097B5-4DF9-DE36-E326-15E45CD00A43}"/>
          </ac:inkMkLst>
        </pc:inkChg>
        <pc:inkChg chg="add mod">
          <ac:chgData name="Esraa Mohamed" userId="32a53f8955a3383c" providerId="LiveId" clId="{F10043CA-7E0C-4C5B-B8AD-80B51C33A480}" dt="2026-08-30T07:56:39.148" v="93"/>
          <ac:inkMkLst>
            <pc:docMk/>
            <pc:sldMk cId="1419236041" sldId="262"/>
            <ac:inkMk id="6" creationId="{77ABE02B-27F7-191F-C05E-30062C73D139}"/>
          </ac:inkMkLst>
        </pc:inkChg>
        <pc:inkChg chg="add">
          <ac:chgData name="Esraa Mohamed" userId="32a53f8955a3383c" providerId="LiveId" clId="{F10043CA-7E0C-4C5B-B8AD-80B51C33A480}" dt="2026-08-30T07:56:41.103" v="94" actId="9405"/>
          <ac:inkMkLst>
            <pc:docMk/>
            <pc:sldMk cId="1419236041" sldId="262"/>
            <ac:inkMk id="14" creationId="{E5935446-DD51-CFF1-3F4E-5A88040D3ADD}"/>
          </ac:inkMkLst>
        </pc:inkChg>
        <pc:inkChg chg="add mod">
          <ac:chgData name="Esraa Mohamed" userId="32a53f8955a3383c" providerId="LiveId" clId="{F10043CA-7E0C-4C5B-B8AD-80B51C33A480}" dt="2026-08-30T07:56:47.984" v="100"/>
          <ac:inkMkLst>
            <pc:docMk/>
            <pc:sldMk cId="1419236041" sldId="262"/>
            <ac:inkMk id="16" creationId="{04D338ED-7099-A4B1-D8FA-ED3F4DF5C8D7}"/>
          </ac:inkMkLst>
        </pc:inkChg>
        <pc:inkChg chg="add mod">
          <ac:chgData name="Esraa Mohamed" userId="32a53f8955a3383c" providerId="LiveId" clId="{F10043CA-7E0C-4C5B-B8AD-80B51C33A480}" dt="2026-08-30T07:56:47.984" v="100"/>
          <ac:inkMkLst>
            <pc:docMk/>
            <pc:sldMk cId="1419236041" sldId="262"/>
            <ac:inkMk id="18" creationId="{23FCF17C-FADC-8C29-CF40-701C889944B4}"/>
          </ac:inkMkLst>
        </pc:inkChg>
        <pc:inkChg chg="add mod">
          <ac:chgData name="Esraa Mohamed" userId="32a53f8955a3383c" providerId="LiveId" clId="{F10043CA-7E0C-4C5B-B8AD-80B51C33A480}" dt="2026-08-30T07:56:47.984" v="100"/>
          <ac:inkMkLst>
            <pc:docMk/>
            <pc:sldMk cId="1419236041" sldId="262"/>
            <ac:inkMk id="19" creationId="{2F037731-2F80-9FD0-175F-D558EEF482D7}"/>
          </ac:inkMkLst>
        </pc:inkChg>
        <pc:inkChg chg="add mod">
          <ac:chgData name="Esraa Mohamed" userId="32a53f8955a3383c" providerId="LiveId" clId="{F10043CA-7E0C-4C5B-B8AD-80B51C33A480}" dt="2026-08-30T07:56:47.984" v="100"/>
          <ac:inkMkLst>
            <pc:docMk/>
            <pc:sldMk cId="1419236041" sldId="262"/>
            <ac:inkMk id="21" creationId="{5B5EF861-C1B0-9CCA-0476-4FC870A09668}"/>
          </ac:inkMkLst>
        </pc:inkChg>
        <pc:inkChg chg="add">
          <ac:chgData name="Esraa Mohamed" userId="32a53f8955a3383c" providerId="LiveId" clId="{F10043CA-7E0C-4C5B-B8AD-80B51C33A480}" dt="2026-08-30T07:56:54.891" v="101" actId="9405"/>
          <ac:inkMkLst>
            <pc:docMk/>
            <pc:sldMk cId="1419236041" sldId="262"/>
            <ac:inkMk id="23" creationId="{197E8AFB-3B3E-08E2-0539-E12FD95B860F}"/>
          </ac:inkMkLst>
        </pc:inkChg>
        <pc:inkChg chg="add mod">
          <ac:chgData name="Esraa Mohamed" userId="32a53f8955a3383c" providerId="LiveId" clId="{F10043CA-7E0C-4C5B-B8AD-80B51C33A480}" dt="2026-08-30T07:57:00.297" v="104"/>
          <ac:inkMkLst>
            <pc:docMk/>
            <pc:sldMk cId="1419236041" sldId="262"/>
            <ac:inkMk id="24" creationId="{AC7D8307-9019-B341-0003-11B75472EB6B}"/>
          </ac:inkMkLst>
        </pc:inkChg>
        <pc:inkChg chg="add mod">
          <ac:chgData name="Esraa Mohamed" userId="32a53f8955a3383c" providerId="LiveId" clId="{F10043CA-7E0C-4C5B-B8AD-80B51C33A480}" dt="2026-08-30T07:57:00.297" v="104"/>
          <ac:inkMkLst>
            <pc:docMk/>
            <pc:sldMk cId="1419236041" sldId="262"/>
            <ac:inkMk id="25" creationId="{81494ACA-D926-C75E-8DBB-7B8D608A2EE2}"/>
          </ac:inkMkLst>
        </pc:inkChg>
        <pc:inkChg chg="add">
          <ac:chgData name="Esraa Mohamed" userId="32a53f8955a3383c" providerId="LiveId" clId="{F10043CA-7E0C-4C5B-B8AD-80B51C33A480}" dt="2026-08-30T07:57:03.611" v="105" actId="9405"/>
          <ac:inkMkLst>
            <pc:docMk/>
            <pc:sldMk cId="1419236041" sldId="262"/>
            <ac:inkMk id="27" creationId="{6B83E8B8-43C7-B76B-5CB6-DB55FD8FABDD}"/>
          </ac:inkMkLst>
        </pc:inkChg>
        <pc:inkChg chg="add del">
          <ac:chgData name="Esraa Mohamed" userId="32a53f8955a3383c" providerId="LiveId" clId="{F10043CA-7E0C-4C5B-B8AD-80B51C33A480}" dt="2026-08-30T07:57:07.751" v="107"/>
          <ac:inkMkLst>
            <pc:docMk/>
            <pc:sldMk cId="1419236041" sldId="262"/>
            <ac:inkMk id="28" creationId="{283572F0-F8E0-6769-BFEB-8C823149721C}"/>
          </ac:inkMkLst>
        </pc:inkChg>
        <pc:inkChg chg="add">
          <ac:chgData name="Esraa Mohamed" userId="32a53f8955a3383c" providerId="LiveId" clId="{F10043CA-7E0C-4C5B-B8AD-80B51C33A480}" dt="2026-08-30T07:57:07.751" v="107"/>
          <ac:inkMkLst>
            <pc:docMk/>
            <pc:sldMk cId="1419236041" sldId="262"/>
            <ac:inkMk id="29" creationId="{D5467E70-8516-0CDC-4D1D-724B4EDEE101}"/>
          </ac:inkMkLst>
        </pc:inkChg>
        <pc:inkChg chg="add">
          <ac:chgData name="Esraa Mohamed" userId="32a53f8955a3383c" providerId="LiveId" clId="{F10043CA-7E0C-4C5B-B8AD-80B51C33A480}" dt="2026-08-30T08:00:10.621" v="108" actId="9405"/>
          <ac:inkMkLst>
            <pc:docMk/>
            <pc:sldMk cId="1419236041" sldId="262"/>
            <ac:inkMk id="30" creationId="{5A9D9FCE-E40C-FFFD-884F-7DFADBEBEF0F}"/>
          </ac:inkMkLst>
        </pc:inkChg>
      </pc:sldChg>
      <pc:sldChg chg="addSp delSp modSp mod">
        <pc:chgData name="Esraa Mohamed" userId="32a53f8955a3383c" providerId="LiveId" clId="{F10043CA-7E0C-4C5B-B8AD-80B51C33A480}" dt="2026-08-30T08:02:45.252" v="133"/>
        <pc:sldMkLst>
          <pc:docMk/>
          <pc:sldMk cId="357966060" sldId="263"/>
        </pc:sldMkLst>
        <pc:grpChg chg="del mod">
          <ac:chgData name="Esraa Mohamed" userId="32a53f8955a3383c" providerId="LiveId" clId="{F10043CA-7E0C-4C5B-B8AD-80B51C33A480}" dt="2026-08-30T08:01:33.644" v="117"/>
          <ac:grpSpMkLst>
            <pc:docMk/>
            <pc:sldMk cId="357966060" sldId="263"/>
            <ac:grpSpMk id="9" creationId="{AD9E7DDB-70BC-5AC4-74FB-0F9A229EF55E}"/>
          </ac:grpSpMkLst>
        </pc:grpChg>
        <pc:grpChg chg="del mod">
          <ac:chgData name="Esraa Mohamed" userId="32a53f8955a3383c" providerId="LiveId" clId="{F10043CA-7E0C-4C5B-B8AD-80B51C33A480}" dt="2026-08-30T08:01:35.570" v="119"/>
          <ac:grpSpMkLst>
            <pc:docMk/>
            <pc:sldMk cId="357966060" sldId="263"/>
            <ac:grpSpMk id="12" creationId="{8111F406-5A9A-BB41-DB4D-07B5B1110B66}"/>
          </ac:grpSpMkLst>
        </pc:grpChg>
        <pc:grpChg chg="mod">
          <ac:chgData name="Esraa Mohamed" userId="32a53f8955a3383c" providerId="LiveId" clId="{F10043CA-7E0C-4C5B-B8AD-80B51C33A480}" dt="2026-08-30T08:01:35.570" v="119"/>
          <ac:grpSpMkLst>
            <pc:docMk/>
            <pc:sldMk cId="357966060" sldId="263"/>
            <ac:grpSpMk id="14" creationId="{BEFFB79A-9E38-D136-004F-0ED423514446}"/>
          </ac:grpSpMkLst>
        </pc:grpChg>
        <pc:inkChg chg="add">
          <ac:chgData name="Esraa Mohamed" userId="32a53f8955a3383c" providerId="LiveId" clId="{F10043CA-7E0C-4C5B-B8AD-80B51C33A480}" dt="2026-08-30T08:01:13.066" v="109" actId="9405"/>
          <ac:inkMkLst>
            <pc:docMk/>
            <pc:sldMk cId="357966060" sldId="263"/>
            <ac:inkMk id="3" creationId="{28AF1401-C226-4237-DF1A-033F8D8F5272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4" creationId="{DBA1F8F6-463B-AAA3-A71A-3D75DA29D15F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5" creationId="{E8D09E11-51B7-5D52-F2A2-297D27A09A59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6" creationId="{7BA32870-D266-61CD-D1A0-6B611EA7EE27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7" creationId="{6923158D-7CC8-189E-0F62-E44BA08034B4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10" creationId="{543212CA-C200-0109-C828-D7CF296C6E75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11" creationId="{F2DCDAAF-EBD2-CF6B-E4A8-9AD253DEF733}"/>
          </ac:inkMkLst>
        </pc:inkChg>
        <pc:inkChg chg="add mod">
          <ac:chgData name="Esraa Mohamed" userId="32a53f8955a3383c" providerId="LiveId" clId="{F10043CA-7E0C-4C5B-B8AD-80B51C33A480}" dt="2026-08-30T08:01:35.570" v="119"/>
          <ac:inkMkLst>
            <pc:docMk/>
            <pc:sldMk cId="357966060" sldId="263"/>
            <ac:inkMk id="13" creationId="{49578B80-DC5F-FF21-852E-8D6CDD5B00CD}"/>
          </ac:inkMkLst>
        </pc:inkChg>
        <pc:inkChg chg="add">
          <ac:chgData name="Esraa Mohamed" userId="32a53f8955a3383c" providerId="LiveId" clId="{F10043CA-7E0C-4C5B-B8AD-80B51C33A480}" dt="2026-08-30T08:01:37.927" v="120" actId="9405"/>
          <ac:inkMkLst>
            <pc:docMk/>
            <pc:sldMk cId="357966060" sldId="263"/>
            <ac:inkMk id="15" creationId="{2D0FFC12-56A8-E315-E82F-F9DA3959CE58}"/>
          </ac:inkMkLst>
        </pc:inkChg>
        <pc:inkChg chg="add">
          <ac:chgData name="Esraa Mohamed" userId="32a53f8955a3383c" providerId="LiveId" clId="{F10043CA-7E0C-4C5B-B8AD-80B51C33A480}" dt="2026-08-30T08:01:39.966" v="121" actId="9405"/>
          <ac:inkMkLst>
            <pc:docMk/>
            <pc:sldMk cId="357966060" sldId="263"/>
            <ac:inkMk id="16" creationId="{9F369E51-C4FF-3433-B68C-7DDC7C67B94E}"/>
          </ac:inkMkLst>
        </pc:inkChg>
        <pc:inkChg chg="add">
          <ac:chgData name="Esraa Mohamed" userId="32a53f8955a3383c" providerId="LiveId" clId="{F10043CA-7E0C-4C5B-B8AD-80B51C33A480}" dt="2026-08-30T08:01:50.201" v="122" actId="9405"/>
          <ac:inkMkLst>
            <pc:docMk/>
            <pc:sldMk cId="357966060" sldId="263"/>
            <ac:inkMk id="17" creationId="{FB0DD704-D1D2-A93D-E7AB-6A8D8D973CDC}"/>
          </ac:inkMkLst>
        </pc:inkChg>
        <pc:inkChg chg="add">
          <ac:chgData name="Esraa Mohamed" userId="32a53f8955a3383c" providerId="LiveId" clId="{F10043CA-7E0C-4C5B-B8AD-80B51C33A480}" dt="2026-08-30T08:02:00.459" v="123" actId="9405"/>
          <ac:inkMkLst>
            <pc:docMk/>
            <pc:sldMk cId="357966060" sldId="263"/>
            <ac:inkMk id="19" creationId="{E19C1E6A-7EF4-E6F1-10C3-075D1EF125BB}"/>
          </ac:inkMkLst>
        </pc:inkChg>
        <pc:inkChg chg="add del">
          <ac:chgData name="Esraa Mohamed" userId="32a53f8955a3383c" providerId="LiveId" clId="{F10043CA-7E0C-4C5B-B8AD-80B51C33A480}" dt="2026-08-30T08:02:03.437" v="125"/>
          <ac:inkMkLst>
            <pc:docMk/>
            <pc:sldMk cId="357966060" sldId="263"/>
            <ac:inkMk id="24" creationId="{3FBFE418-9B1C-29BA-4B6B-5B6396A71BB9}"/>
          </ac:inkMkLst>
        </pc:inkChg>
        <pc:inkChg chg="add">
          <ac:chgData name="Esraa Mohamed" userId="32a53f8955a3383c" providerId="LiveId" clId="{F10043CA-7E0C-4C5B-B8AD-80B51C33A480}" dt="2026-08-30T08:02:03.437" v="125"/>
          <ac:inkMkLst>
            <pc:docMk/>
            <pc:sldMk cId="357966060" sldId="263"/>
            <ac:inkMk id="26" creationId="{D38CEA78-B30B-5E74-3D39-0A3D29364F6D}"/>
          </ac:inkMkLst>
        </pc:inkChg>
        <pc:inkChg chg="add">
          <ac:chgData name="Esraa Mohamed" userId="32a53f8955a3383c" providerId="LiveId" clId="{F10043CA-7E0C-4C5B-B8AD-80B51C33A480}" dt="2026-08-30T08:02:08.498" v="126" actId="9405"/>
          <ac:inkMkLst>
            <pc:docMk/>
            <pc:sldMk cId="357966060" sldId="263"/>
            <ac:inkMk id="28" creationId="{D7399460-CBAE-2288-1677-3F6676BA50C9}"/>
          </ac:inkMkLst>
        </pc:inkChg>
        <pc:inkChg chg="add">
          <ac:chgData name="Esraa Mohamed" userId="32a53f8955a3383c" providerId="LiveId" clId="{F10043CA-7E0C-4C5B-B8AD-80B51C33A480}" dt="2026-08-30T08:02:14.328" v="127" actId="9405"/>
          <ac:inkMkLst>
            <pc:docMk/>
            <pc:sldMk cId="357966060" sldId="263"/>
            <ac:inkMk id="29" creationId="{EF3BEA65-C3B8-4617-B5DC-C0CA176AEF67}"/>
          </ac:inkMkLst>
        </pc:inkChg>
        <pc:inkChg chg="add">
          <ac:chgData name="Esraa Mohamed" userId="32a53f8955a3383c" providerId="LiveId" clId="{F10043CA-7E0C-4C5B-B8AD-80B51C33A480}" dt="2026-08-30T08:02:15.990" v="128" actId="9405"/>
          <ac:inkMkLst>
            <pc:docMk/>
            <pc:sldMk cId="357966060" sldId="263"/>
            <ac:inkMk id="30" creationId="{EF34EEFE-52E7-559E-4830-ECAC3F3D9B25}"/>
          </ac:inkMkLst>
        </pc:inkChg>
        <pc:inkChg chg="add">
          <ac:chgData name="Esraa Mohamed" userId="32a53f8955a3383c" providerId="LiveId" clId="{F10043CA-7E0C-4C5B-B8AD-80B51C33A480}" dt="2026-08-30T08:02:24.459" v="129" actId="9405"/>
          <ac:inkMkLst>
            <pc:docMk/>
            <pc:sldMk cId="357966060" sldId="263"/>
            <ac:inkMk id="31" creationId="{A32DCE98-60E3-C9B3-8177-2421A92B6F9A}"/>
          </ac:inkMkLst>
        </pc:inkChg>
        <pc:inkChg chg="add del">
          <ac:chgData name="Esraa Mohamed" userId="32a53f8955a3383c" providerId="LiveId" clId="{F10043CA-7E0C-4C5B-B8AD-80B51C33A480}" dt="2026-08-30T08:02:43" v="131"/>
          <ac:inkMkLst>
            <pc:docMk/>
            <pc:sldMk cId="357966060" sldId="263"/>
            <ac:inkMk id="32" creationId="{7F61F369-13BC-9622-1D73-1364EBC04F7D}"/>
          </ac:inkMkLst>
        </pc:inkChg>
        <pc:inkChg chg="add">
          <ac:chgData name="Esraa Mohamed" userId="32a53f8955a3383c" providerId="LiveId" clId="{F10043CA-7E0C-4C5B-B8AD-80B51C33A480}" dt="2026-08-30T08:02:43" v="131"/>
          <ac:inkMkLst>
            <pc:docMk/>
            <pc:sldMk cId="357966060" sldId="263"/>
            <ac:inkMk id="33" creationId="{30A601B8-01A0-3C4D-7A0C-C0EE057E23E3}"/>
          </ac:inkMkLst>
        </pc:inkChg>
        <pc:inkChg chg="add del">
          <ac:chgData name="Esraa Mohamed" userId="32a53f8955a3383c" providerId="LiveId" clId="{F10043CA-7E0C-4C5B-B8AD-80B51C33A480}" dt="2026-08-30T08:02:45.252" v="133"/>
          <ac:inkMkLst>
            <pc:docMk/>
            <pc:sldMk cId="357966060" sldId="263"/>
            <ac:inkMk id="34" creationId="{CDE40C90-9BD1-292F-9D77-B034BBB3D27A}"/>
          </ac:inkMkLst>
        </pc:inkChg>
        <pc:inkChg chg="add">
          <ac:chgData name="Esraa Mohamed" userId="32a53f8955a3383c" providerId="LiveId" clId="{F10043CA-7E0C-4C5B-B8AD-80B51C33A480}" dt="2026-08-30T08:02:45.252" v="133"/>
          <ac:inkMkLst>
            <pc:docMk/>
            <pc:sldMk cId="357966060" sldId="263"/>
            <ac:inkMk id="35" creationId="{28380D87-DE32-B2D8-9CFC-C0BD5F4D4B14}"/>
          </ac:inkMkLst>
        </pc:inkChg>
      </pc:sldChg>
      <pc:sldChg chg="addSp delSp modSp mod">
        <pc:chgData name="Esraa Mohamed" userId="32a53f8955a3383c" providerId="LiveId" clId="{F10043CA-7E0C-4C5B-B8AD-80B51C33A480}" dt="2026-08-30T08:18:34.202" v="151"/>
        <pc:sldMkLst>
          <pc:docMk/>
          <pc:sldMk cId="1187498699" sldId="264"/>
        </pc:sldMkLst>
        <pc:grpChg chg="mod">
          <ac:chgData name="Esraa Mohamed" userId="32a53f8955a3383c" providerId="LiveId" clId="{F10043CA-7E0C-4C5B-B8AD-80B51C33A480}" dt="2026-08-30T08:17:53.049" v="137"/>
          <ac:grpSpMkLst>
            <pc:docMk/>
            <pc:sldMk cId="1187498699" sldId="264"/>
            <ac:grpSpMk id="7" creationId="{D9B7A6D9-81F3-D9F0-1CB4-14C6B0B38CA0}"/>
          </ac:grpSpMkLst>
        </pc:grpChg>
        <pc:grpChg chg="del mod">
          <ac:chgData name="Esraa Mohamed" userId="32a53f8955a3383c" providerId="LiveId" clId="{F10043CA-7E0C-4C5B-B8AD-80B51C33A480}" dt="2026-08-30T08:18:05.191" v="143"/>
          <ac:grpSpMkLst>
            <pc:docMk/>
            <pc:sldMk cId="1187498699" sldId="264"/>
            <ac:grpSpMk id="11" creationId="{CFB8FFAD-1FC2-3312-2ACB-5128948124CA}"/>
          </ac:grpSpMkLst>
        </pc:grpChg>
        <pc:grpChg chg="mod">
          <ac:chgData name="Esraa Mohamed" userId="32a53f8955a3383c" providerId="LiveId" clId="{F10043CA-7E0C-4C5B-B8AD-80B51C33A480}" dt="2026-08-30T08:18:05.191" v="143"/>
          <ac:grpSpMkLst>
            <pc:docMk/>
            <pc:sldMk cId="1187498699" sldId="264"/>
            <ac:grpSpMk id="17" creationId="{864E3519-0E08-4B4D-CE30-F77FF9163A55}"/>
          </ac:grpSpMkLst>
        </pc:grpChg>
        <pc:grpChg chg="mod">
          <ac:chgData name="Esraa Mohamed" userId="32a53f8955a3383c" providerId="LiveId" clId="{F10043CA-7E0C-4C5B-B8AD-80B51C33A480}" dt="2026-08-30T08:18:22.674" v="148"/>
          <ac:grpSpMkLst>
            <pc:docMk/>
            <pc:sldMk cId="1187498699" sldId="264"/>
            <ac:grpSpMk id="22" creationId="{9B4A1D80-13FC-EFA1-07BC-F9FFB93A3326}"/>
          </ac:grpSpMkLst>
        </pc:grpChg>
        <pc:inkChg chg="add">
          <ac:chgData name="Esraa Mohamed" userId="32a53f8955a3383c" providerId="LiveId" clId="{F10043CA-7E0C-4C5B-B8AD-80B51C33A480}" dt="2026-08-30T08:17:36.459" v="134" actId="9405"/>
          <ac:inkMkLst>
            <pc:docMk/>
            <pc:sldMk cId="1187498699" sldId="264"/>
            <ac:inkMk id="3" creationId="{43473AAC-2A9F-605D-4E7C-810B6F9DDC5E}"/>
          </ac:inkMkLst>
        </pc:inkChg>
        <pc:inkChg chg="add mod">
          <ac:chgData name="Esraa Mohamed" userId="32a53f8955a3383c" providerId="LiveId" clId="{F10043CA-7E0C-4C5B-B8AD-80B51C33A480}" dt="2026-08-30T08:17:53.049" v="137"/>
          <ac:inkMkLst>
            <pc:docMk/>
            <pc:sldMk cId="1187498699" sldId="264"/>
            <ac:inkMk id="4" creationId="{63D3D8E5-C35B-B706-492D-07373029E349}"/>
          </ac:inkMkLst>
        </pc:inkChg>
        <pc:inkChg chg="add mod">
          <ac:chgData name="Esraa Mohamed" userId="32a53f8955a3383c" providerId="LiveId" clId="{F10043CA-7E0C-4C5B-B8AD-80B51C33A480}" dt="2026-08-30T08:17:53.049" v="137"/>
          <ac:inkMkLst>
            <pc:docMk/>
            <pc:sldMk cId="1187498699" sldId="264"/>
            <ac:inkMk id="6" creationId="{D8FDF45D-3394-F4C1-A2F6-8CB5F534D120}"/>
          </ac:inkMkLst>
        </pc:inkChg>
        <pc:inkChg chg="add mod">
          <ac:chgData name="Esraa Mohamed" userId="32a53f8955a3383c" providerId="LiveId" clId="{F10043CA-7E0C-4C5B-B8AD-80B51C33A480}" dt="2026-08-30T08:18:05.191" v="143"/>
          <ac:inkMkLst>
            <pc:docMk/>
            <pc:sldMk cId="1187498699" sldId="264"/>
            <ac:inkMk id="8" creationId="{2C015E4D-C0A1-C6B4-8CA4-7ACB42AB4286}"/>
          </ac:inkMkLst>
        </pc:inkChg>
        <pc:inkChg chg="add mod">
          <ac:chgData name="Esraa Mohamed" userId="32a53f8955a3383c" providerId="LiveId" clId="{F10043CA-7E0C-4C5B-B8AD-80B51C33A480}" dt="2026-08-30T08:18:05.191" v="143"/>
          <ac:inkMkLst>
            <pc:docMk/>
            <pc:sldMk cId="1187498699" sldId="264"/>
            <ac:inkMk id="9" creationId="{FC3EE2A5-5A87-95F7-8378-760EDF5AE34B}"/>
          </ac:inkMkLst>
        </pc:inkChg>
        <pc:inkChg chg="add mod">
          <ac:chgData name="Esraa Mohamed" userId="32a53f8955a3383c" providerId="LiveId" clId="{F10043CA-7E0C-4C5B-B8AD-80B51C33A480}" dt="2026-08-30T08:18:05.191" v="143"/>
          <ac:inkMkLst>
            <pc:docMk/>
            <pc:sldMk cId="1187498699" sldId="264"/>
            <ac:inkMk id="13" creationId="{B7FC8599-E9C4-4B25-666B-539DE3772BA1}"/>
          </ac:inkMkLst>
        </pc:inkChg>
        <pc:inkChg chg="add mod">
          <ac:chgData name="Esraa Mohamed" userId="32a53f8955a3383c" providerId="LiveId" clId="{F10043CA-7E0C-4C5B-B8AD-80B51C33A480}" dt="2026-08-30T08:18:05.191" v="143"/>
          <ac:inkMkLst>
            <pc:docMk/>
            <pc:sldMk cId="1187498699" sldId="264"/>
            <ac:inkMk id="15" creationId="{08B55A9F-9373-9A14-CD3B-3F697DF204B2}"/>
          </ac:inkMkLst>
        </pc:inkChg>
        <pc:inkChg chg="add">
          <ac:chgData name="Esraa Mohamed" userId="32a53f8955a3383c" providerId="LiveId" clId="{F10043CA-7E0C-4C5B-B8AD-80B51C33A480}" dt="2026-08-30T08:18:08.724" v="144" actId="9405"/>
          <ac:inkMkLst>
            <pc:docMk/>
            <pc:sldMk cId="1187498699" sldId="264"/>
            <ac:inkMk id="18" creationId="{07627B86-0FDB-AA82-3E99-34F527A5C98B}"/>
          </ac:inkMkLst>
        </pc:inkChg>
        <pc:inkChg chg="add">
          <ac:chgData name="Esraa Mohamed" userId="32a53f8955a3383c" providerId="LiveId" clId="{F10043CA-7E0C-4C5B-B8AD-80B51C33A480}" dt="2026-08-30T08:18:16.597" v="145" actId="9405"/>
          <ac:inkMkLst>
            <pc:docMk/>
            <pc:sldMk cId="1187498699" sldId="264"/>
            <ac:inkMk id="19" creationId="{A1320E71-4188-B4D6-1B1D-825A9ADF22B2}"/>
          </ac:inkMkLst>
        </pc:inkChg>
        <pc:inkChg chg="add mod">
          <ac:chgData name="Esraa Mohamed" userId="32a53f8955a3383c" providerId="LiveId" clId="{F10043CA-7E0C-4C5B-B8AD-80B51C33A480}" dt="2026-08-30T08:18:22.674" v="148"/>
          <ac:inkMkLst>
            <pc:docMk/>
            <pc:sldMk cId="1187498699" sldId="264"/>
            <ac:inkMk id="20" creationId="{4E0C3A5E-BD1D-20F1-D012-FFA2E134CE76}"/>
          </ac:inkMkLst>
        </pc:inkChg>
        <pc:inkChg chg="add mod">
          <ac:chgData name="Esraa Mohamed" userId="32a53f8955a3383c" providerId="LiveId" clId="{F10043CA-7E0C-4C5B-B8AD-80B51C33A480}" dt="2026-08-30T08:18:22.674" v="148"/>
          <ac:inkMkLst>
            <pc:docMk/>
            <pc:sldMk cId="1187498699" sldId="264"/>
            <ac:inkMk id="21" creationId="{5D48F79F-19C1-3802-C7FB-089CD99EDD22}"/>
          </ac:inkMkLst>
        </pc:inkChg>
        <pc:inkChg chg="add">
          <ac:chgData name="Esraa Mohamed" userId="32a53f8955a3383c" providerId="LiveId" clId="{F10043CA-7E0C-4C5B-B8AD-80B51C33A480}" dt="2026-08-30T08:18:30.124" v="149" actId="9405"/>
          <ac:inkMkLst>
            <pc:docMk/>
            <pc:sldMk cId="1187498699" sldId="264"/>
            <ac:inkMk id="23" creationId="{75DAE170-0CEA-002B-69CE-F3AEEA2BD467}"/>
          </ac:inkMkLst>
        </pc:inkChg>
        <pc:inkChg chg="add del">
          <ac:chgData name="Esraa Mohamed" userId="32a53f8955a3383c" providerId="LiveId" clId="{F10043CA-7E0C-4C5B-B8AD-80B51C33A480}" dt="2026-08-30T08:18:34.202" v="151"/>
          <ac:inkMkLst>
            <pc:docMk/>
            <pc:sldMk cId="1187498699" sldId="264"/>
            <ac:inkMk id="24" creationId="{274C91B6-79CA-358A-6DF4-1C6E42FAB7A5}"/>
          </ac:inkMkLst>
        </pc:inkChg>
        <pc:inkChg chg="add">
          <ac:chgData name="Esraa Mohamed" userId="32a53f8955a3383c" providerId="LiveId" clId="{F10043CA-7E0C-4C5B-B8AD-80B51C33A480}" dt="2026-08-30T08:18:34.202" v="151"/>
          <ac:inkMkLst>
            <pc:docMk/>
            <pc:sldMk cId="1187498699" sldId="264"/>
            <ac:inkMk id="25" creationId="{064EA735-967F-6B36-DF93-5AEE26B2C38D}"/>
          </ac:inkMkLst>
        </pc:inkChg>
      </pc:sldChg>
      <pc:sldChg chg="addSp delSp modSp mod">
        <pc:chgData name="Esraa Mohamed" userId="32a53f8955a3383c" providerId="LiveId" clId="{F10043CA-7E0C-4C5B-B8AD-80B51C33A480}" dt="2026-08-30T08:25:15.914" v="176"/>
        <pc:sldMkLst>
          <pc:docMk/>
          <pc:sldMk cId="2753964595" sldId="265"/>
        </pc:sldMkLst>
        <pc:inkChg chg="add del">
          <ac:chgData name="Esraa Mohamed" userId="32a53f8955a3383c" providerId="LiveId" clId="{F10043CA-7E0C-4C5B-B8AD-80B51C33A480}" dt="2026-08-30T08:23:17.787" v="153"/>
          <ac:inkMkLst>
            <pc:docMk/>
            <pc:sldMk cId="2753964595" sldId="265"/>
            <ac:inkMk id="4" creationId="{0745AF6E-CED8-1B9E-2424-223742424E7F}"/>
          </ac:inkMkLst>
        </pc:inkChg>
        <pc:inkChg chg="add">
          <ac:chgData name="Esraa Mohamed" userId="32a53f8955a3383c" providerId="LiveId" clId="{F10043CA-7E0C-4C5B-B8AD-80B51C33A480}" dt="2026-08-30T08:23:17.787" v="153"/>
          <ac:inkMkLst>
            <pc:docMk/>
            <pc:sldMk cId="2753964595" sldId="265"/>
            <ac:inkMk id="6" creationId="{02CC4BED-41E6-5415-B24E-1C7506A40E0B}"/>
          </ac:inkMkLst>
        </pc:inkChg>
        <pc:inkChg chg="add del">
          <ac:chgData name="Esraa Mohamed" userId="32a53f8955a3383c" providerId="LiveId" clId="{F10043CA-7E0C-4C5B-B8AD-80B51C33A480}" dt="2026-08-30T08:23:21.557" v="155"/>
          <ac:inkMkLst>
            <pc:docMk/>
            <pc:sldMk cId="2753964595" sldId="265"/>
            <ac:inkMk id="7" creationId="{355AFAEC-B824-68F8-17C4-4177C9C00CB0}"/>
          </ac:inkMkLst>
        </pc:inkChg>
        <pc:inkChg chg="add">
          <ac:chgData name="Esraa Mohamed" userId="32a53f8955a3383c" providerId="LiveId" clId="{F10043CA-7E0C-4C5B-B8AD-80B51C33A480}" dt="2026-08-30T08:23:21.557" v="155"/>
          <ac:inkMkLst>
            <pc:docMk/>
            <pc:sldMk cId="2753964595" sldId="265"/>
            <ac:inkMk id="8" creationId="{CAC76344-32C2-A6CC-54DD-B728AEC0ECC0}"/>
          </ac:inkMkLst>
        </pc:inkChg>
        <pc:inkChg chg="add">
          <ac:chgData name="Esraa Mohamed" userId="32a53f8955a3383c" providerId="LiveId" clId="{F10043CA-7E0C-4C5B-B8AD-80B51C33A480}" dt="2026-08-30T08:23:37.698" v="156" actId="9405"/>
          <ac:inkMkLst>
            <pc:docMk/>
            <pc:sldMk cId="2753964595" sldId="265"/>
            <ac:inkMk id="9" creationId="{984C8A47-4373-8644-37D6-67A2E56C171B}"/>
          </ac:inkMkLst>
        </pc:inkChg>
        <pc:inkChg chg="add del">
          <ac:chgData name="Esraa Mohamed" userId="32a53f8955a3383c" providerId="LiveId" clId="{F10043CA-7E0C-4C5B-B8AD-80B51C33A480}" dt="2026-08-30T08:23:47.189" v="158"/>
          <ac:inkMkLst>
            <pc:docMk/>
            <pc:sldMk cId="2753964595" sldId="265"/>
            <ac:inkMk id="10" creationId="{F0962CEA-874F-762C-2764-24145556D898}"/>
          </ac:inkMkLst>
        </pc:inkChg>
        <pc:inkChg chg="add">
          <ac:chgData name="Esraa Mohamed" userId="32a53f8955a3383c" providerId="LiveId" clId="{F10043CA-7E0C-4C5B-B8AD-80B51C33A480}" dt="2026-08-30T08:23:47.189" v="158"/>
          <ac:inkMkLst>
            <pc:docMk/>
            <pc:sldMk cId="2753964595" sldId="265"/>
            <ac:inkMk id="11" creationId="{07C8A391-67F9-6A5E-E6BC-64492585FCD8}"/>
          </ac:inkMkLst>
        </pc:inkChg>
        <pc:inkChg chg="add">
          <ac:chgData name="Esraa Mohamed" userId="32a53f8955a3383c" providerId="LiveId" clId="{F10043CA-7E0C-4C5B-B8AD-80B51C33A480}" dt="2026-08-30T08:23:52.470" v="159" actId="9405"/>
          <ac:inkMkLst>
            <pc:docMk/>
            <pc:sldMk cId="2753964595" sldId="265"/>
            <ac:inkMk id="12" creationId="{BB130AF1-6E4F-ACFA-289F-1BE121DC7CBF}"/>
          </ac:inkMkLst>
        </pc:inkChg>
        <pc:inkChg chg="add del">
          <ac:chgData name="Esraa Mohamed" userId="32a53f8955a3383c" providerId="LiveId" clId="{F10043CA-7E0C-4C5B-B8AD-80B51C33A480}" dt="2026-08-30T08:24:03.433" v="161"/>
          <ac:inkMkLst>
            <pc:docMk/>
            <pc:sldMk cId="2753964595" sldId="265"/>
            <ac:inkMk id="13" creationId="{40C73BA9-8003-77E4-C804-DD70E3DD09B4}"/>
          </ac:inkMkLst>
        </pc:inkChg>
        <pc:inkChg chg="add mod">
          <ac:chgData name="Esraa Mohamed" userId="32a53f8955a3383c" providerId="LiveId" clId="{F10043CA-7E0C-4C5B-B8AD-80B51C33A480}" dt="2026-08-30T08:24:05.181" v="162"/>
          <ac:inkMkLst>
            <pc:docMk/>
            <pc:sldMk cId="2753964595" sldId="265"/>
            <ac:inkMk id="14" creationId="{17098DC4-5190-7B04-2F01-53D5D049B9A8}"/>
          </ac:inkMkLst>
        </pc:inkChg>
        <pc:inkChg chg="add">
          <ac:chgData name="Esraa Mohamed" userId="32a53f8955a3383c" providerId="LiveId" clId="{F10043CA-7E0C-4C5B-B8AD-80B51C33A480}" dt="2026-08-30T08:24:06.738" v="163" actId="9405"/>
          <ac:inkMkLst>
            <pc:docMk/>
            <pc:sldMk cId="2753964595" sldId="265"/>
            <ac:inkMk id="15" creationId="{CA69695D-0808-116E-140D-61DE970D6A24}"/>
          </ac:inkMkLst>
        </pc:inkChg>
        <pc:inkChg chg="add">
          <ac:chgData name="Esraa Mohamed" userId="32a53f8955a3383c" providerId="LiveId" clId="{F10043CA-7E0C-4C5B-B8AD-80B51C33A480}" dt="2026-08-30T08:24:13.203" v="164" actId="9405"/>
          <ac:inkMkLst>
            <pc:docMk/>
            <pc:sldMk cId="2753964595" sldId="265"/>
            <ac:inkMk id="16" creationId="{6E03718D-3FF3-E93A-A99A-D56972C2934B}"/>
          </ac:inkMkLst>
        </pc:inkChg>
        <pc:inkChg chg="add del">
          <ac:chgData name="Esraa Mohamed" userId="32a53f8955a3383c" providerId="LiveId" clId="{F10043CA-7E0C-4C5B-B8AD-80B51C33A480}" dt="2026-08-30T08:24:15.748" v="166"/>
          <ac:inkMkLst>
            <pc:docMk/>
            <pc:sldMk cId="2753964595" sldId="265"/>
            <ac:inkMk id="17" creationId="{3BCA3CFE-E5C6-5A06-C48B-21103A37B2EC}"/>
          </ac:inkMkLst>
        </pc:inkChg>
        <pc:inkChg chg="add">
          <ac:chgData name="Esraa Mohamed" userId="32a53f8955a3383c" providerId="LiveId" clId="{F10043CA-7E0C-4C5B-B8AD-80B51C33A480}" dt="2026-08-30T08:24:15.748" v="166"/>
          <ac:inkMkLst>
            <pc:docMk/>
            <pc:sldMk cId="2753964595" sldId="265"/>
            <ac:inkMk id="18" creationId="{E4A259F9-3CFD-6FDE-95A3-6978C1807E78}"/>
          </ac:inkMkLst>
        </pc:inkChg>
        <pc:inkChg chg="add">
          <ac:chgData name="Esraa Mohamed" userId="32a53f8955a3383c" providerId="LiveId" clId="{F10043CA-7E0C-4C5B-B8AD-80B51C33A480}" dt="2026-08-30T08:24:30.521" v="167" actId="9405"/>
          <ac:inkMkLst>
            <pc:docMk/>
            <pc:sldMk cId="2753964595" sldId="265"/>
            <ac:inkMk id="19" creationId="{7CAA65EE-A01C-9E01-8B9A-162A71999B76}"/>
          </ac:inkMkLst>
        </pc:inkChg>
        <pc:inkChg chg="add">
          <ac:chgData name="Esraa Mohamed" userId="32a53f8955a3383c" providerId="LiveId" clId="{F10043CA-7E0C-4C5B-B8AD-80B51C33A480}" dt="2026-08-30T08:24:36.916" v="168" actId="9405"/>
          <ac:inkMkLst>
            <pc:docMk/>
            <pc:sldMk cId="2753964595" sldId="265"/>
            <ac:inkMk id="24" creationId="{5C59C51F-89FE-1CA9-33C8-C1C2D66F0F6E}"/>
          </ac:inkMkLst>
        </pc:inkChg>
        <pc:inkChg chg="add del">
          <ac:chgData name="Esraa Mohamed" userId="32a53f8955a3383c" providerId="LiveId" clId="{F10043CA-7E0C-4C5B-B8AD-80B51C33A480}" dt="2026-08-30T08:24:48.385" v="170"/>
          <ac:inkMkLst>
            <pc:docMk/>
            <pc:sldMk cId="2753964595" sldId="265"/>
            <ac:inkMk id="25" creationId="{ABE09C25-3708-9555-D359-84D4001558FB}"/>
          </ac:inkMkLst>
        </pc:inkChg>
        <pc:inkChg chg="add">
          <ac:chgData name="Esraa Mohamed" userId="32a53f8955a3383c" providerId="LiveId" clId="{F10043CA-7E0C-4C5B-B8AD-80B51C33A480}" dt="2026-08-30T08:24:48.385" v="170"/>
          <ac:inkMkLst>
            <pc:docMk/>
            <pc:sldMk cId="2753964595" sldId="265"/>
            <ac:inkMk id="26" creationId="{DCC02566-ACEA-5819-94A8-C8EB0F954A8E}"/>
          </ac:inkMkLst>
        </pc:inkChg>
        <pc:inkChg chg="add">
          <ac:chgData name="Esraa Mohamed" userId="32a53f8955a3383c" providerId="LiveId" clId="{F10043CA-7E0C-4C5B-B8AD-80B51C33A480}" dt="2026-08-30T08:24:56.852" v="171" actId="9405"/>
          <ac:inkMkLst>
            <pc:docMk/>
            <pc:sldMk cId="2753964595" sldId="265"/>
            <ac:inkMk id="27" creationId="{6575F9DB-41ED-A057-B8E8-2BE105F2F407}"/>
          </ac:inkMkLst>
        </pc:inkChg>
        <pc:inkChg chg="add del">
          <ac:chgData name="Esraa Mohamed" userId="32a53f8955a3383c" providerId="LiveId" clId="{F10043CA-7E0C-4C5B-B8AD-80B51C33A480}" dt="2026-08-30T08:25:00.456" v="173"/>
          <ac:inkMkLst>
            <pc:docMk/>
            <pc:sldMk cId="2753964595" sldId="265"/>
            <ac:inkMk id="28" creationId="{5D590E5C-6DA1-45FA-9D39-FAB3D0C4E2A0}"/>
          </ac:inkMkLst>
        </pc:inkChg>
        <pc:inkChg chg="add">
          <ac:chgData name="Esraa Mohamed" userId="32a53f8955a3383c" providerId="LiveId" clId="{F10043CA-7E0C-4C5B-B8AD-80B51C33A480}" dt="2026-08-30T08:25:00.456" v="173"/>
          <ac:inkMkLst>
            <pc:docMk/>
            <pc:sldMk cId="2753964595" sldId="265"/>
            <ac:inkMk id="29" creationId="{9ADB2471-CCDD-4C22-D4BC-23E3E7D94E1A}"/>
          </ac:inkMkLst>
        </pc:inkChg>
        <pc:inkChg chg="add">
          <ac:chgData name="Esraa Mohamed" userId="32a53f8955a3383c" providerId="LiveId" clId="{F10043CA-7E0C-4C5B-B8AD-80B51C33A480}" dt="2026-08-30T08:25:13.018" v="174" actId="9405"/>
          <ac:inkMkLst>
            <pc:docMk/>
            <pc:sldMk cId="2753964595" sldId="265"/>
            <ac:inkMk id="30" creationId="{1B0A5F2F-E5FD-CAD1-A1FD-B0874A035493}"/>
          </ac:inkMkLst>
        </pc:inkChg>
        <pc:inkChg chg="add del">
          <ac:chgData name="Esraa Mohamed" userId="32a53f8955a3383c" providerId="LiveId" clId="{F10043CA-7E0C-4C5B-B8AD-80B51C33A480}" dt="2026-08-30T08:25:15.914" v="176"/>
          <ac:inkMkLst>
            <pc:docMk/>
            <pc:sldMk cId="2753964595" sldId="265"/>
            <ac:inkMk id="31" creationId="{CE2AB8BE-1A1F-AE75-8F9B-44D7AC346E63}"/>
          </ac:inkMkLst>
        </pc:inkChg>
        <pc:inkChg chg="add">
          <ac:chgData name="Esraa Mohamed" userId="32a53f8955a3383c" providerId="LiveId" clId="{F10043CA-7E0C-4C5B-B8AD-80B51C33A480}" dt="2026-08-30T08:25:15.914" v="176"/>
          <ac:inkMkLst>
            <pc:docMk/>
            <pc:sldMk cId="2753964595" sldId="265"/>
            <ac:inkMk id="32" creationId="{66CF149C-F7F9-1606-D8B9-E20F3A1B869C}"/>
          </ac:inkMkLst>
        </pc:inkChg>
      </pc:sldChg>
      <pc:sldChg chg="addSp delSp modSp mod">
        <pc:chgData name="Esraa Mohamed" userId="32a53f8955a3383c" providerId="LiveId" clId="{F10043CA-7E0C-4C5B-B8AD-80B51C33A480}" dt="2026-08-30T08:35:46.006" v="223" actId="9405"/>
        <pc:sldMkLst>
          <pc:docMk/>
          <pc:sldMk cId="1190213182" sldId="266"/>
        </pc:sldMkLst>
        <pc:grpChg chg="del mod">
          <ac:chgData name="Esraa Mohamed" userId="32a53f8955a3383c" providerId="LiveId" clId="{F10043CA-7E0C-4C5B-B8AD-80B51C33A480}" dt="2026-08-30T08:34:14.306" v="212"/>
          <ac:grpSpMkLst>
            <pc:docMk/>
            <pc:sldMk cId="1190213182" sldId="266"/>
            <ac:grpSpMk id="32" creationId="{1A5F1004-031C-B8CB-299C-E4306BB5E603}"/>
          </ac:grpSpMkLst>
        </pc:grpChg>
        <pc:grpChg chg="mod">
          <ac:chgData name="Esraa Mohamed" userId="32a53f8955a3383c" providerId="LiveId" clId="{F10043CA-7E0C-4C5B-B8AD-80B51C33A480}" dt="2026-08-30T08:34:14.306" v="212"/>
          <ac:grpSpMkLst>
            <pc:docMk/>
            <pc:sldMk cId="1190213182" sldId="266"/>
            <ac:grpSpMk id="38" creationId="{255A6312-5E2B-500C-C352-F15D934F3F75}"/>
          </ac:grpSpMkLst>
        </pc:grpChg>
        <pc:inkChg chg="add">
          <ac:chgData name="Esraa Mohamed" userId="32a53f8955a3383c" providerId="LiveId" clId="{F10043CA-7E0C-4C5B-B8AD-80B51C33A480}" dt="2026-08-30T08:32:01.024" v="177" actId="9405"/>
          <ac:inkMkLst>
            <pc:docMk/>
            <pc:sldMk cId="1190213182" sldId="266"/>
            <ac:inkMk id="4" creationId="{6A66E5EF-F83E-5C0D-A73D-999B816D8244}"/>
          </ac:inkMkLst>
        </pc:inkChg>
        <pc:inkChg chg="add del">
          <ac:chgData name="Esraa Mohamed" userId="32a53f8955a3383c" providerId="LiveId" clId="{F10043CA-7E0C-4C5B-B8AD-80B51C33A480}" dt="2026-08-30T08:32:13.183" v="179"/>
          <ac:inkMkLst>
            <pc:docMk/>
            <pc:sldMk cId="1190213182" sldId="266"/>
            <ac:inkMk id="6" creationId="{21160377-2C6B-129D-4417-6DF2F9F6EA0E}"/>
          </ac:inkMkLst>
        </pc:inkChg>
        <pc:inkChg chg="add">
          <ac:chgData name="Esraa Mohamed" userId="32a53f8955a3383c" providerId="LiveId" clId="{F10043CA-7E0C-4C5B-B8AD-80B51C33A480}" dt="2026-08-30T08:32:13.183" v="179"/>
          <ac:inkMkLst>
            <pc:docMk/>
            <pc:sldMk cId="1190213182" sldId="266"/>
            <ac:inkMk id="7" creationId="{B7C1FA61-6BA3-7B7B-9014-DD2F43808706}"/>
          </ac:inkMkLst>
        </pc:inkChg>
        <pc:inkChg chg="add del">
          <ac:chgData name="Esraa Mohamed" userId="32a53f8955a3383c" providerId="LiveId" clId="{F10043CA-7E0C-4C5B-B8AD-80B51C33A480}" dt="2026-08-30T08:32:18.610" v="181"/>
          <ac:inkMkLst>
            <pc:docMk/>
            <pc:sldMk cId="1190213182" sldId="266"/>
            <ac:inkMk id="8" creationId="{6C5D34E1-3AE8-6F96-A7EE-62F2DDA76AFE}"/>
          </ac:inkMkLst>
        </pc:inkChg>
        <pc:inkChg chg="add mod">
          <ac:chgData name="Esraa Mohamed" userId="32a53f8955a3383c" providerId="LiveId" clId="{F10043CA-7E0C-4C5B-B8AD-80B51C33A480}" dt="2026-08-30T08:32:19.087" v="182"/>
          <ac:inkMkLst>
            <pc:docMk/>
            <pc:sldMk cId="1190213182" sldId="266"/>
            <ac:inkMk id="9" creationId="{53FA0CA3-1D2E-689B-097B-3E9A59A9ED93}"/>
          </ac:inkMkLst>
        </pc:inkChg>
        <pc:inkChg chg="add del">
          <ac:chgData name="Esraa Mohamed" userId="32a53f8955a3383c" providerId="LiveId" clId="{F10043CA-7E0C-4C5B-B8AD-80B51C33A480}" dt="2026-08-30T08:32:25.867" v="184"/>
          <ac:inkMkLst>
            <pc:docMk/>
            <pc:sldMk cId="1190213182" sldId="266"/>
            <ac:inkMk id="11" creationId="{D0B4256C-D398-3B6E-8FF8-3F76CED30288}"/>
          </ac:inkMkLst>
        </pc:inkChg>
        <pc:inkChg chg="add mod">
          <ac:chgData name="Esraa Mohamed" userId="32a53f8955a3383c" providerId="LiveId" clId="{F10043CA-7E0C-4C5B-B8AD-80B51C33A480}" dt="2026-08-30T08:32:27.503" v="185"/>
          <ac:inkMkLst>
            <pc:docMk/>
            <pc:sldMk cId="1190213182" sldId="266"/>
            <ac:inkMk id="12" creationId="{6219D477-DBAB-9C7C-8AFC-1C5091DBEA64}"/>
          </ac:inkMkLst>
        </pc:inkChg>
        <pc:inkChg chg="add del">
          <ac:chgData name="Esraa Mohamed" userId="32a53f8955a3383c" providerId="LiveId" clId="{F10043CA-7E0C-4C5B-B8AD-80B51C33A480}" dt="2026-08-30T08:32:31.701" v="187"/>
          <ac:inkMkLst>
            <pc:docMk/>
            <pc:sldMk cId="1190213182" sldId="266"/>
            <ac:inkMk id="13" creationId="{8AEC843E-CD34-CF4B-5F1E-ADB9FC5ECB17}"/>
          </ac:inkMkLst>
        </pc:inkChg>
        <pc:inkChg chg="add mod">
          <ac:chgData name="Esraa Mohamed" userId="32a53f8955a3383c" providerId="LiveId" clId="{F10043CA-7E0C-4C5B-B8AD-80B51C33A480}" dt="2026-08-30T08:32:32.496" v="188"/>
          <ac:inkMkLst>
            <pc:docMk/>
            <pc:sldMk cId="1190213182" sldId="266"/>
            <ac:inkMk id="14" creationId="{D3D13B4E-66B6-B6D3-4EEF-BB9004EDA1F6}"/>
          </ac:inkMkLst>
        </pc:inkChg>
        <pc:inkChg chg="add">
          <ac:chgData name="Esraa Mohamed" userId="32a53f8955a3383c" providerId="LiveId" clId="{F10043CA-7E0C-4C5B-B8AD-80B51C33A480}" dt="2026-08-30T08:32:35.454" v="189" actId="9405"/>
          <ac:inkMkLst>
            <pc:docMk/>
            <pc:sldMk cId="1190213182" sldId="266"/>
            <ac:inkMk id="15" creationId="{154B5712-3BE3-05BF-FC80-547D57C29599}"/>
          </ac:inkMkLst>
        </pc:inkChg>
        <pc:inkChg chg="add">
          <ac:chgData name="Esraa Mohamed" userId="32a53f8955a3383c" providerId="LiveId" clId="{F10043CA-7E0C-4C5B-B8AD-80B51C33A480}" dt="2026-08-30T08:32:38.167" v="190" actId="9405"/>
          <ac:inkMkLst>
            <pc:docMk/>
            <pc:sldMk cId="1190213182" sldId="266"/>
            <ac:inkMk id="16" creationId="{E992F49B-1F37-37AF-9071-437B221FF42B}"/>
          </ac:inkMkLst>
        </pc:inkChg>
        <pc:inkChg chg="add">
          <ac:chgData name="Esraa Mohamed" userId="32a53f8955a3383c" providerId="LiveId" clId="{F10043CA-7E0C-4C5B-B8AD-80B51C33A480}" dt="2026-08-30T08:32:41.995" v="191" actId="9405"/>
          <ac:inkMkLst>
            <pc:docMk/>
            <pc:sldMk cId="1190213182" sldId="266"/>
            <ac:inkMk id="17" creationId="{31BCF9E8-351C-1471-5E82-3C465A6C0778}"/>
          </ac:inkMkLst>
        </pc:inkChg>
        <pc:inkChg chg="add">
          <ac:chgData name="Esraa Mohamed" userId="32a53f8955a3383c" providerId="LiveId" clId="{F10043CA-7E0C-4C5B-B8AD-80B51C33A480}" dt="2026-08-30T08:32:44.023" v="192" actId="9405"/>
          <ac:inkMkLst>
            <pc:docMk/>
            <pc:sldMk cId="1190213182" sldId="266"/>
            <ac:inkMk id="18" creationId="{4A66B33F-A3F8-24B5-CBD1-C25D3F804B29}"/>
          </ac:inkMkLst>
        </pc:inkChg>
        <pc:inkChg chg="add">
          <ac:chgData name="Esraa Mohamed" userId="32a53f8955a3383c" providerId="LiveId" clId="{F10043CA-7E0C-4C5B-B8AD-80B51C33A480}" dt="2026-08-30T08:32:50.876" v="193" actId="9405"/>
          <ac:inkMkLst>
            <pc:docMk/>
            <pc:sldMk cId="1190213182" sldId="266"/>
            <ac:inkMk id="19" creationId="{AEDC4F99-BFEF-3939-1DDE-253BF3696CD4}"/>
          </ac:inkMkLst>
        </pc:inkChg>
        <pc:inkChg chg="add del">
          <ac:chgData name="Esraa Mohamed" userId="32a53f8955a3383c" providerId="LiveId" clId="{F10043CA-7E0C-4C5B-B8AD-80B51C33A480}" dt="2026-08-30T08:33:05.294" v="195"/>
          <ac:inkMkLst>
            <pc:docMk/>
            <pc:sldMk cId="1190213182" sldId="266"/>
            <ac:inkMk id="20" creationId="{786C1815-A336-A0B7-8802-94CD2B808C11}"/>
          </ac:inkMkLst>
        </pc:inkChg>
        <pc:inkChg chg="add">
          <ac:chgData name="Esraa Mohamed" userId="32a53f8955a3383c" providerId="LiveId" clId="{F10043CA-7E0C-4C5B-B8AD-80B51C33A480}" dt="2026-08-30T08:33:05.294" v="195"/>
          <ac:inkMkLst>
            <pc:docMk/>
            <pc:sldMk cId="1190213182" sldId="266"/>
            <ac:inkMk id="21" creationId="{153FC338-8B59-FC38-B76B-3D469453953F}"/>
          </ac:inkMkLst>
        </pc:inkChg>
        <pc:inkChg chg="add del">
          <ac:chgData name="Esraa Mohamed" userId="32a53f8955a3383c" providerId="LiveId" clId="{F10043CA-7E0C-4C5B-B8AD-80B51C33A480}" dt="2026-08-30T08:33:12.353" v="197"/>
          <ac:inkMkLst>
            <pc:docMk/>
            <pc:sldMk cId="1190213182" sldId="266"/>
            <ac:inkMk id="22" creationId="{0B6AF64E-31EF-F19A-5E41-F23D2DA1976C}"/>
          </ac:inkMkLst>
        </pc:inkChg>
        <pc:inkChg chg="add">
          <ac:chgData name="Esraa Mohamed" userId="32a53f8955a3383c" providerId="LiveId" clId="{F10043CA-7E0C-4C5B-B8AD-80B51C33A480}" dt="2026-08-30T08:33:12.353" v="197"/>
          <ac:inkMkLst>
            <pc:docMk/>
            <pc:sldMk cId="1190213182" sldId="266"/>
            <ac:inkMk id="23" creationId="{912071D6-6683-11EF-3C9E-C283556029FB}"/>
          </ac:inkMkLst>
        </pc:inkChg>
        <pc:inkChg chg="add">
          <ac:chgData name="Esraa Mohamed" userId="32a53f8955a3383c" providerId="LiveId" clId="{F10043CA-7E0C-4C5B-B8AD-80B51C33A480}" dt="2026-08-30T08:33:19.542" v="198" actId="9405"/>
          <ac:inkMkLst>
            <pc:docMk/>
            <pc:sldMk cId="1190213182" sldId="266"/>
            <ac:inkMk id="24" creationId="{D615476E-4210-1E32-D62A-208D84A0B271}"/>
          </ac:inkMkLst>
        </pc:inkChg>
        <pc:inkChg chg="add del">
          <ac:chgData name="Esraa Mohamed" userId="32a53f8955a3383c" providerId="LiveId" clId="{F10043CA-7E0C-4C5B-B8AD-80B51C33A480}" dt="2026-08-30T08:33:22.286" v="200"/>
          <ac:inkMkLst>
            <pc:docMk/>
            <pc:sldMk cId="1190213182" sldId="266"/>
            <ac:inkMk id="25" creationId="{906DB1FD-ECA3-4900-CB18-B71C03A4D7AA}"/>
          </ac:inkMkLst>
        </pc:inkChg>
        <pc:inkChg chg="add">
          <ac:chgData name="Esraa Mohamed" userId="32a53f8955a3383c" providerId="LiveId" clId="{F10043CA-7E0C-4C5B-B8AD-80B51C33A480}" dt="2026-08-30T08:33:22.286" v="200"/>
          <ac:inkMkLst>
            <pc:docMk/>
            <pc:sldMk cId="1190213182" sldId="266"/>
            <ac:inkMk id="26" creationId="{17E5E995-7399-90AA-3563-733770B6B966}"/>
          </ac:inkMkLst>
        </pc:inkChg>
        <pc:inkChg chg="add mod">
          <ac:chgData name="Esraa Mohamed" userId="32a53f8955a3383c" providerId="LiveId" clId="{F10043CA-7E0C-4C5B-B8AD-80B51C33A480}" dt="2026-08-30T08:34:14.306" v="212"/>
          <ac:inkMkLst>
            <pc:docMk/>
            <pc:sldMk cId="1190213182" sldId="266"/>
            <ac:inkMk id="27" creationId="{E3C1BC9A-7F9C-4982-6584-1F3E04AE7281}"/>
          </ac:inkMkLst>
        </pc:inkChg>
        <pc:inkChg chg="add mod">
          <ac:chgData name="Esraa Mohamed" userId="32a53f8955a3383c" providerId="LiveId" clId="{F10043CA-7E0C-4C5B-B8AD-80B51C33A480}" dt="2026-08-30T08:34:14.306" v="212"/>
          <ac:inkMkLst>
            <pc:docMk/>
            <pc:sldMk cId="1190213182" sldId="266"/>
            <ac:inkMk id="28" creationId="{00E971C0-38C2-A39F-FEDB-98C8902955AD}"/>
          </ac:inkMkLst>
        </pc:inkChg>
        <pc:inkChg chg="add del">
          <ac:chgData name="Esraa Mohamed" userId="32a53f8955a3383c" providerId="LiveId" clId="{F10043CA-7E0C-4C5B-B8AD-80B51C33A480}" dt="2026-08-30T08:33:30.166" v="204"/>
          <ac:inkMkLst>
            <pc:docMk/>
            <pc:sldMk cId="1190213182" sldId="266"/>
            <ac:inkMk id="29" creationId="{02F5A5F5-0970-15DC-B3E0-0CDEFAD546E4}"/>
          </ac:inkMkLst>
        </pc:inkChg>
        <pc:inkChg chg="add">
          <ac:chgData name="Esraa Mohamed" userId="32a53f8955a3383c" providerId="LiveId" clId="{F10043CA-7E0C-4C5B-B8AD-80B51C33A480}" dt="2026-08-30T08:33:30.166" v="204"/>
          <ac:inkMkLst>
            <pc:docMk/>
            <pc:sldMk cId="1190213182" sldId="266"/>
            <ac:inkMk id="30" creationId="{F175F29D-145D-0A4B-F630-061A5C373FD7}"/>
          </ac:inkMkLst>
        </pc:inkChg>
        <pc:inkChg chg="add">
          <ac:chgData name="Esraa Mohamed" userId="32a53f8955a3383c" providerId="LiveId" clId="{F10043CA-7E0C-4C5B-B8AD-80B51C33A480}" dt="2026-08-30T08:33:59.906" v="205" actId="9405"/>
          <ac:inkMkLst>
            <pc:docMk/>
            <pc:sldMk cId="1190213182" sldId="266"/>
            <ac:inkMk id="31" creationId="{991370F9-A8F2-4D95-8052-0A955DCFB67D}"/>
          </ac:inkMkLst>
        </pc:inkChg>
        <pc:inkChg chg="add">
          <ac:chgData name="Esraa Mohamed" userId="32a53f8955a3383c" providerId="LiveId" clId="{F10043CA-7E0C-4C5B-B8AD-80B51C33A480}" dt="2026-08-30T08:34:01.948" v="207" actId="9405"/>
          <ac:inkMkLst>
            <pc:docMk/>
            <pc:sldMk cId="1190213182" sldId="266"/>
            <ac:inkMk id="33" creationId="{24A47A3A-72BF-EDD3-F298-9CC4ACFC2F0E}"/>
          </ac:inkMkLst>
        </pc:inkChg>
        <pc:inkChg chg="add">
          <ac:chgData name="Esraa Mohamed" userId="32a53f8955a3383c" providerId="LiveId" clId="{F10043CA-7E0C-4C5B-B8AD-80B51C33A480}" dt="2026-08-30T08:34:03.304" v="208" actId="9405"/>
          <ac:inkMkLst>
            <pc:docMk/>
            <pc:sldMk cId="1190213182" sldId="266"/>
            <ac:inkMk id="34" creationId="{3ADE2CFF-0073-AD43-6FE2-39F7E241FF30}"/>
          </ac:inkMkLst>
        </pc:inkChg>
        <pc:inkChg chg="add">
          <ac:chgData name="Esraa Mohamed" userId="32a53f8955a3383c" providerId="LiveId" clId="{F10043CA-7E0C-4C5B-B8AD-80B51C33A480}" dt="2026-08-30T08:34:05.327" v="209" actId="9405"/>
          <ac:inkMkLst>
            <pc:docMk/>
            <pc:sldMk cId="1190213182" sldId="266"/>
            <ac:inkMk id="35" creationId="{51761FB8-E92D-83C9-079F-1BD0DCB44524}"/>
          </ac:inkMkLst>
        </pc:inkChg>
        <pc:inkChg chg="add">
          <ac:chgData name="Esraa Mohamed" userId="32a53f8955a3383c" providerId="LiveId" clId="{F10043CA-7E0C-4C5B-B8AD-80B51C33A480}" dt="2026-08-30T08:34:10.723" v="210" actId="9405"/>
          <ac:inkMkLst>
            <pc:docMk/>
            <pc:sldMk cId="1190213182" sldId="266"/>
            <ac:inkMk id="36" creationId="{E962B6D2-9314-3B5B-4740-72C324C3A0A4}"/>
          </ac:inkMkLst>
        </pc:inkChg>
        <pc:inkChg chg="add mod">
          <ac:chgData name="Esraa Mohamed" userId="32a53f8955a3383c" providerId="LiveId" clId="{F10043CA-7E0C-4C5B-B8AD-80B51C33A480}" dt="2026-08-30T08:34:14.306" v="212"/>
          <ac:inkMkLst>
            <pc:docMk/>
            <pc:sldMk cId="1190213182" sldId="266"/>
            <ac:inkMk id="37" creationId="{C70DE211-BC14-282B-CA92-51825924DD5F}"/>
          </ac:inkMkLst>
        </pc:inkChg>
        <pc:inkChg chg="add">
          <ac:chgData name="Esraa Mohamed" userId="32a53f8955a3383c" providerId="LiveId" clId="{F10043CA-7E0C-4C5B-B8AD-80B51C33A480}" dt="2026-08-30T08:34:33.477" v="213" actId="9405"/>
          <ac:inkMkLst>
            <pc:docMk/>
            <pc:sldMk cId="1190213182" sldId="266"/>
            <ac:inkMk id="39" creationId="{36C36B8A-24FC-42C3-E4A6-212D798D8E2A}"/>
          </ac:inkMkLst>
        </pc:inkChg>
        <pc:inkChg chg="add">
          <ac:chgData name="Esraa Mohamed" userId="32a53f8955a3383c" providerId="LiveId" clId="{F10043CA-7E0C-4C5B-B8AD-80B51C33A480}" dt="2026-08-30T08:34:36.903" v="214" actId="9405"/>
          <ac:inkMkLst>
            <pc:docMk/>
            <pc:sldMk cId="1190213182" sldId="266"/>
            <ac:inkMk id="40" creationId="{63696235-4B94-D154-D79E-6B604584085C}"/>
          </ac:inkMkLst>
        </pc:inkChg>
        <pc:inkChg chg="add">
          <ac:chgData name="Esraa Mohamed" userId="32a53f8955a3383c" providerId="LiveId" clId="{F10043CA-7E0C-4C5B-B8AD-80B51C33A480}" dt="2026-08-30T08:34:47.660" v="215" actId="9405"/>
          <ac:inkMkLst>
            <pc:docMk/>
            <pc:sldMk cId="1190213182" sldId="266"/>
            <ac:inkMk id="41" creationId="{54A3CD08-0A9B-899F-9123-738D802976E6}"/>
          </ac:inkMkLst>
        </pc:inkChg>
        <pc:inkChg chg="add del">
          <ac:chgData name="Esraa Mohamed" userId="32a53f8955a3383c" providerId="LiveId" clId="{F10043CA-7E0C-4C5B-B8AD-80B51C33A480}" dt="2026-08-30T08:35:02.167" v="217"/>
          <ac:inkMkLst>
            <pc:docMk/>
            <pc:sldMk cId="1190213182" sldId="266"/>
            <ac:inkMk id="42" creationId="{BBF19B08-6DC8-6DC3-8984-EC46E75AAE7E}"/>
          </ac:inkMkLst>
        </pc:inkChg>
        <pc:inkChg chg="add">
          <ac:chgData name="Esraa Mohamed" userId="32a53f8955a3383c" providerId="LiveId" clId="{F10043CA-7E0C-4C5B-B8AD-80B51C33A480}" dt="2026-08-30T08:35:02.167" v="217"/>
          <ac:inkMkLst>
            <pc:docMk/>
            <pc:sldMk cId="1190213182" sldId="266"/>
            <ac:inkMk id="43" creationId="{0F1BDE68-FDFA-A6DF-F875-E4E7611A8DD4}"/>
          </ac:inkMkLst>
        </pc:inkChg>
        <pc:inkChg chg="add del">
          <ac:chgData name="Esraa Mohamed" userId="32a53f8955a3383c" providerId="LiveId" clId="{F10043CA-7E0C-4C5B-B8AD-80B51C33A480}" dt="2026-08-30T08:35:08.293" v="219"/>
          <ac:inkMkLst>
            <pc:docMk/>
            <pc:sldMk cId="1190213182" sldId="266"/>
            <ac:inkMk id="44" creationId="{523AEC57-D342-BFD3-DEE0-5DCBC9C68101}"/>
          </ac:inkMkLst>
        </pc:inkChg>
        <pc:inkChg chg="add mod">
          <ac:chgData name="Esraa Mohamed" userId="32a53f8955a3383c" providerId="LiveId" clId="{F10043CA-7E0C-4C5B-B8AD-80B51C33A480}" dt="2026-08-30T08:35:10.368" v="220"/>
          <ac:inkMkLst>
            <pc:docMk/>
            <pc:sldMk cId="1190213182" sldId="266"/>
            <ac:inkMk id="45" creationId="{FE655EED-DC12-8534-3EDC-92FC8A915367}"/>
          </ac:inkMkLst>
        </pc:inkChg>
        <pc:inkChg chg="add del">
          <ac:chgData name="Esraa Mohamed" userId="32a53f8955a3383c" providerId="LiveId" clId="{F10043CA-7E0C-4C5B-B8AD-80B51C33A480}" dt="2026-08-30T08:35:20.489" v="222"/>
          <ac:inkMkLst>
            <pc:docMk/>
            <pc:sldMk cId="1190213182" sldId="266"/>
            <ac:inkMk id="46" creationId="{9BECD0F1-3D2F-EE5B-893B-C8897A7965F2}"/>
          </ac:inkMkLst>
        </pc:inkChg>
        <pc:inkChg chg="add">
          <ac:chgData name="Esraa Mohamed" userId="32a53f8955a3383c" providerId="LiveId" clId="{F10043CA-7E0C-4C5B-B8AD-80B51C33A480}" dt="2026-08-30T08:35:20.489" v="222"/>
          <ac:inkMkLst>
            <pc:docMk/>
            <pc:sldMk cId="1190213182" sldId="266"/>
            <ac:inkMk id="47" creationId="{4C74100E-595E-B329-C13D-DECF8ACC161E}"/>
          </ac:inkMkLst>
        </pc:inkChg>
        <pc:inkChg chg="add">
          <ac:chgData name="Esraa Mohamed" userId="32a53f8955a3383c" providerId="LiveId" clId="{F10043CA-7E0C-4C5B-B8AD-80B51C33A480}" dt="2026-08-30T08:35:46.006" v="223" actId="9405"/>
          <ac:inkMkLst>
            <pc:docMk/>
            <pc:sldMk cId="1190213182" sldId="266"/>
            <ac:inkMk id="48" creationId="{2177A65D-80C5-BE5F-7EF7-2976D1C2CD94}"/>
          </ac:inkMkLst>
        </pc:inkChg>
      </pc:sldChg>
      <pc:sldChg chg="addSp delSp modSp mod">
        <pc:chgData name="Esraa Mohamed" userId="32a53f8955a3383c" providerId="LiveId" clId="{F10043CA-7E0C-4C5B-B8AD-80B51C33A480}" dt="2026-08-30T08:43:20.155" v="266"/>
        <pc:sldMkLst>
          <pc:docMk/>
          <pc:sldMk cId="3550710859" sldId="267"/>
        </pc:sldMkLst>
        <pc:grpChg chg="mod">
          <ac:chgData name="Esraa Mohamed" userId="32a53f8955a3383c" providerId="LiveId" clId="{F10043CA-7E0C-4C5B-B8AD-80B51C33A480}" dt="2026-08-30T08:41:30.717" v="228"/>
          <ac:grpSpMkLst>
            <pc:docMk/>
            <pc:sldMk cId="3550710859" sldId="267"/>
            <ac:grpSpMk id="9" creationId="{3FBD2AFD-607A-7CCB-F1FE-F4AB46D4EE86}"/>
          </ac:grpSpMkLst>
        </pc:grpChg>
        <pc:grpChg chg="mod">
          <ac:chgData name="Esraa Mohamed" userId="32a53f8955a3383c" providerId="LiveId" clId="{F10043CA-7E0C-4C5B-B8AD-80B51C33A480}" dt="2026-08-30T08:42:06.621" v="235"/>
          <ac:grpSpMkLst>
            <pc:docMk/>
            <pc:sldMk cId="3550710859" sldId="267"/>
            <ac:grpSpMk id="16" creationId="{FB042098-0383-FA74-B87B-B5A19CB5C3E4}"/>
          </ac:grpSpMkLst>
        </pc:grpChg>
        <pc:grpChg chg="del mod">
          <ac:chgData name="Esraa Mohamed" userId="32a53f8955a3383c" providerId="LiveId" clId="{F10043CA-7E0C-4C5B-B8AD-80B51C33A480}" dt="2026-08-30T08:42:27.447" v="250"/>
          <ac:grpSpMkLst>
            <pc:docMk/>
            <pc:sldMk cId="3550710859" sldId="267"/>
            <ac:grpSpMk id="27" creationId="{C6D9FA76-E334-BE75-CB06-3C602605F219}"/>
          </ac:grpSpMkLst>
        </pc:grpChg>
        <pc:grpChg chg="mod">
          <ac:chgData name="Esraa Mohamed" userId="32a53f8955a3383c" providerId="LiveId" clId="{F10043CA-7E0C-4C5B-B8AD-80B51C33A480}" dt="2026-08-30T08:42:27.447" v="250"/>
          <ac:grpSpMkLst>
            <pc:docMk/>
            <pc:sldMk cId="3550710859" sldId="267"/>
            <ac:grpSpMk id="29" creationId="{4EA347B3-AC92-08F1-B605-D2F7A5588BB9}"/>
          </ac:grpSpMkLst>
        </pc:grpChg>
        <pc:grpChg chg="mod">
          <ac:chgData name="Esraa Mohamed" userId="32a53f8955a3383c" providerId="LiveId" clId="{F10043CA-7E0C-4C5B-B8AD-80B51C33A480}" dt="2026-08-30T08:43:18.285" v="264"/>
          <ac:grpSpMkLst>
            <pc:docMk/>
            <pc:sldMk cId="3550710859" sldId="267"/>
            <ac:grpSpMk id="43" creationId="{43050A51-65AE-EA9C-232D-5B432FE84E2E}"/>
          </ac:grpSpMkLst>
        </pc:grpChg>
        <pc:inkChg chg="add">
          <ac:chgData name="Esraa Mohamed" userId="32a53f8955a3383c" providerId="LiveId" clId="{F10043CA-7E0C-4C5B-B8AD-80B51C33A480}" dt="2026-08-30T08:41:18.024" v="224" actId="9405"/>
          <ac:inkMkLst>
            <pc:docMk/>
            <pc:sldMk cId="3550710859" sldId="267"/>
            <ac:inkMk id="4" creationId="{05103F35-4854-1C5B-AD72-D551A943E98E}"/>
          </ac:inkMkLst>
        </pc:inkChg>
        <pc:inkChg chg="add mod">
          <ac:chgData name="Esraa Mohamed" userId="32a53f8955a3383c" providerId="LiveId" clId="{F10043CA-7E0C-4C5B-B8AD-80B51C33A480}" dt="2026-08-30T08:41:30.717" v="228"/>
          <ac:inkMkLst>
            <pc:docMk/>
            <pc:sldMk cId="3550710859" sldId="267"/>
            <ac:inkMk id="5" creationId="{53312856-0F8C-306F-D7AE-6585331D1B2D}"/>
          </ac:inkMkLst>
        </pc:inkChg>
        <pc:inkChg chg="add mod">
          <ac:chgData name="Esraa Mohamed" userId="32a53f8955a3383c" providerId="LiveId" clId="{F10043CA-7E0C-4C5B-B8AD-80B51C33A480}" dt="2026-08-30T08:41:30.717" v="228"/>
          <ac:inkMkLst>
            <pc:docMk/>
            <pc:sldMk cId="3550710859" sldId="267"/>
            <ac:inkMk id="6" creationId="{34EF11CD-571B-D8F7-0B58-B45E212756C8}"/>
          </ac:inkMkLst>
        </pc:inkChg>
        <pc:inkChg chg="add mod">
          <ac:chgData name="Esraa Mohamed" userId="32a53f8955a3383c" providerId="LiveId" clId="{F10043CA-7E0C-4C5B-B8AD-80B51C33A480}" dt="2026-08-30T08:41:30.717" v="228"/>
          <ac:inkMkLst>
            <pc:docMk/>
            <pc:sldMk cId="3550710859" sldId="267"/>
            <ac:inkMk id="8" creationId="{1E919BBB-C9A8-3698-C206-0721379B29E3}"/>
          </ac:inkMkLst>
        </pc:inkChg>
        <pc:inkChg chg="add del">
          <ac:chgData name="Esraa Mohamed" userId="32a53f8955a3383c" providerId="LiveId" clId="{F10043CA-7E0C-4C5B-B8AD-80B51C33A480}" dt="2026-08-30T08:41:45.004" v="230"/>
          <ac:inkMkLst>
            <pc:docMk/>
            <pc:sldMk cId="3550710859" sldId="267"/>
            <ac:inkMk id="10" creationId="{4829DB98-F659-C108-204F-E08E85CAE53D}"/>
          </ac:inkMkLst>
        </pc:inkChg>
        <pc:inkChg chg="add mod">
          <ac:chgData name="Esraa Mohamed" userId="32a53f8955a3383c" providerId="LiveId" clId="{F10043CA-7E0C-4C5B-B8AD-80B51C33A480}" dt="2026-08-30T08:41:46.421" v="231"/>
          <ac:inkMkLst>
            <pc:docMk/>
            <pc:sldMk cId="3550710859" sldId="267"/>
            <ac:inkMk id="11" creationId="{923110F8-4C18-7DF7-16FE-1288F29738C5}"/>
          </ac:inkMkLst>
        </pc:inkChg>
        <pc:inkChg chg="add">
          <ac:chgData name="Esraa Mohamed" userId="32a53f8955a3383c" providerId="LiveId" clId="{F10043CA-7E0C-4C5B-B8AD-80B51C33A480}" dt="2026-08-30T08:41:53.906" v="232" actId="9405"/>
          <ac:inkMkLst>
            <pc:docMk/>
            <pc:sldMk cId="3550710859" sldId="267"/>
            <ac:inkMk id="13" creationId="{84FA2726-9BAD-35A3-233D-71EB3265C737}"/>
          </ac:inkMkLst>
        </pc:inkChg>
        <pc:inkChg chg="add mod">
          <ac:chgData name="Esraa Mohamed" userId="32a53f8955a3383c" providerId="LiveId" clId="{F10043CA-7E0C-4C5B-B8AD-80B51C33A480}" dt="2026-08-30T08:42:06.621" v="235"/>
          <ac:inkMkLst>
            <pc:docMk/>
            <pc:sldMk cId="3550710859" sldId="267"/>
            <ac:inkMk id="14" creationId="{EA204D8C-2765-F45F-027D-5DFDA2EF9322}"/>
          </ac:inkMkLst>
        </pc:inkChg>
        <pc:inkChg chg="add mod">
          <ac:chgData name="Esraa Mohamed" userId="32a53f8955a3383c" providerId="LiveId" clId="{F10043CA-7E0C-4C5B-B8AD-80B51C33A480}" dt="2026-08-30T08:42:06.621" v="235"/>
          <ac:inkMkLst>
            <pc:docMk/>
            <pc:sldMk cId="3550710859" sldId="267"/>
            <ac:inkMk id="15" creationId="{232EBC3F-414E-050E-5908-6EF87C0861AF}"/>
          </ac:inkMkLst>
        </pc:inkChg>
        <pc:inkChg chg="add del">
          <ac:chgData name="Esraa Mohamed" userId="32a53f8955a3383c" providerId="LiveId" clId="{F10043CA-7E0C-4C5B-B8AD-80B51C33A480}" dt="2026-08-30T08:42:11.312" v="237"/>
          <ac:inkMkLst>
            <pc:docMk/>
            <pc:sldMk cId="3550710859" sldId="267"/>
            <ac:inkMk id="17" creationId="{E8DA312F-8769-A0A1-6A62-C6EC0324BFF9}"/>
          </ac:inkMkLst>
        </pc:inkChg>
        <pc:inkChg chg="add">
          <ac:chgData name="Esraa Mohamed" userId="32a53f8955a3383c" providerId="LiveId" clId="{F10043CA-7E0C-4C5B-B8AD-80B51C33A480}" dt="2026-08-30T08:42:11.312" v="237"/>
          <ac:inkMkLst>
            <pc:docMk/>
            <pc:sldMk cId="3550710859" sldId="267"/>
            <ac:inkMk id="18" creationId="{25178C2B-BFD3-2699-120C-814AD0728AB1}"/>
          </ac:inkMkLst>
        </pc:inkChg>
        <pc:inkChg chg="add">
          <ac:chgData name="Esraa Mohamed" userId="32a53f8955a3383c" providerId="LiveId" clId="{F10043CA-7E0C-4C5B-B8AD-80B51C33A480}" dt="2026-08-30T08:42:13.269" v="238" actId="9405"/>
          <ac:inkMkLst>
            <pc:docMk/>
            <pc:sldMk cId="3550710859" sldId="267"/>
            <ac:inkMk id="19" creationId="{18D79C29-B577-05F1-0BCA-9BC6B6B7C033}"/>
          </ac:inkMkLst>
        </pc:inkChg>
        <pc:inkChg chg="add del">
          <ac:chgData name="Esraa Mohamed" userId="32a53f8955a3383c" providerId="LiveId" clId="{F10043CA-7E0C-4C5B-B8AD-80B51C33A480}" dt="2026-08-30T08:42:14.835" v="240"/>
          <ac:inkMkLst>
            <pc:docMk/>
            <pc:sldMk cId="3550710859" sldId="267"/>
            <ac:inkMk id="20" creationId="{BC68FBC4-D37D-9E8E-B436-189533377D38}"/>
          </ac:inkMkLst>
        </pc:inkChg>
        <pc:inkChg chg="add mod">
          <ac:chgData name="Esraa Mohamed" userId="32a53f8955a3383c" providerId="LiveId" clId="{F10043CA-7E0C-4C5B-B8AD-80B51C33A480}" dt="2026-08-30T08:42:15.549" v="241"/>
          <ac:inkMkLst>
            <pc:docMk/>
            <pc:sldMk cId="3550710859" sldId="267"/>
            <ac:inkMk id="21" creationId="{1475E120-0C1C-3803-7EAD-F454B99ED1FB}"/>
          </ac:inkMkLst>
        </pc:inkChg>
        <pc:inkChg chg="add del">
          <ac:chgData name="Esraa Mohamed" userId="32a53f8955a3383c" providerId="LiveId" clId="{F10043CA-7E0C-4C5B-B8AD-80B51C33A480}" dt="2026-08-30T08:42:17.129" v="243"/>
          <ac:inkMkLst>
            <pc:docMk/>
            <pc:sldMk cId="3550710859" sldId="267"/>
            <ac:inkMk id="22" creationId="{1594C123-13B3-D8A4-347C-A5B721AD3071}"/>
          </ac:inkMkLst>
        </pc:inkChg>
        <pc:inkChg chg="add mod">
          <ac:chgData name="Esraa Mohamed" userId="32a53f8955a3383c" providerId="LiveId" clId="{F10043CA-7E0C-4C5B-B8AD-80B51C33A480}" dt="2026-08-30T08:42:17.476" v="244"/>
          <ac:inkMkLst>
            <pc:docMk/>
            <pc:sldMk cId="3550710859" sldId="267"/>
            <ac:inkMk id="23" creationId="{02D137FA-EBC8-D963-026C-613C79676891}"/>
          </ac:inkMkLst>
        </pc:inkChg>
        <pc:inkChg chg="add">
          <ac:chgData name="Esraa Mohamed" userId="32a53f8955a3383c" providerId="LiveId" clId="{F10043CA-7E0C-4C5B-B8AD-80B51C33A480}" dt="2026-08-30T08:42:20.361" v="245" actId="9405"/>
          <ac:inkMkLst>
            <pc:docMk/>
            <pc:sldMk cId="3550710859" sldId="267"/>
            <ac:inkMk id="24" creationId="{8684BEE6-FA8C-6955-0FBF-6C8BBDF1B709}"/>
          </ac:inkMkLst>
        </pc:inkChg>
        <pc:inkChg chg="add mod">
          <ac:chgData name="Esraa Mohamed" userId="32a53f8955a3383c" providerId="LiveId" clId="{F10043CA-7E0C-4C5B-B8AD-80B51C33A480}" dt="2026-08-30T08:42:27.447" v="250"/>
          <ac:inkMkLst>
            <pc:docMk/>
            <pc:sldMk cId="3550710859" sldId="267"/>
            <ac:inkMk id="25" creationId="{7D0259FF-908C-D407-9AF7-C88B4C2F66CD}"/>
          </ac:inkMkLst>
        </pc:inkChg>
        <pc:inkChg chg="add mod">
          <ac:chgData name="Esraa Mohamed" userId="32a53f8955a3383c" providerId="LiveId" clId="{F10043CA-7E0C-4C5B-B8AD-80B51C33A480}" dt="2026-08-30T08:42:27.447" v="250"/>
          <ac:inkMkLst>
            <pc:docMk/>
            <pc:sldMk cId="3550710859" sldId="267"/>
            <ac:inkMk id="26" creationId="{F4BCBA64-262A-A9FA-903A-93EC67AD1A89}"/>
          </ac:inkMkLst>
        </pc:inkChg>
        <pc:inkChg chg="add mod">
          <ac:chgData name="Esraa Mohamed" userId="32a53f8955a3383c" providerId="LiveId" clId="{F10043CA-7E0C-4C5B-B8AD-80B51C33A480}" dt="2026-08-30T08:42:27.447" v="250"/>
          <ac:inkMkLst>
            <pc:docMk/>
            <pc:sldMk cId="3550710859" sldId="267"/>
            <ac:inkMk id="28" creationId="{8AB2C914-30D5-A647-1D55-6BB7D5D1C222}"/>
          </ac:inkMkLst>
        </pc:inkChg>
        <pc:inkChg chg="add del">
          <ac:chgData name="Esraa Mohamed" userId="32a53f8955a3383c" providerId="LiveId" clId="{F10043CA-7E0C-4C5B-B8AD-80B51C33A480}" dt="2026-08-30T08:42:29.114" v="252"/>
          <ac:inkMkLst>
            <pc:docMk/>
            <pc:sldMk cId="3550710859" sldId="267"/>
            <ac:inkMk id="30" creationId="{6C24DB58-302F-4834-4DFD-47F798AF787C}"/>
          </ac:inkMkLst>
        </pc:inkChg>
        <pc:inkChg chg="add">
          <ac:chgData name="Esraa Mohamed" userId="32a53f8955a3383c" providerId="LiveId" clId="{F10043CA-7E0C-4C5B-B8AD-80B51C33A480}" dt="2026-08-30T08:42:29.114" v="252"/>
          <ac:inkMkLst>
            <pc:docMk/>
            <pc:sldMk cId="3550710859" sldId="267"/>
            <ac:inkMk id="31" creationId="{2602B2E6-B34A-F4B0-1CC1-900614C3506A}"/>
          </ac:inkMkLst>
        </pc:inkChg>
        <pc:inkChg chg="add">
          <ac:chgData name="Esraa Mohamed" userId="32a53f8955a3383c" providerId="LiveId" clId="{F10043CA-7E0C-4C5B-B8AD-80B51C33A480}" dt="2026-08-30T08:42:31.445" v="253" actId="9405"/>
          <ac:inkMkLst>
            <pc:docMk/>
            <pc:sldMk cId="3550710859" sldId="267"/>
            <ac:inkMk id="32" creationId="{21ACF4BC-51D0-90BA-9211-D7A0DC0BDCF9}"/>
          </ac:inkMkLst>
        </pc:inkChg>
        <pc:inkChg chg="add">
          <ac:chgData name="Esraa Mohamed" userId="32a53f8955a3383c" providerId="LiveId" clId="{F10043CA-7E0C-4C5B-B8AD-80B51C33A480}" dt="2026-08-30T08:42:38.427" v="254" actId="9405"/>
          <ac:inkMkLst>
            <pc:docMk/>
            <pc:sldMk cId="3550710859" sldId="267"/>
            <ac:inkMk id="33" creationId="{F77D91D0-6884-2EDA-1929-A52D11D23628}"/>
          </ac:inkMkLst>
        </pc:inkChg>
        <pc:inkChg chg="add">
          <ac:chgData name="Esraa Mohamed" userId="32a53f8955a3383c" providerId="LiveId" clId="{F10043CA-7E0C-4C5B-B8AD-80B51C33A480}" dt="2026-08-30T08:42:42.517" v="255" actId="9405"/>
          <ac:inkMkLst>
            <pc:docMk/>
            <pc:sldMk cId="3550710859" sldId="267"/>
            <ac:inkMk id="34" creationId="{BC987E8C-D185-44A9-C00E-A362D1E60D37}"/>
          </ac:inkMkLst>
        </pc:inkChg>
        <pc:inkChg chg="add del">
          <ac:chgData name="Esraa Mohamed" userId="32a53f8955a3383c" providerId="LiveId" clId="{F10043CA-7E0C-4C5B-B8AD-80B51C33A480}" dt="2026-08-30T08:42:45.177" v="257"/>
          <ac:inkMkLst>
            <pc:docMk/>
            <pc:sldMk cId="3550710859" sldId="267"/>
            <ac:inkMk id="35" creationId="{A569296C-3FCD-AB6C-6B28-EC47A5E12D4F}"/>
          </ac:inkMkLst>
        </pc:inkChg>
        <pc:inkChg chg="add">
          <ac:chgData name="Esraa Mohamed" userId="32a53f8955a3383c" providerId="LiveId" clId="{F10043CA-7E0C-4C5B-B8AD-80B51C33A480}" dt="2026-08-30T08:42:45.177" v="257"/>
          <ac:inkMkLst>
            <pc:docMk/>
            <pc:sldMk cId="3550710859" sldId="267"/>
            <ac:inkMk id="36" creationId="{82DA1C5A-1881-629D-B52F-6D08CFC993AF}"/>
          </ac:inkMkLst>
        </pc:inkChg>
        <pc:inkChg chg="add del">
          <ac:chgData name="Esraa Mohamed" userId="32a53f8955a3383c" providerId="LiveId" clId="{F10043CA-7E0C-4C5B-B8AD-80B51C33A480}" dt="2026-08-30T08:42:52.125" v="259"/>
          <ac:inkMkLst>
            <pc:docMk/>
            <pc:sldMk cId="3550710859" sldId="267"/>
            <ac:inkMk id="37" creationId="{706155E6-745C-5805-9E31-2EEA2394B243}"/>
          </ac:inkMkLst>
        </pc:inkChg>
        <pc:inkChg chg="add">
          <ac:chgData name="Esraa Mohamed" userId="32a53f8955a3383c" providerId="LiveId" clId="{F10043CA-7E0C-4C5B-B8AD-80B51C33A480}" dt="2026-08-30T08:42:52.125" v="259"/>
          <ac:inkMkLst>
            <pc:docMk/>
            <pc:sldMk cId="3550710859" sldId="267"/>
            <ac:inkMk id="38" creationId="{EB65D9A1-07F1-9ED8-F473-EF66522987F5}"/>
          </ac:inkMkLst>
        </pc:inkChg>
        <pc:inkChg chg="add">
          <ac:chgData name="Esraa Mohamed" userId="32a53f8955a3383c" providerId="LiveId" clId="{F10043CA-7E0C-4C5B-B8AD-80B51C33A480}" dt="2026-08-30T08:42:56.891" v="260" actId="9405"/>
          <ac:inkMkLst>
            <pc:docMk/>
            <pc:sldMk cId="3550710859" sldId="267"/>
            <ac:inkMk id="39" creationId="{161F760A-066A-DBEC-B000-78860C7DB2D0}"/>
          </ac:inkMkLst>
        </pc:inkChg>
        <pc:inkChg chg="add">
          <ac:chgData name="Esraa Mohamed" userId="32a53f8955a3383c" providerId="LiveId" clId="{F10043CA-7E0C-4C5B-B8AD-80B51C33A480}" dt="2026-08-30T08:43:14.275" v="261" actId="9405"/>
          <ac:inkMkLst>
            <pc:docMk/>
            <pc:sldMk cId="3550710859" sldId="267"/>
            <ac:inkMk id="40" creationId="{369F7F7E-F2A3-28D8-D77D-A712303A66FE}"/>
          </ac:inkMkLst>
        </pc:inkChg>
        <pc:inkChg chg="add mod">
          <ac:chgData name="Esraa Mohamed" userId="32a53f8955a3383c" providerId="LiveId" clId="{F10043CA-7E0C-4C5B-B8AD-80B51C33A480}" dt="2026-08-30T08:43:18.285" v="264"/>
          <ac:inkMkLst>
            <pc:docMk/>
            <pc:sldMk cId="3550710859" sldId="267"/>
            <ac:inkMk id="41" creationId="{31C21407-03CD-BA9A-A179-346E1BF7A2C7}"/>
          </ac:inkMkLst>
        </pc:inkChg>
        <pc:inkChg chg="add mod">
          <ac:chgData name="Esraa Mohamed" userId="32a53f8955a3383c" providerId="LiveId" clId="{F10043CA-7E0C-4C5B-B8AD-80B51C33A480}" dt="2026-08-30T08:43:18.285" v="264"/>
          <ac:inkMkLst>
            <pc:docMk/>
            <pc:sldMk cId="3550710859" sldId="267"/>
            <ac:inkMk id="42" creationId="{E34C8C07-C3C0-E87A-8CAD-0B425568AF4D}"/>
          </ac:inkMkLst>
        </pc:inkChg>
        <pc:inkChg chg="add del">
          <ac:chgData name="Esraa Mohamed" userId="32a53f8955a3383c" providerId="LiveId" clId="{F10043CA-7E0C-4C5B-B8AD-80B51C33A480}" dt="2026-08-30T08:43:20.155" v="266"/>
          <ac:inkMkLst>
            <pc:docMk/>
            <pc:sldMk cId="3550710859" sldId="267"/>
            <ac:inkMk id="44" creationId="{C4E49CCA-629E-FB99-0F9B-2B8A37512A28}"/>
          </ac:inkMkLst>
        </pc:inkChg>
        <pc:inkChg chg="add">
          <ac:chgData name="Esraa Mohamed" userId="32a53f8955a3383c" providerId="LiveId" clId="{F10043CA-7E0C-4C5B-B8AD-80B51C33A480}" dt="2026-08-30T08:43:20.155" v="266"/>
          <ac:inkMkLst>
            <pc:docMk/>
            <pc:sldMk cId="3550710859" sldId="267"/>
            <ac:inkMk id="45" creationId="{30E983F2-8A73-0938-6411-AEFF1CAD0F84}"/>
          </ac:inkMkLst>
        </pc:inkChg>
      </pc:sldChg>
      <pc:sldChg chg="addSp delSp modSp mod">
        <pc:chgData name="Esraa Mohamed" userId="32a53f8955a3383c" providerId="LiveId" clId="{F10043CA-7E0C-4C5B-B8AD-80B51C33A480}" dt="2026-08-30T08:44:51.491" v="292" actId="9405"/>
        <pc:sldMkLst>
          <pc:docMk/>
          <pc:sldMk cId="1039016999" sldId="268"/>
        </pc:sldMkLst>
        <pc:grpChg chg="del mod">
          <ac:chgData name="Esraa Mohamed" userId="32a53f8955a3383c" providerId="LiveId" clId="{F10043CA-7E0C-4C5B-B8AD-80B51C33A480}" dt="2026-08-30T08:44:18.324" v="284"/>
          <ac:grpSpMkLst>
            <pc:docMk/>
            <pc:sldMk cId="1039016999" sldId="268"/>
            <ac:grpSpMk id="16" creationId="{553CFBDC-A227-7ECE-0F83-D74390EEB1BF}"/>
          </ac:grpSpMkLst>
        </pc:grpChg>
        <pc:grpChg chg="mod">
          <ac:chgData name="Esraa Mohamed" userId="32a53f8955a3383c" providerId="LiveId" clId="{F10043CA-7E0C-4C5B-B8AD-80B51C33A480}" dt="2026-08-30T08:44:11.826" v="282"/>
          <ac:grpSpMkLst>
            <pc:docMk/>
            <pc:sldMk cId="1039016999" sldId="268"/>
            <ac:grpSpMk id="21" creationId="{A6239B0A-78AE-8086-ACA6-F8D20E751504}"/>
          </ac:grpSpMkLst>
        </pc:grpChg>
        <pc:grpChg chg="mod">
          <ac:chgData name="Esraa Mohamed" userId="32a53f8955a3383c" providerId="LiveId" clId="{F10043CA-7E0C-4C5B-B8AD-80B51C33A480}" dt="2026-08-30T08:44:18.324" v="284"/>
          <ac:grpSpMkLst>
            <pc:docMk/>
            <pc:sldMk cId="1039016999" sldId="268"/>
            <ac:grpSpMk id="23" creationId="{380F3809-B7CF-FE7A-32A0-5A7AB7A40A58}"/>
          </ac:grpSpMkLst>
        </pc:grpChg>
        <pc:inkChg chg="add">
          <ac:chgData name="Esraa Mohamed" userId="32a53f8955a3383c" providerId="LiveId" clId="{F10043CA-7E0C-4C5B-B8AD-80B51C33A480}" dt="2026-08-30T08:43:25.299" v="267" actId="9405"/>
          <ac:inkMkLst>
            <pc:docMk/>
            <pc:sldMk cId="1039016999" sldId="268"/>
            <ac:inkMk id="3" creationId="{037FEC73-B284-E045-A035-FC5FBF32D89E}"/>
          </ac:inkMkLst>
        </pc:inkChg>
        <pc:inkChg chg="add">
          <ac:chgData name="Esraa Mohamed" userId="32a53f8955a3383c" providerId="LiveId" clId="{F10043CA-7E0C-4C5B-B8AD-80B51C33A480}" dt="2026-08-30T08:43:27.720" v="268" actId="9405"/>
          <ac:inkMkLst>
            <pc:docMk/>
            <pc:sldMk cId="1039016999" sldId="268"/>
            <ac:inkMk id="4" creationId="{C01411C0-96CE-BF30-A158-8967109753BC}"/>
          </ac:inkMkLst>
        </pc:inkChg>
        <pc:inkChg chg="add del">
          <ac:chgData name="Esraa Mohamed" userId="32a53f8955a3383c" providerId="LiveId" clId="{F10043CA-7E0C-4C5B-B8AD-80B51C33A480}" dt="2026-08-30T08:43:30.234" v="270"/>
          <ac:inkMkLst>
            <pc:docMk/>
            <pc:sldMk cId="1039016999" sldId="268"/>
            <ac:inkMk id="6" creationId="{45CCEA9A-8D99-D66F-C036-C54927F67151}"/>
          </ac:inkMkLst>
        </pc:inkChg>
        <pc:inkChg chg="add">
          <ac:chgData name="Esraa Mohamed" userId="32a53f8955a3383c" providerId="LiveId" clId="{F10043CA-7E0C-4C5B-B8AD-80B51C33A480}" dt="2026-08-30T08:43:30.234" v="270"/>
          <ac:inkMkLst>
            <pc:docMk/>
            <pc:sldMk cId="1039016999" sldId="268"/>
            <ac:inkMk id="7" creationId="{AC41EBDF-3857-D364-E4BB-A197A154584E}"/>
          </ac:inkMkLst>
        </pc:inkChg>
        <pc:inkChg chg="add">
          <ac:chgData name="Esraa Mohamed" userId="32a53f8955a3383c" providerId="LiveId" clId="{F10043CA-7E0C-4C5B-B8AD-80B51C33A480}" dt="2026-08-30T08:43:33.377" v="271" actId="9405"/>
          <ac:inkMkLst>
            <pc:docMk/>
            <pc:sldMk cId="1039016999" sldId="268"/>
            <ac:inkMk id="8" creationId="{6A0BF4D3-3B10-EA23-AA73-076588EC2AF7}"/>
          </ac:inkMkLst>
        </pc:inkChg>
        <pc:inkChg chg="add mod">
          <ac:chgData name="Esraa Mohamed" userId="32a53f8955a3383c" providerId="LiveId" clId="{F10043CA-7E0C-4C5B-B8AD-80B51C33A480}" dt="2026-08-30T08:44:18.324" v="284"/>
          <ac:inkMkLst>
            <pc:docMk/>
            <pc:sldMk cId="1039016999" sldId="268"/>
            <ac:inkMk id="10" creationId="{CDAED762-EED3-94A6-37DE-6AA6D810D7A5}"/>
          </ac:inkMkLst>
        </pc:inkChg>
        <pc:inkChg chg="add mod">
          <ac:chgData name="Esraa Mohamed" userId="32a53f8955a3383c" providerId="LiveId" clId="{F10043CA-7E0C-4C5B-B8AD-80B51C33A480}" dt="2026-08-30T08:44:18.324" v="284"/>
          <ac:inkMkLst>
            <pc:docMk/>
            <pc:sldMk cId="1039016999" sldId="268"/>
            <ac:inkMk id="11" creationId="{2060F36E-1359-016B-3BB2-178CACC7A1AE}"/>
          </ac:inkMkLst>
        </pc:inkChg>
        <pc:inkChg chg="add del">
          <ac:chgData name="Esraa Mohamed" userId="32a53f8955a3383c" providerId="LiveId" clId="{F10043CA-7E0C-4C5B-B8AD-80B51C33A480}" dt="2026-08-30T08:43:41.953" v="275"/>
          <ac:inkMkLst>
            <pc:docMk/>
            <pc:sldMk cId="1039016999" sldId="268"/>
            <ac:inkMk id="13" creationId="{AD76E4ED-CD8C-6A89-B015-8E3160B3B95C}"/>
          </ac:inkMkLst>
        </pc:inkChg>
        <pc:inkChg chg="add">
          <ac:chgData name="Esraa Mohamed" userId="32a53f8955a3383c" providerId="LiveId" clId="{F10043CA-7E0C-4C5B-B8AD-80B51C33A480}" dt="2026-08-30T08:43:41.953" v="275"/>
          <ac:inkMkLst>
            <pc:docMk/>
            <pc:sldMk cId="1039016999" sldId="268"/>
            <ac:inkMk id="14" creationId="{85305549-A328-F546-BBFC-E1537D529CD3}"/>
          </ac:inkMkLst>
        </pc:inkChg>
        <pc:inkChg chg="add">
          <ac:chgData name="Esraa Mohamed" userId="32a53f8955a3383c" providerId="LiveId" clId="{F10043CA-7E0C-4C5B-B8AD-80B51C33A480}" dt="2026-08-30T08:43:48.034" v="276" actId="9405"/>
          <ac:inkMkLst>
            <pc:docMk/>
            <pc:sldMk cId="1039016999" sldId="268"/>
            <ac:inkMk id="15" creationId="{FC4F5E32-36D5-7DF7-9A9D-3DB11E76DE54}"/>
          </ac:inkMkLst>
        </pc:inkChg>
        <pc:inkChg chg="add">
          <ac:chgData name="Esraa Mohamed" userId="32a53f8955a3383c" providerId="LiveId" clId="{F10043CA-7E0C-4C5B-B8AD-80B51C33A480}" dt="2026-08-30T08:43:51.329" v="278" actId="9405"/>
          <ac:inkMkLst>
            <pc:docMk/>
            <pc:sldMk cId="1039016999" sldId="268"/>
            <ac:inkMk id="17" creationId="{C9AED194-317F-4BDB-8A28-17AC90B35005}"/>
          </ac:inkMkLst>
        </pc:inkChg>
        <pc:inkChg chg="add">
          <ac:chgData name="Esraa Mohamed" userId="32a53f8955a3383c" providerId="LiveId" clId="{F10043CA-7E0C-4C5B-B8AD-80B51C33A480}" dt="2026-08-30T08:43:59.333" v="279" actId="9405"/>
          <ac:inkMkLst>
            <pc:docMk/>
            <pc:sldMk cId="1039016999" sldId="268"/>
            <ac:inkMk id="18" creationId="{0AA6344E-049A-FBDF-78C9-EC94EAE77F5E}"/>
          </ac:inkMkLst>
        </pc:inkChg>
        <pc:inkChg chg="add mod">
          <ac:chgData name="Esraa Mohamed" userId="32a53f8955a3383c" providerId="LiveId" clId="{F10043CA-7E0C-4C5B-B8AD-80B51C33A480}" dt="2026-08-30T08:44:11.826" v="282"/>
          <ac:inkMkLst>
            <pc:docMk/>
            <pc:sldMk cId="1039016999" sldId="268"/>
            <ac:inkMk id="19" creationId="{4AB25BEA-6217-3447-B574-8F42AC385A85}"/>
          </ac:inkMkLst>
        </pc:inkChg>
        <pc:inkChg chg="add mod">
          <ac:chgData name="Esraa Mohamed" userId="32a53f8955a3383c" providerId="LiveId" clId="{F10043CA-7E0C-4C5B-B8AD-80B51C33A480}" dt="2026-08-30T08:44:11.826" v="282"/>
          <ac:inkMkLst>
            <pc:docMk/>
            <pc:sldMk cId="1039016999" sldId="268"/>
            <ac:inkMk id="20" creationId="{BE3DA222-8643-4FFD-BB7D-C7558EDEFD3C}"/>
          </ac:inkMkLst>
        </pc:inkChg>
        <pc:inkChg chg="add mod">
          <ac:chgData name="Esraa Mohamed" userId="32a53f8955a3383c" providerId="LiveId" clId="{F10043CA-7E0C-4C5B-B8AD-80B51C33A480}" dt="2026-08-30T08:44:18.324" v="284"/>
          <ac:inkMkLst>
            <pc:docMk/>
            <pc:sldMk cId="1039016999" sldId="268"/>
            <ac:inkMk id="22" creationId="{C390C501-26EA-2D65-92A4-434E611F0722}"/>
          </ac:inkMkLst>
        </pc:inkChg>
        <pc:inkChg chg="add del">
          <ac:chgData name="Esraa Mohamed" userId="32a53f8955a3383c" providerId="LiveId" clId="{F10043CA-7E0C-4C5B-B8AD-80B51C33A480}" dt="2026-08-30T08:44:32.350" v="286"/>
          <ac:inkMkLst>
            <pc:docMk/>
            <pc:sldMk cId="1039016999" sldId="268"/>
            <ac:inkMk id="24" creationId="{E3FEF187-0B7F-FF6C-234A-038EEF4E1968}"/>
          </ac:inkMkLst>
        </pc:inkChg>
        <pc:inkChg chg="add">
          <ac:chgData name="Esraa Mohamed" userId="32a53f8955a3383c" providerId="LiveId" clId="{F10043CA-7E0C-4C5B-B8AD-80B51C33A480}" dt="2026-08-30T08:44:32.350" v="286"/>
          <ac:inkMkLst>
            <pc:docMk/>
            <pc:sldMk cId="1039016999" sldId="268"/>
            <ac:inkMk id="25" creationId="{15894EAD-9890-04C1-F252-FB344BBBBC2B}"/>
          </ac:inkMkLst>
        </pc:inkChg>
        <pc:inkChg chg="add">
          <ac:chgData name="Esraa Mohamed" userId="32a53f8955a3383c" providerId="LiveId" clId="{F10043CA-7E0C-4C5B-B8AD-80B51C33A480}" dt="2026-08-30T08:44:38.781" v="287" actId="9405"/>
          <ac:inkMkLst>
            <pc:docMk/>
            <pc:sldMk cId="1039016999" sldId="268"/>
            <ac:inkMk id="26" creationId="{8D64F3B9-3B98-251E-32F3-619316BB9BE7}"/>
          </ac:inkMkLst>
        </pc:inkChg>
        <pc:inkChg chg="add del">
          <ac:chgData name="Esraa Mohamed" userId="32a53f8955a3383c" providerId="LiveId" clId="{F10043CA-7E0C-4C5B-B8AD-80B51C33A480}" dt="2026-08-30T08:44:43.437" v="289"/>
          <ac:inkMkLst>
            <pc:docMk/>
            <pc:sldMk cId="1039016999" sldId="268"/>
            <ac:inkMk id="27" creationId="{121C4EB5-0A9B-F223-3F57-2DF5E8C2F53A}"/>
          </ac:inkMkLst>
        </pc:inkChg>
        <pc:inkChg chg="add">
          <ac:chgData name="Esraa Mohamed" userId="32a53f8955a3383c" providerId="LiveId" clId="{F10043CA-7E0C-4C5B-B8AD-80B51C33A480}" dt="2026-08-30T08:44:43.437" v="289"/>
          <ac:inkMkLst>
            <pc:docMk/>
            <pc:sldMk cId="1039016999" sldId="268"/>
            <ac:inkMk id="28" creationId="{F09F7F74-4721-DFD2-3FCE-9D12335CD683}"/>
          </ac:inkMkLst>
        </pc:inkChg>
        <pc:inkChg chg="add">
          <ac:chgData name="Esraa Mohamed" userId="32a53f8955a3383c" providerId="LiveId" clId="{F10043CA-7E0C-4C5B-B8AD-80B51C33A480}" dt="2026-08-30T08:44:45.009" v="290" actId="9405"/>
          <ac:inkMkLst>
            <pc:docMk/>
            <pc:sldMk cId="1039016999" sldId="268"/>
            <ac:inkMk id="29" creationId="{26E65FFF-0433-544F-828F-6B84CD46A2D0}"/>
          </ac:inkMkLst>
        </pc:inkChg>
        <pc:inkChg chg="add">
          <ac:chgData name="Esraa Mohamed" userId="32a53f8955a3383c" providerId="LiveId" clId="{F10043CA-7E0C-4C5B-B8AD-80B51C33A480}" dt="2026-08-30T08:44:47.967" v="291" actId="9405"/>
          <ac:inkMkLst>
            <pc:docMk/>
            <pc:sldMk cId="1039016999" sldId="268"/>
            <ac:inkMk id="30" creationId="{1ECA724A-04C3-900E-391F-0346ED675968}"/>
          </ac:inkMkLst>
        </pc:inkChg>
        <pc:inkChg chg="add">
          <ac:chgData name="Esraa Mohamed" userId="32a53f8955a3383c" providerId="LiveId" clId="{F10043CA-7E0C-4C5B-B8AD-80B51C33A480}" dt="2026-08-30T08:44:51.491" v="292" actId="9405"/>
          <ac:inkMkLst>
            <pc:docMk/>
            <pc:sldMk cId="1039016999" sldId="268"/>
            <ac:inkMk id="31" creationId="{7D2F70D7-CF3A-8E94-8DBF-68BABDAB803E}"/>
          </ac:inkMkLst>
        </pc:inkChg>
      </pc:sldChg>
      <pc:sldChg chg="addSp delSp modSp mod">
        <pc:chgData name="Esraa Mohamed" userId="32a53f8955a3383c" providerId="LiveId" clId="{F10043CA-7E0C-4C5B-B8AD-80B51C33A480}" dt="2026-08-30T08:45:28.515" v="299"/>
        <pc:sldMkLst>
          <pc:docMk/>
          <pc:sldMk cId="2766936048" sldId="269"/>
        </pc:sldMkLst>
        <pc:grpChg chg="del mod">
          <ac:chgData name="Esraa Mohamed" userId="32a53f8955a3383c" providerId="LiveId" clId="{F10043CA-7E0C-4C5B-B8AD-80B51C33A480}" dt="2026-08-30T08:45:28.515" v="299"/>
          <ac:grpSpMkLst>
            <pc:docMk/>
            <pc:sldMk cId="2766936048" sldId="269"/>
            <ac:grpSpMk id="7" creationId="{E4C52385-0A1C-2587-4DDA-8A161BC69E8A}"/>
          </ac:grpSpMkLst>
        </pc:grpChg>
        <pc:grpChg chg="mod">
          <ac:chgData name="Esraa Mohamed" userId="32a53f8955a3383c" providerId="LiveId" clId="{F10043CA-7E0C-4C5B-B8AD-80B51C33A480}" dt="2026-08-30T08:45:28.515" v="299"/>
          <ac:grpSpMkLst>
            <pc:docMk/>
            <pc:sldMk cId="2766936048" sldId="269"/>
            <ac:grpSpMk id="16" creationId="{E8BC799F-D925-D8C7-EE63-B5615D91282A}"/>
          </ac:grpSpMkLst>
        </pc:grpChg>
        <pc:inkChg chg="add mod">
          <ac:chgData name="Esraa Mohamed" userId="32a53f8955a3383c" providerId="LiveId" clId="{F10043CA-7E0C-4C5B-B8AD-80B51C33A480}" dt="2026-08-30T08:45:28.515" v="299"/>
          <ac:inkMkLst>
            <pc:docMk/>
            <pc:sldMk cId="2766936048" sldId="269"/>
            <ac:inkMk id="4" creationId="{D34FD747-959B-3B8F-EB93-23DA79EC52EB}"/>
          </ac:inkMkLst>
        </pc:inkChg>
        <pc:inkChg chg="add mod">
          <ac:chgData name="Esraa Mohamed" userId="32a53f8955a3383c" providerId="LiveId" clId="{F10043CA-7E0C-4C5B-B8AD-80B51C33A480}" dt="2026-08-30T08:45:28.515" v="299"/>
          <ac:inkMkLst>
            <pc:docMk/>
            <pc:sldMk cId="2766936048" sldId="269"/>
            <ac:inkMk id="5" creationId="{755F9EE5-89AD-38A5-67BC-EF2C968F2B15}"/>
          </ac:inkMkLst>
        </pc:inkChg>
        <pc:inkChg chg="add mod">
          <ac:chgData name="Esraa Mohamed" userId="32a53f8955a3383c" providerId="LiveId" clId="{F10043CA-7E0C-4C5B-B8AD-80B51C33A480}" dt="2026-08-30T08:45:28.515" v="299"/>
          <ac:inkMkLst>
            <pc:docMk/>
            <pc:sldMk cId="2766936048" sldId="269"/>
            <ac:inkMk id="6" creationId="{986618B6-30E8-6E20-69BA-BF2B8D7EB930}"/>
          </ac:inkMkLst>
        </pc:inkChg>
        <pc:inkChg chg="add mod">
          <ac:chgData name="Esraa Mohamed" userId="32a53f8955a3383c" providerId="LiveId" clId="{F10043CA-7E0C-4C5B-B8AD-80B51C33A480}" dt="2026-08-30T08:45:28.515" v="299"/>
          <ac:inkMkLst>
            <pc:docMk/>
            <pc:sldMk cId="2766936048" sldId="269"/>
            <ac:inkMk id="9" creationId="{575AE360-6E44-6D66-CDCC-AB92213B9892}"/>
          </ac:inkMkLst>
        </pc:inkChg>
        <pc:inkChg chg="add mod">
          <ac:chgData name="Esraa Mohamed" userId="32a53f8955a3383c" providerId="LiveId" clId="{F10043CA-7E0C-4C5B-B8AD-80B51C33A480}" dt="2026-08-30T08:45:28.515" v="299"/>
          <ac:inkMkLst>
            <pc:docMk/>
            <pc:sldMk cId="2766936048" sldId="269"/>
            <ac:inkMk id="14" creationId="{E709BA90-22B1-7898-4CC7-345899C37963}"/>
          </ac:inkMkLst>
        </pc:inkChg>
      </pc:sldChg>
      <pc:sldChg chg="addSp delSp modSp mod">
        <pc:chgData name="Esraa Mohamed" userId="32a53f8955a3383c" providerId="LiveId" clId="{F10043CA-7E0C-4C5B-B8AD-80B51C33A480}" dt="2026-08-30T09:12:24.134" v="313"/>
        <pc:sldMkLst>
          <pc:docMk/>
          <pc:sldMk cId="4170031752" sldId="270"/>
        </pc:sldMkLst>
        <pc:spChg chg="mod">
          <ac:chgData name="Esraa Mohamed" userId="32a53f8955a3383c" providerId="LiveId" clId="{F10043CA-7E0C-4C5B-B8AD-80B51C33A480}" dt="2026-08-30T09:09:23.204" v="304" actId="1035"/>
          <ac:spMkLst>
            <pc:docMk/>
            <pc:sldMk cId="4170031752" sldId="270"/>
            <ac:spMk id="3" creationId="{DF6C9C1C-D3FD-76FF-316F-C30E34E10075}"/>
          </ac:spMkLst>
        </pc:spChg>
        <pc:grpChg chg="mod">
          <ac:chgData name="Esraa Mohamed" userId="32a53f8955a3383c" providerId="LiveId" clId="{F10043CA-7E0C-4C5B-B8AD-80B51C33A480}" dt="2026-08-30T09:12:03.673" v="310"/>
          <ac:grpSpMkLst>
            <pc:docMk/>
            <pc:sldMk cId="4170031752" sldId="270"/>
            <ac:grpSpMk id="14" creationId="{C2C8F168-2E2E-269B-3146-548DFD4A1254}"/>
          </ac:grpSpMkLst>
        </pc:grpChg>
        <pc:inkChg chg="add">
          <ac:chgData name="Esraa Mohamed" userId="32a53f8955a3383c" providerId="LiveId" clId="{F10043CA-7E0C-4C5B-B8AD-80B51C33A480}" dt="2026-08-30T09:10:15.320" v="305" actId="9405"/>
          <ac:inkMkLst>
            <pc:docMk/>
            <pc:sldMk cId="4170031752" sldId="270"/>
            <ac:inkMk id="4" creationId="{8CD9CB70-ECC4-E2E2-CDD9-53DC3824942A}"/>
          </ac:inkMkLst>
        </pc:inkChg>
        <pc:inkChg chg="add mod">
          <ac:chgData name="Esraa Mohamed" userId="32a53f8955a3383c" providerId="LiveId" clId="{F10043CA-7E0C-4C5B-B8AD-80B51C33A480}" dt="2026-08-30T09:12:03.673" v="310"/>
          <ac:inkMkLst>
            <pc:docMk/>
            <pc:sldMk cId="4170031752" sldId="270"/>
            <ac:inkMk id="5" creationId="{4A1225AB-3896-ECFC-7006-98509441606E}"/>
          </ac:inkMkLst>
        </pc:inkChg>
        <pc:inkChg chg="add mod">
          <ac:chgData name="Esraa Mohamed" userId="32a53f8955a3383c" providerId="LiveId" clId="{F10043CA-7E0C-4C5B-B8AD-80B51C33A480}" dt="2026-08-30T09:12:03.673" v="310"/>
          <ac:inkMkLst>
            <pc:docMk/>
            <pc:sldMk cId="4170031752" sldId="270"/>
            <ac:inkMk id="6" creationId="{9933167F-BBA3-E514-6FD3-C4DAAF686F92}"/>
          </ac:inkMkLst>
        </pc:inkChg>
        <pc:inkChg chg="add mod">
          <ac:chgData name="Esraa Mohamed" userId="32a53f8955a3383c" providerId="LiveId" clId="{F10043CA-7E0C-4C5B-B8AD-80B51C33A480}" dt="2026-08-30T09:12:03.673" v="310"/>
          <ac:inkMkLst>
            <pc:docMk/>
            <pc:sldMk cId="4170031752" sldId="270"/>
            <ac:inkMk id="7" creationId="{3EC1575E-C8EC-C71A-0B86-08CB395A0093}"/>
          </ac:inkMkLst>
        </pc:inkChg>
        <pc:inkChg chg="add mod">
          <ac:chgData name="Esraa Mohamed" userId="32a53f8955a3383c" providerId="LiveId" clId="{F10043CA-7E0C-4C5B-B8AD-80B51C33A480}" dt="2026-08-30T09:12:03.673" v="310"/>
          <ac:inkMkLst>
            <pc:docMk/>
            <pc:sldMk cId="4170031752" sldId="270"/>
            <ac:inkMk id="9" creationId="{5E3733B7-763C-296B-778D-03B4A308827E}"/>
          </ac:inkMkLst>
        </pc:inkChg>
        <pc:inkChg chg="add del">
          <ac:chgData name="Esraa Mohamed" userId="32a53f8955a3383c" providerId="LiveId" clId="{F10043CA-7E0C-4C5B-B8AD-80B51C33A480}" dt="2026-08-30T09:12:22.782" v="312"/>
          <ac:inkMkLst>
            <pc:docMk/>
            <pc:sldMk cId="4170031752" sldId="270"/>
            <ac:inkMk id="16" creationId="{EF072EBD-0868-557D-1652-2FC44FB44BA2}"/>
          </ac:inkMkLst>
        </pc:inkChg>
        <pc:inkChg chg="add mod">
          <ac:chgData name="Esraa Mohamed" userId="32a53f8955a3383c" providerId="LiveId" clId="{F10043CA-7E0C-4C5B-B8AD-80B51C33A480}" dt="2026-08-30T09:12:24.134" v="313"/>
          <ac:inkMkLst>
            <pc:docMk/>
            <pc:sldMk cId="4170031752" sldId="270"/>
            <ac:inkMk id="18" creationId="{C664FB1B-1400-4779-AEA5-DA840CD78CA8}"/>
          </ac:inkMkLst>
        </pc:inkChg>
      </pc:sldChg>
      <pc:sldChg chg="addSp delSp modSp mod">
        <pc:chgData name="Esraa Mohamed" userId="32a53f8955a3383c" providerId="LiveId" clId="{F10043CA-7E0C-4C5B-B8AD-80B51C33A480}" dt="2026-08-30T09:13:02.561" v="320"/>
        <pc:sldMkLst>
          <pc:docMk/>
          <pc:sldMk cId="2260357788" sldId="271"/>
        </pc:sldMkLst>
        <pc:inkChg chg="add del">
          <ac:chgData name="Esraa Mohamed" userId="32a53f8955a3383c" providerId="LiveId" clId="{F10043CA-7E0C-4C5B-B8AD-80B51C33A480}" dt="2026-08-30T09:12:55.049" v="315"/>
          <ac:inkMkLst>
            <pc:docMk/>
            <pc:sldMk cId="2260357788" sldId="271"/>
            <ac:inkMk id="4" creationId="{3FABD6E2-DDB3-CBEB-A5B4-2C2739090017}"/>
          </ac:inkMkLst>
        </pc:inkChg>
        <pc:inkChg chg="add mod">
          <ac:chgData name="Esraa Mohamed" userId="32a53f8955a3383c" providerId="LiveId" clId="{F10043CA-7E0C-4C5B-B8AD-80B51C33A480}" dt="2026-08-30T09:12:57.253" v="316"/>
          <ac:inkMkLst>
            <pc:docMk/>
            <pc:sldMk cId="2260357788" sldId="271"/>
            <ac:inkMk id="5" creationId="{F0C9CF9F-808A-1824-AB08-F585E67CD1E8}"/>
          </ac:inkMkLst>
        </pc:inkChg>
        <pc:inkChg chg="add">
          <ac:chgData name="Esraa Mohamed" userId="32a53f8955a3383c" providerId="LiveId" clId="{F10043CA-7E0C-4C5B-B8AD-80B51C33A480}" dt="2026-08-30T09:13:00.100" v="317" actId="9405"/>
          <ac:inkMkLst>
            <pc:docMk/>
            <pc:sldMk cId="2260357788" sldId="271"/>
            <ac:inkMk id="6" creationId="{ACF0B1B6-D90E-3EAA-A0A9-B0639852588E}"/>
          </ac:inkMkLst>
        </pc:inkChg>
        <pc:inkChg chg="add del">
          <ac:chgData name="Esraa Mohamed" userId="32a53f8955a3383c" providerId="LiveId" clId="{F10043CA-7E0C-4C5B-B8AD-80B51C33A480}" dt="2026-08-30T09:13:02.184" v="319"/>
          <ac:inkMkLst>
            <pc:docMk/>
            <pc:sldMk cId="2260357788" sldId="271"/>
            <ac:inkMk id="9" creationId="{7A08269C-55E0-6EA4-EECF-C8F334EC4EEE}"/>
          </ac:inkMkLst>
        </pc:inkChg>
        <pc:inkChg chg="add mod">
          <ac:chgData name="Esraa Mohamed" userId="32a53f8955a3383c" providerId="LiveId" clId="{F10043CA-7E0C-4C5B-B8AD-80B51C33A480}" dt="2026-08-30T09:13:02.561" v="320"/>
          <ac:inkMkLst>
            <pc:docMk/>
            <pc:sldMk cId="2260357788" sldId="271"/>
            <ac:inkMk id="14" creationId="{96544E94-E5DD-79C6-A2C2-55B57FCCE45D}"/>
          </ac:inkMkLst>
        </pc:inkChg>
      </pc:sldChg>
      <pc:sldChg chg="addSp delSp modSp mod">
        <pc:chgData name="Esraa Mohamed" userId="32a53f8955a3383c" providerId="LiveId" clId="{F10043CA-7E0C-4C5B-B8AD-80B51C33A480}" dt="2026-08-30T09:17:30.894" v="327"/>
        <pc:sldMkLst>
          <pc:docMk/>
          <pc:sldMk cId="2989981990" sldId="272"/>
        </pc:sldMkLst>
        <pc:inkChg chg="add">
          <ac:chgData name="Esraa Mohamed" userId="32a53f8955a3383c" providerId="LiveId" clId="{F10043CA-7E0C-4C5B-B8AD-80B51C33A480}" dt="2026-08-30T09:17:19.380" v="321" actId="9405"/>
          <ac:inkMkLst>
            <pc:docMk/>
            <pc:sldMk cId="2989981990" sldId="272"/>
            <ac:inkMk id="4" creationId="{58E48ABB-4957-657A-1961-B7DF4DEAAE96}"/>
          </ac:inkMkLst>
        </pc:inkChg>
        <pc:inkChg chg="add">
          <ac:chgData name="Esraa Mohamed" userId="32a53f8955a3383c" providerId="LiveId" clId="{F10043CA-7E0C-4C5B-B8AD-80B51C33A480}" dt="2026-08-30T09:17:21.307" v="322" actId="9405"/>
          <ac:inkMkLst>
            <pc:docMk/>
            <pc:sldMk cId="2989981990" sldId="272"/>
            <ac:inkMk id="6" creationId="{2AF3630F-ED15-2827-7AC5-449D357FD11F}"/>
          </ac:inkMkLst>
        </pc:inkChg>
        <pc:inkChg chg="add del">
          <ac:chgData name="Esraa Mohamed" userId="32a53f8955a3383c" providerId="LiveId" clId="{F10043CA-7E0C-4C5B-B8AD-80B51C33A480}" dt="2026-08-30T09:17:22.915" v="324"/>
          <ac:inkMkLst>
            <pc:docMk/>
            <pc:sldMk cId="2989981990" sldId="272"/>
            <ac:inkMk id="7" creationId="{99471A5B-095C-9C8F-4DE0-22F5DA56DDB9}"/>
          </ac:inkMkLst>
        </pc:inkChg>
        <pc:inkChg chg="add">
          <ac:chgData name="Esraa Mohamed" userId="32a53f8955a3383c" providerId="LiveId" clId="{F10043CA-7E0C-4C5B-B8AD-80B51C33A480}" dt="2026-08-30T09:17:22.915" v="324"/>
          <ac:inkMkLst>
            <pc:docMk/>
            <pc:sldMk cId="2989981990" sldId="272"/>
            <ac:inkMk id="9" creationId="{11965E0B-4D4D-1CEA-DA84-BC4CE2D4B3BE}"/>
          </ac:inkMkLst>
        </pc:inkChg>
        <pc:inkChg chg="add del">
          <ac:chgData name="Esraa Mohamed" userId="32a53f8955a3383c" providerId="LiveId" clId="{F10043CA-7E0C-4C5B-B8AD-80B51C33A480}" dt="2026-08-30T09:17:27.286" v="326"/>
          <ac:inkMkLst>
            <pc:docMk/>
            <pc:sldMk cId="2989981990" sldId="272"/>
            <ac:inkMk id="14" creationId="{BACE74CD-47ED-21BF-4DDF-4C0E6BC145C5}"/>
          </ac:inkMkLst>
        </pc:inkChg>
        <pc:inkChg chg="add mod">
          <ac:chgData name="Esraa Mohamed" userId="32a53f8955a3383c" providerId="LiveId" clId="{F10043CA-7E0C-4C5B-B8AD-80B51C33A480}" dt="2026-08-30T09:17:30.894" v="327"/>
          <ac:inkMkLst>
            <pc:docMk/>
            <pc:sldMk cId="2989981990" sldId="272"/>
            <ac:inkMk id="16" creationId="{B72EC53D-1D4F-EF54-80F8-3A34AF1ED127}"/>
          </ac:inkMkLst>
        </pc:inkChg>
      </pc:sldChg>
      <pc:sldChg chg="addSp delSp modSp mod">
        <pc:chgData name="Esraa Mohamed" userId="32a53f8955a3383c" providerId="LiveId" clId="{F10043CA-7E0C-4C5B-B8AD-80B51C33A480}" dt="2026-08-30T09:27:09.003" v="349" actId="9405"/>
        <pc:sldMkLst>
          <pc:docMk/>
          <pc:sldMk cId="2126685901" sldId="273"/>
        </pc:sldMkLst>
        <pc:grpChg chg="del mod">
          <ac:chgData name="Esraa Mohamed" userId="32a53f8955a3383c" providerId="LiveId" clId="{F10043CA-7E0C-4C5B-B8AD-80B51C33A480}" dt="2026-08-30T09:20:02.164" v="348"/>
          <ac:grpSpMkLst>
            <pc:docMk/>
            <pc:sldMk cId="2126685901" sldId="273"/>
            <ac:grpSpMk id="9" creationId="{A30476D2-2864-B905-72BF-2F6C41672A9C}"/>
          </ac:grpSpMkLst>
        </pc:grpChg>
        <pc:grpChg chg="del mod">
          <ac:chgData name="Esraa Mohamed" userId="32a53f8955a3383c" providerId="LiveId" clId="{F10043CA-7E0C-4C5B-B8AD-80B51C33A480}" dt="2026-08-30T09:19:11.542" v="339"/>
          <ac:grpSpMkLst>
            <pc:docMk/>
            <pc:sldMk cId="2126685901" sldId="273"/>
            <ac:grpSpMk id="12" creationId="{EFEA03E2-2A72-522F-5C1A-0057B3BCFCDF}"/>
          </ac:grpSpMkLst>
        </pc:grpChg>
        <pc:grpChg chg="del mod">
          <ac:chgData name="Esraa Mohamed" userId="32a53f8955a3383c" providerId="LiveId" clId="{F10043CA-7E0C-4C5B-B8AD-80B51C33A480}" dt="2026-08-30T09:19:25.780" v="344"/>
          <ac:grpSpMkLst>
            <pc:docMk/>
            <pc:sldMk cId="2126685901" sldId="273"/>
            <ac:grpSpMk id="14" creationId="{7D36DE9B-70F9-EAB4-BF12-088C860537F2}"/>
          </ac:grpSpMkLst>
        </pc:grpChg>
        <pc:grpChg chg="mod">
          <ac:chgData name="Esraa Mohamed" userId="32a53f8955a3383c" providerId="LiveId" clId="{F10043CA-7E0C-4C5B-B8AD-80B51C33A480}" dt="2026-08-30T09:19:25.780" v="344"/>
          <ac:grpSpMkLst>
            <pc:docMk/>
            <pc:sldMk cId="2126685901" sldId="273"/>
            <ac:grpSpMk id="20" creationId="{A84DDE7E-945E-4E03-6AD8-8CF66C579E74}"/>
          </ac:grpSpMkLst>
        </pc:grpChg>
        <pc:grpChg chg="mod">
          <ac:chgData name="Esraa Mohamed" userId="32a53f8955a3383c" providerId="LiveId" clId="{F10043CA-7E0C-4C5B-B8AD-80B51C33A480}" dt="2026-08-30T09:20:02.164" v="348"/>
          <ac:grpSpMkLst>
            <pc:docMk/>
            <pc:sldMk cId="2126685901" sldId="273"/>
            <ac:grpSpMk id="24" creationId="{BE0DC448-1834-DA40-F076-B5EA789BA3D7}"/>
          </ac:grpSpMkLst>
        </pc:grpChg>
        <pc:inkChg chg="add">
          <ac:chgData name="Esraa Mohamed" userId="32a53f8955a3383c" providerId="LiveId" clId="{F10043CA-7E0C-4C5B-B8AD-80B51C33A480}" dt="2026-08-30T09:18:41.479" v="328" actId="9405"/>
          <ac:inkMkLst>
            <pc:docMk/>
            <pc:sldMk cId="2126685901" sldId="273"/>
            <ac:inkMk id="3" creationId="{4F903B37-B5B6-7EAF-F261-D1B6102C2B7F}"/>
          </ac:inkMkLst>
        </pc:inkChg>
        <pc:inkChg chg="add del">
          <ac:chgData name="Esraa Mohamed" userId="32a53f8955a3383c" providerId="LiveId" clId="{F10043CA-7E0C-4C5B-B8AD-80B51C33A480}" dt="2026-08-30T09:18:44.369" v="330"/>
          <ac:inkMkLst>
            <pc:docMk/>
            <pc:sldMk cId="2126685901" sldId="273"/>
            <ac:inkMk id="4" creationId="{DFE79497-B9B7-03B3-52CF-F6170B2AD24A}"/>
          </ac:inkMkLst>
        </pc:inkChg>
        <pc:inkChg chg="add mod">
          <ac:chgData name="Esraa Mohamed" userId="32a53f8955a3383c" providerId="LiveId" clId="{F10043CA-7E0C-4C5B-B8AD-80B51C33A480}" dt="2026-08-30T09:18:44.528" v="331"/>
          <ac:inkMkLst>
            <pc:docMk/>
            <pc:sldMk cId="2126685901" sldId="273"/>
            <ac:inkMk id="6" creationId="{B61484B2-809D-807E-4216-26C3A87D3FC8}"/>
          </ac:inkMkLst>
        </pc:inkChg>
        <pc:inkChg chg="add mod">
          <ac:chgData name="Esraa Mohamed" userId="32a53f8955a3383c" providerId="LiveId" clId="{F10043CA-7E0C-4C5B-B8AD-80B51C33A480}" dt="2026-08-30T09:20:02.164" v="348"/>
          <ac:inkMkLst>
            <pc:docMk/>
            <pc:sldMk cId="2126685901" sldId="273"/>
            <ac:inkMk id="7" creationId="{2A281FD3-2D58-00EA-E3D2-2E49AE6A5F31}"/>
          </ac:inkMkLst>
        </pc:inkChg>
        <pc:inkChg chg="add mod">
          <ac:chgData name="Esraa Mohamed" userId="32a53f8955a3383c" providerId="LiveId" clId="{F10043CA-7E0C-4C5B-B8AD-80B51C33A480}" dt="2026-08-30T09:20:02.164" v="348"/>
          <ac:inkMkLst>
            <pc:docMk/>
            <pc:sldMk cId="2126685901" sldId="273"/>
            <ac:inkMk id="8" creationId="{2CB31F0D-60D3-7FF4-0480-51AD9B1A7386}"/>
          </ac:inkMkLst>
        </pc:inkChg>
        <pc:inkChg chg="add mod">
          <ac:chgData name="Esraa Mohamed" userId="32a53f8955a3383c" providerId="LiveId" clId="{F10043CA-7E0C-4C5B-B8AD-80B51C33A480}" dt="2026-08-30T09:19:25.780" v="344"/>
          <ac:inkMkLst>
            <pc:docMk/>
            <pc:sldMk cId="2126685901" sldId="273"/>
            <ac:inkMk id="10" creationId="{4F4C2428-48A4-5F3F-E12C-7ED50102DB96}"/>
          </ac:inkMkLst>
        </pc:inkChg>
        <pc:inkChg chg="add mod">
          <ac:chgData name="Esraa Mohamed" userId="32a53f8955a3383c" providerId="LiveId" clId="{F10043CA-7E0C-4C5B-B8AD-80B51C33A480}" dt="2026-08-30T09:19:25.780" v="344"/>
          <ac:inkMkLst>
            <pc:docMk/>
            <pc:sldMk cId="2126685901" sldId="273"/>
            <ac:inkMk id="11" creationId="{54894263-859C-8B3F-D0DF-A753A65D07B9}"/>
          </ac:inkMkLst>
        </pc:inkChg>
        <pc:inkChg chg="add mod">
          <ac:chgData name="Esraa Mohamed" userId="32a53f8955a3383c" providerId="LiveId" clId="{F10043CA-7E0C-4C5B-B8AD-80B51C33A480}" dt="2026-08-30T09:19:25.780" v="344"/>
          <ac:inkMkLst>
            <pc:docMk/>
            <pc:sldMk cId="2126685901" sldId="273"/>
            <ac:inkMk id="13" creationId="{5D611EE1-7A34-F6E4-E61B-43A6FC9A7268}"/>
          </ac:inkMkLst>
        </pc:inkChg>
        <pc:inkChg chg="add del">
          <ac:chgData name="Esraa Mohamed" userId="32a53f8955a3383c" providerId="LiveId" clId="{F10043CA-7E0C-4C5B-B8AD-80B51C33A480}" dt="2026-08-30T09:19:15.016" v="341"/>
          <ac:inkMkLst>
            <pc:docMk/>
            <pc:sldMk cId="2126685901" sldId="273"/>
            <ac:inkMk id="16" creationId="{7ADDE8B3-0F90-7B4C-9796-788E608E3F61}"/>
          </ac:inkMkLst>
        </pc:inkChg>
        <pc:inkChg chg="add">
          <ac:chgData name="Esraa Mohamed" userId="32a53f8955a3383c" providerId="LiveId" clId="{F10043CA-7E0C-4C5B-B8AD-80B51C33A480}" dt="2026-08-30T09:19:15.016" v="341"/>
          <ac:inkMkLst>
            <pc:docMk/>
            <pc:sldMk cId="2126685901" sldId="273"/>
            <ac:inkMk id="17" creationId="{596F43E4-F051-EF05-9AC7-6EB614B90118}"/>
          </ac:inkMkLst>
        </pc:inkChg>
        <pc:inkChg chg="add">
          <ac:chgData name="Esraa Mohamed" userId="32a53f8955a3383c" providerId="LiveId" clId="{F10043CA-7E0C-4C5B-B8AD-80B51C33A480}" dt="2026-08-30T09:19:20.254" v="342" actId="9405"/>
          <ac:inkMkLst>
            <pc:docMk/>
            <pc:sldMk cId="2126685901" sldId="273"/>
            <ac:inkMk id="18" creationId="{6E096608-7F2D-1C98-1F05-88BECEC1C840}"/>
          </ac:inkMkLst>
        </pc:inkChg>
        <pc:inkChg chg="add mod">
          <ac:chgData name="Esraa Mohamed" userId="32a53f8955a3383c" providerId="LiveId" clId="{F10043CA-7E0C-4C5B-B8AD-80B51C33A480}" dt="2026-08-30T09:19:25.780" v="344"/>
          <ac:inkMkLst>
            <pc:docMk/>
            <pc:sldMk cId="2126685901" sldId="273"/>
            <ac:inkMk id="19" creationId="{BFE9943D-9A35-0E15-B893-A44DB9F6F26E}"/>
          </ac:inkMkLst>
        </pc:inkChg>
        <pc:inkChg chg="add del">
          <ac:chgData name="Esraa Mohamed" userId="32a53f8955a3383c" providerId="LiveId" clId="{F10043CA-7E0C-4C5B-B8AD-80B51C33A480}" dt="2026-08-30T09:19:28.576" v="346"/>
          <ac:inkMkLst>
            <pc:docMk/>
            <pc:sldMk cId="2126685901" sldId="273"/>
            <ac:inkMk id="21" creationId="{9CE0FF44-CD09-7203-C37F-A186D25BD575}"/>
          </ac:inkMkLst>
        </pc:inkChg>
        <pc:inkChg chg="add">
          <ac:chgData name="Esraa Mohamed" userId="32a53f8955a3383c" providerId="LiveId" clId="{F10043CA-7E0C-4C5B-B8AD-80B51C33A480}" dt="2026-08-30T09:19:28.576" v="346"/>
          <ac:inkMkLst>
            <pc:docMk/>
            <pc:sldMk cId="2126685901" sldId="273"/>
            <ac:inkMk id="22" creationId="{F12FB2CB-6B5A-94A3-57D6-A435BBC98BD4}"/>
          </ac:inkMkLst>
        </pc:inkChg>
        <pc:inkChg chg="add mod">
          <ac:chgData name="Esraa Mohamed" userId="32a53f8955a3383c" providerId="LiveId" clId="{F10043CA-7E0C-4C5B-B8AD-80B51C33A480}" dt="2026-08-30T09:20:02.164" v="348"/>
          <ac:inkMkLst>
            <pc:docMk/>
            <pc:sldMk cId="2126685901" sldId="273"/>
            <ac:inkMk id="23" creationId="{3388D206-4CAD-4D33-F8AE-38AB6F24DF5B}"/>
          </ac:inkMkLst>
        </pc:inkChg>
        <pc:inkChg chg="add">
          <ac:chgData name="Esraa Mohamed" userId="32a53f8955a3383c" providerId="LiveId" clId="{F10043CA-7E0C-4C5B-B8AD-80B51C33A480}" dt="2026-08-30T09:27:09.003" v="349" actId="9405"/>
          <ac:inkMkLst>
            <pc:docMk/>
            <pc:sldMk cId="2126685901" sldId="273"/>
            <ac:inkMk id="25" creationId="{9AD7EC41-D033-CCD2-AD8E-1CDF51D64501}"/>
          </ac:inkMkLst>
        </pc:inkChg>
      </pc:sldChg>
      <pc:sldChg chg="addSp delSp modSp mod">
        <pc:chgData name="Esraa Mohamed" userId="32a53f8955a3383c" providerId="LiveId" clId="{F10043CA-7E0C-4C5B-B8AD-80B51C33A480}" dt="2026-08-30T09:27:50.359" v="355"/>
        <pc:sldMkLst>
          <pc:docMk/>
          <pc:sldMk cId="4286851996" sldId="274"/>
        </pc:sldMkLst>
        <pc:grpChg chg="mod">
          <ac:chgData name="Esraa Mohamed" userId="32a53f8955a3383c" providerId="LiveId" clId="{F10043CA-7E0C-4C5B-B8AD-80B51C33A480}" dt="2026-08-30T09:27:48.739" v="353"/>
          <ac:grpSpMkLst>
            <pc:docMk/>
            <pc:sldMk cId="4286851996" sldId="274"/>
            <ac:grpSpMk id="9" creationId="{6A8D5795-5D30-7E9A-2B0A-FAD59FF5966D}"/>
          </ac:grpSpMkLst>
        </pc:grpChg>
        <pc:inkChg chg="add">
          <ac:chgData name="Esraa Mohamed" userId="32a53f8955a3383c" providerId="LiveId" clId="{F10043CA-7E0C-4C5B-B8AD-80B51C33A480}" dt="2026-08-30T09:27:27.772" v="350" actId="9405"/>
          <ac:inkMkLst>
            <pc:docMk/>
            <pc:sldMk cId="4286851996" sldId="274"/>
            <ac:inkMk id="4" creationId="{4BD9770E-673F-1C53-7743-8BDAD450100D}"/>
          </ac:inkMkLst>
        </pc:inkChg>
        <pc:inkChg chg="add mod">
          <ac:chgData name="Esraa Mohamed" userId="32a53f8955a3383c" providerId="LiveId" clId="{F10043CA-7E0C-4C5B-B8AD-80B51C33A480}" dt="2026-08-30T09:27:48.739" v="353"/>
          <ac:inkMkLst>
            <pc:docMk/>
            <pc:sldMk cId="4286851996" sldId="274"/>
            <ac:inkMk id="5" creationId="{2F332306-767C-D742-3E04-55B53A9BE1E4}"/>
          </ac:inkMkLst>
        </pc:inkChg>
        <pc:inkChg chg="add mod">
          <ac:chgData name="Esraa Mohamed" userId="32a53f8955a3383c" providerId="LiveId" clId="{F10043CA-7E0C-4C5B-B8AD-80B51C33A480}" dt="2026-08-30T09:27:48.739" v="353"/>
          <ac:inkMkLst>
            <pc:docMk/>
            <pc:sldMk cId="4286851996" sldId="274"/>
            <ac:inkMk id="6" creationId="{821061FD-9FD6-A028-609C-9E1D8DC7AAE6}"/>
          </ac:inkMkLst>
        </pc:inkChg>
        <pc:inkChg chg="add del">
          <ac:chgData name="Esraa Mohamed" userId="32a53f8955a3383c" providerId="LiveId" clId="{F10043CA-7E0C-4C5B-B8AD-80B51C33A480}" dt="2026-08-30T09:27:50.359" v="355"/>
          <ac:inkMkLst>
            <pc:docMk/>
            <pc:sldMk cId="4286851996" sldId="274"/>
            <ac:inkMk id="14" creationId="{FB002A92-DFF1-114A-E0A5-42974EF9157D}"/>
          </ac:inkMkLst>
        </pc:inkChg>
        <pc:inkChg chg="add">
          <ac:chgData name="Esraa Mohamed" userId="32a53f8955a3383c" providerId="LiveId" clId="{F10043CA-7E0C-4C5B-B8AD-80B51C33A480}" dt="2026-08-30T09:27:50.359" v="355"/>
          <ac:inkMkLst>
            <pc:docMk/>
            <pc:sldMk cId="4286851996" sldId="274"/>
            <ac:inkMk id="16" creationId="{5A73A244-A0E1-39FA-05E0-AF4085BF96AE}"/>
          </ac:inkMkLst>
        </pc:inkChg>
      </pc:sldChg>
      <pc:sldChg chg="addSp modSp mod">
        <pc:chgData name="Esraa Mohamed" userId="32a53f8955a3383c" providerId="LiveId" clId="{F10043CA-7E0C-4C5B-B8AD-80B51C33A480}" dt="2026-08-30T09:29:55.673" v="367" actId="9405"/>
        <pc:sldMkLst>
          <pc:docMk/>
          <pc:sldMk cId="3512611822" sldId="275"/>
        </pc:sldMkLst>
        <pc:grpChg chg="mod">
          <ac:chgData name="Esraa Mohamed" userId="32a53f8955a3383c" providerId="LiveId" clId="{F10043CA-7E0C-4C5B-B8AD-80B51C33A480}" dt="2026-08-30T09:29:19.775" v="360"/>
          <ac:grpSpMkLst>
            <pc:docMk/>
            <pc:sldMk cId="3512611822" sldId="275"/>
            <ac:grpSpMk id="8" creationId="{6A77A116-2A50-AA33-4A4B-E566B92693C8}"/>
          </ac:grpSpMkLst>
        </pc:grpChg>
        <pc:inkChg chg="add mod">
          <ac:chgData name="Esraa Mohamed" userId="32a53f8955a3383c" providerId="LiveId" clId="{F10043CA-7E0C-4C5B-B8AD-80B51C33A480}" dt="2026-08-30T09:29:19.775" v="360"/>
          <ac:inkMkLst>
            <pc:docMk/>
            <pc:sldMk cId="3512611822" sldId="275"/>
            <ac:inkMk id="3" creationId="{5CCEAC2E-FFD2-4C94-FE24-14486E1A7BA0}"/>
          </ac:inkMkLst>
        </pc:inkChg>
        <pc:inkChg chg="add mod">
          <ac:chgData name="Esraa Mohamed" userId="32a53f8955a3383c" providerId="LiveId" clId="{F10043CA-7E0C-4C5B-B8AD-80B51C33A480}" dt="2026-08-30T09:29:19.775" v="360"/>
          <ac:inkMkLst>
            <pc:docMk/>
            <pc:sldMk cId="3512611822" sldId="275"/>
            <ac:inkMk id="4" creationId="{D41E43B0-3190-EDC5-3EA4-EC9993D1648C}"/>
          </ac:inkMkLst>
        </pc:inkChg>
        <pc:inkChg chg="add mod">
          <ac:chgData name="Esraa Mohamed" userId="32a53f8955a3383c" providerId="LiveId" clId="{F10043CA-7E0C-4C5B-B8AD-80B51C33A480}" dt="2026-08-30T09:29:19.775" v="360"/>
          <ac:inkMkLst>
            <pc:docMk/>
            <pc:sldMk cId="3512611822" sldId="275"/>
            <ac:inkMk id="6" creationId="{567259AC-C952-7CA4-043D-D76018928798}"/>
          </ac:inkMkLst>
        </pc:inkChg>
        <pc:inkChg chg="add mod">
          <ac:chgData name="Esraa Mohamed" userId="32a53f8955a3383c" providerId="LiveId" clId="{F10043CA-7E0C-4C5B-B8AD-80B51C33A480}" dt="2026-08-30T09:29:19.775" v="360"/>
          <ac:inkMkLst>
            <pc:docMk/>
            <pc:sldMk cId="3512611822" sldId="275"/>
            <ac:inkMk id="7" creationId="{CDAC2A9D-9C19-51D9-4C43-CFBFB27AEB8D}"/>
          </ac:inkMkLst>
        </pc:inkChg>
        <pc:inkChg chg="add">
          <ac:chgData name="Esraa Mohamed" userId="32a53f8955a3383c" providerId="LiveId" clId="{F10043CA-7E0C-4C5B-B8AD-80B51C33A480}" dt="2026-08-30T09:29:21.919" v="361" actId="9405"/>
          <ac:inkMkLst>
            <pc:docMk/>
            <pc:sldMk cId="3512611822" sldId="275"/>
            <ac:inkMk id="9" creationId="{5F4136D0-F1E0-B517-4EC9-4CF3C90A2875}"/>
          </ac:inkMkLst>
        </pc:inkChg>
        <pc:inkChg chg="add">
          <ac:chgData name="Esraa Mohamed" userId="32a53f8955a3383c" providerId="LiveId" clId="{F10043CA-7E0C-4C5B-B8AD-80B51C33A480}" dt="2026-08-30T09:29:25.846" v="362" actId="9405"/>
          <ac:inkMkLst>
            <pc:docMk/>
            <pc:sldMk cId="3512611822" sldId="275"/>
            <ac:inkMk id="11" creationId="{27E9A6BE-954D-62F7-53F2-A659E44DE16E}"/>
          </ac:inkMkLst>
        </pc:inkChg>
        <pc:inkChg chg="add">
          <ac:chgData name="Esraa Mohamed" userId="32a53f8955a3383c" providerId="LiveId" clId="{F10043CA-7E0C-4C5B-B8AD-80B51C33A480}" dt="2026-08-30T09:29:38.654" v="363" actId="9405"/>
          <ac:inkMkLst>
            <pc:docMk/>
            <pc:sldMk cId="3512611822" sldId="275"/>
            <ac:inkMk id="13" creationId="{01C61D60-DEA1-74AC-89C1-84BC78C152A7}"/>
          </ac:inkMkLst>
        </pc:inkChg>
        <pc:inkChg chg="add">
          <ac:chgData name="Esraa Mohamed" userId="32a53f8955a3383c" providerId="LiveId" clId="{F10043CA-7E0C-4C5B-B8AD-80B51C33A480}" dt="2026-08-30T09:29:41.206" v="364" actId="9405"/>
          <ac:inkMkLst>
            <pc:docMk/>
            <pc:sldMk cId="3512611822" sldId="275"/>
            <ac:inkMk id="15" creationId="{87148378-9E00-A58A-2BE8-8137F76C4700}"/>
          </ac:inkMkLst>
        </pc:inkChg>
        <pc:inkChg chg="add">
          <ac:chgData name="Esraa Mohamed" userId="32a53f8955a3383c" providerId="LiveId" clId="{F10043CA-7E0C-4C5B-B8AD-80B51C33A480}" dt="2026-08-30T09:29:44.175" v="365" actId="9405"/>
          <ac:inkMkLst>
            <pc:docMk/>
            <pc:sldMk cId="3512611822" sldId="275"/>
            <ac:inkMk id="17" creationId="{7E98ED8C-5606-067B-CDD7-24EF67EC0E0F}"/>
          </ac:inkMkLst>
        </pc:inkChg>
        <pc:inkChg chg="add">
          <ac:chgData name="Esraa Mohamed" userId="32a53f8955a3383c" providerId="LiveId" clId="{F10043CA-7E0C-4C5B-B8AD-80B51C33A480}" dt="2026-08-30T09:29:49.434" v="366" actId="9405"/>
          <ac:inkMkLst>
            <pc:docMk/>
            <pc:sldMk cId="3512611822" sldId="275"/>
            <ac:inkMk id="18" creationId="{6F21608A-3FA5-1C99-617A-4771A2DF86BA}"/>
          </ac:inkMkLst>
        </pc:inkChg>
        <pc:inkChg chg="add">
          <ac:chgData name="Esraa Mohamed" userId="32a53f8955a3383c" providerId="LiveId" clId="{F10043CA-7E0C-4C5B-B8AD-80B51C33A480}" dt="2026-08-30T09:29:55.673" v="367" actId="9405"/>
          <ac:inkMkLst>
            <pc:docMk/>
            <pc:sldMk cId="3512611822" sldId="275"/>
            <ac:inkMk id="19" creationId="{2D1C88A1-2FD8-20AC-421B-5F5F686768ED}"/>
          </ac:inkMkLst>
        </pc:inkChg>
      </pc:sldChg>
      <pc:sldChg chg="addSp delSp modSp mod">
        <pc:chgData name="Esraa Mohamed" userId="32a53f8955a3383c" providerId="LiveId" clId="{F10043CA-7E0C-4C5B-B8AD-80B51C33A480}" dt="2026-08-30T09:35:11.070" v="394" actId="9405"/>
        <pc:sldMkLst>
          <pc:docMk/>
          <pc:sldMk cId="1976974934" sldId="276"/>
        </pc:sldMkLst>
        <pc:grpChg chg="mod">
          <ac:chgData name="Esraa Mohamed" userId="32a53f8955a3383c" providerId="LiveId" clId="{F10043CA-7E0C-4C5B-B8AD-80B51C33A480}" dt="2026-08-30T09:33:34.212" v="372"/>
          <ac:grpSpMkLst>
            <pc:docMk/>
            <pc:sldMk cId="1976974934" sldId="276"/>
            <ac:grpSpMk id="8" creationId="{8672377A-63D0-7C9F-A8EA-C19E62D75E51}"/>
          </ac:grpSpMkLst>
        </pc:grpChg>
        <pc:inkChg chg="add">
          <ac:chgData name="Esraa Mohamed" userId="32a53f8955a3383c" providerId="LiveId" clId="{F10043CA-7E0C-4C5B-B8AD-80B51C33A480}" dt="2026-08-30T09:33:11.296" v="368" actId="9405"/>
          <ac:inkMkLst>
            <pc:docMk/>
            <pc:sldMk cId="1976974934" sldId="276"/>
            <ac:inkMk id="3" creationId="{F711228D-3F86-886B-3F11-56757A521A19}"/>
          </ac:inkMkLst>
        </pc:inkChg>
        <pc:inkChg chg="add">
          <ac:chgData name="Esraa Mohamed" userId="32a53f8955a3383c" providerId="LiveId" clId="{F10043CA-7E0C-4C5B-B8AD-80B51C33A480}" dt="2026-08-30T09:33:15.779" v="369" actId="9405"/>
          <ac:inkMkLst>
            <pc:docMk/>
            <pc:sldMk cId="1976974934" sldId="276"/>
            <ac:inkMk id="4" creationId="{DE98C3FC-DECA-B730-3D27-D94D56C4E1DF}"/>
          </ac:inkMkLst>
        </pc:inkChg>
        <pc:inkChg chg="add mod">
          <ac:chgData name="Esraa Mohamed" userId="32a53f8955a3383c" providerId="LiveId" clId="{F10043CA-7E0C-4C5B-B8AD-80B51C33A480}" dt="2026-08-30T09:33:34.212" v="372"/>
          <ac:inkMkLst>
            <pc:docMk/>
            <pc:sldMk cId="1976974934" sldId="276"/>
            <ac:inkMk id="6" creationId="{5B9098BE-230C-19DD-22B3-C869E8B52919}"/>
          </ac:inkMkLst>
        </pc:inkChg>
        <pc:inkChg chg="add mod">
          <ac:chgData name="Esraa Mohamed" userId="32a53f8955a3383c" providerId="LiveId" clId="{F10043CA-7E0C-4C5B-B8AD-80B51C33A480}" dt="2026-08-30T09:33:34.212" v="372"/>
          <ac:inkMkLst>
            <pc:docMk/>
            <pc:sldMk cId="1976974934" sldId="276"/>
            <ac:inkMk id="7" creationId="{453085C7-73D5-15A5-7422-3FE3CC47583B}"/>
          </ac:inkMkLst>
        </pc:inkChg>
        <pc:inkChg chg="add">
          <ac:chgData name="Esraa Mohamed" userId="32a53f8955a3383c" providerId="LiveId" clId="{F10043CA-7E0C-4C5B-B8AD-80B51C33A480}" dt="2026-08-30T09:33:40.855" v="373" actId="9405"/>
          <ac:inkMkLst>
            <pc:docMk/>
            <pc:sldMk cId="1976974934" sldId="276"/>
            <ac:inkMk id="9" creationId="{6C714A49-22F4-896C-8711-63FEF1678D8F}"/>
          </ac:inkMkLst>
        </pc:inkChg>
        <pc:inkChg chg="add">
          <ac:chgData name="Esraa Mohamed" userId="32a53f8955a3383c" providerId="LiveId" clId="{F10043CA-7E0C-4C5B-B8AD-80B51C33A480}" dt="2026-08-30T09:33:45.306" v="374" actId="9405"/>
          <ac:inkMkLst>
            <pc:docMk/>
            <pc:sldMk cId="1976974934" sldId="276"/>
            <ac:inkMk id="11" creationId="{4D5BE5B4-D6DE-129E-5037-3FB9300B5D79}"/>
          </ac:inkMkLst>
        </pc:inkChg>
        <pc:inkChg chg="add del">
          <ac:chgData name="Esraa Mohamed" userId="32a53f8955a3383c" providerId="LiveId" clId="{F10043CA-7E0C-4C5B-B8AD-80B51C33A480}" dt="2026-08-30T09:33:48.376" v="376"/>
          <ac:inkMkLst>
            <pc:docMk/>
            <pc:sldMk cId="1976974934" sldId="276"/>
            <ac:inkMk id="12" creationId="{75C5A06A-91B1-D4E6-ECBD-D28BC0BF28D1}"/>
          </ac:inkMkLst>
        </pc:inkChg>
        <pc:inkChg chg="add">
          <ac:chgData name="Esraa Mohamed" userId="32a53f8955a3383c" providerId="LiveId" clId="{F10043CA-7E0C-4C5B-B8AD-80B51C33A480}" dt="2026-08-30T09:33:48.376" v="376"/>
          <ac:inkMkLst>
            <pc:docMk/>
            <pc:sldMk cId="1976974934" sldId="276"/>
            <ac:inkMk id="13" creationId="{4C251F6E-34ED-2473-0B89-260493098C10}"/>
          </ac:inkMkLst>
        </pc:inkChg>
        <pc:inkChg chg="add del">
          <ac:chgData name="Esraa Mohamed" userId="32a53f8955a3383c" providerId="LiveId" clId="{F10043CA-7E0C-4C5B-B8AD-80B51C33A480}" dt="2026-08-30T09:33:51.339" v="378"/>
          <ac:inkMkLst>
            <pc:docMk/>
            <pc:sldMk cId="1976974934" sldId="276"/>
            <ac:inkMk id="14" creationId="{12E7037D-0390-8E23-7FC0-A7093CCBE18B}"/>
          </ac:inkMkLst>
        </pc:inkChg>
        <pc:inkChg chg="add">
          <ac:chgData name="Esraa Mohamed" userId="32a53f8955a3383c" providerId="LiveId" clId="{F10043CA-7E0C-4C5B-B8AD-80B51C33A480}" dt="2026-08-30T09:33:51.339" v="378"/>
          <ac:inkMkLst>
            <pc:docMk/>
            <pc:sldMk cId="1976974934" sldId="276"/>
            <ac:inkMk id="15" creationId="{668F637E-58A3-714C-02E1-D514CBEA9E5D}"/>
          </ac:inkMkLst>
        </pc:inkChg>
        <pc:inkChg chg="add del">
          <ac:chgData name="Esraa Mohamed" userId="32a53f8955a3383c" providerId="LiveId" clId="{F10043CA-7E0C-4C5B-B8AD-80B51C33A480}" dt="2026-08-30T09:33:58.489" v="380"/>
          <ac:inkMkLst>
            <pc:docMk/>
            <pc:sldMk cId="1976974934" sldId="276"/>
            <ac:inkMk id="16" creationId="{49E14A84-E487-0D97-BE8F-10B11EE9BD62}"/>
          </ac:inkMkLst>
        </pc:inkChg>
        <pc:inkChg chg="add">
          <ac:chgData name="Esraa Mohamed" userId="32a53f8955a3383c" providerId="LiveId" clId="{F10043CA-7E0C-4C5B-B8AD-80B51C33A480}" dt="2026-08-30T09:33:58.489" v="380"/>
          <ac:inkMkLst>
            <pc:docMk/>
            <pc:sldMk cId="1976974934" sldId="276"/>
            <ac:inkMk id="17" creationId="{397B0596-CB13-0EF7-B851-13690B5AB8E7}"/>
          </ac:inkMkLst>
        </pc:inkChg>
        <pc:inkChg chg="add">
          <ac:chgData name="Esraa Mohamed" userId="32a53f8955a3383c" providerId="LiveId" clId="{F10043CA-7E0C-4C5B-B8AD-80B51C33A480}" dt="2026-08-30T09:34:00.845" v="381" actId="9405"/>
          <ac:inkMkLst>
            <pc:docMk/>
            <pc:sldMk cId="1976974934" sldId="276"/>
            <ac:inkMk id="18" creationId="{90606BDC-1DFB-7A9F-26D2-5BF99120ACF2}"/>
          </ac:inkMkLst>
        </pc:inkChg>
        <pc:inkChg chg="add">
          <ac:chgData name="Esraa Mohamed" userId="32a53f8955a3383c" providerId="LiveId" clId="{F10043CA-7E0C-4C5B-B8AD-80B51C33A480}" dt="2026-08-30T09:34:04.059" v="382" actId="9405"/>
          <ac:inkMkLst>
            <pc:docMk/>
            <pc:sldMk cId="1976974934" sldId="276"/>
            <ac:inkMk id="19" creationId="{4C8092D1-654B-398C-3DC0-1A6FAA2816E5}"/>
          </ac:inkMkLst>
        </pc:inkChg>
        <pc:inkChg chg="add">
          <ac:chgData name="Esraa Mohamed" userId="32a53f8955a3383c" providerId="LiveId" clId="{F10043CA-7E0C-4C5B-B8AD-80B51C33A480}" dt="2026-08-30T09:34:19.858" v="383" actId="9405"/>
          <ac:inkMkLst>
            <pc:docMk/>
            <pc:sldMk cId="1976974934" sldId="276"/>
            <ac:inkMk id="20" creationId="{B6108495-DA0D-9C8A-5DF1-6F6C3012F19C}"/>
          </ac:inkMkLst>
        </pc:inkChg>
        <pc:inkChg chg="add">
          <ac:chgData name="Esraa Mohamed" userId="32a53f8955a3383c" providerId="LiveId" clId="{F10043CA-7E0C-4C5B-B8AD-80B51C33A480}" dt="2026-08-30T09:34:27.684" v="384" actId="9405"/>
          <ac:inkMkLst>
            <pc:docMk/>
            <pc:sldMk cId="1976974934" sldId="276"/>
            <ac:inkMk id="21" creationId="{6F85C2E0-EA03-E2CA-0988-1142B5C659D9}"/>
          </ac:inkMkLst>
        </pc:inkChg>
        <pc:inkChg chg="add">
          <ac:chgData name="Esraa Mohamed" userId="32a53f8955a3383c" providerId="LiveId" clId="{F10043CA-7E0C-4C5B-B8AD-80B51C33A480}" dt="2026-08-30T09:34:40.167" v="385" actId="9405"/>
          <ac:inkMkLst>
            <pc:docMk/>
            <pc:sldMk cId="1976974934" sldId="276"/>
            <ac:inkMk id="22" creationId="{9C47E321-DC6F-FADF-9B37-1EB89B09A1AC}"/>
          </ac:inkMkLst>
        </pc:inkChg>
        <pc:inkChg chg="add">
          <ac:chgData name="Esraa Mohamed" userId="32a53f8955a3383c" providerId="LiveId" clId="{F10043CA-7E0C-4C5B-B8AD-80B51C33A480}" dt="2026-08-30T09:34:42.612" v="386" actId="9405"/>
          <ac:inkMkLst>
            <pc:docMk/>
            <pc:sldMk cId="1976974934" sldId="276"/>
            <ac:inkMk id="23" creationId="{CF83E32F-0326-D451-4A99-3AB780C9B066}"/>
          </ac:inkMkLst>
        </pc:inkChg>
        <pc:inkChg chg="add del">
          <ac:chgData name="Esraa Mohamed" userId="32a53f8955a3383c" providerId="LiveId" clId="{F10043CA-7E0C-4C5B-B8AD-80B51C33A480}" dt="2026-08-30T09:34:56.542" v="388"/>
          <ac:inkMkLst>
            <pc:docMk/>
            <pc:sldMk cId="1976974934" sldId="276"/>
            <ac:inkMk id="24" creationId="{36FC8C95-E515-C827-984E-9D985CAD362D}"/>
          </ac:inkMkLst>
        </pc:inkChg>
        <pc:inkChg chg="add">
          <ac:chgData name="Esraa Mohamed" userId="32a53f8955a3383c" providerId="LiveId" clId="{F10043CA-7E0C-4C5B-B8AD-80B51C33A480}" dt="2026-08-30T09:34:56.542" v="388"/>
          <ac:inkMkLst>
            <pc:docMk/>
            <pc:sldMk cId="1976974934" sldId="276"/>
            <ac:inkMk id="25" creationId="{368EA38B-2206-56A0-F546-81BF690310F3}"/>
          </ac:inkMkLst>
        </pc:inkChg>
        <pc:inkChg chg="add">
          <ac:chgData name="Esraa Mohamed" userId="32a53f8955a3383c" providerId="LiveId" clId="{F10043CA-7E0C-4C5B-B8AD-80B51C33A480}" dt="2026-08-30T09:34:58.930" v="389" actId="9405"/>
          <ac:inkMkLst>
            <pc:docMk/>
            <pc:sldMk cId="1976974934" sldId="276"/>
            <ac:inkMk id="26" creationId="{70351A0D-97AA-9AD0-6661-66F265A77653}"/>
          </ac:inkMkLst>
        </pc:inkChg>
        <pc:inkChg chg="add del">
          <ac:chgData name="Esraa Mohamed" userId="32a53f8955a3383c" providerId="LiveId" clId="{F10043CA-7E0C-4C5B-B8AD-80B51C33A480}" dt="2026-08-30T09:35:01.568" v="391"/>
          <ac:inkMkLst>
            <pc:docMk/>
            <pc:sldMk cId="1976974934" sldId="276"/>
            <ac:inkMk id="27" creationId="{F9BA9299-1DE1-84CC-8E01-9168CAA3B3DB}"/>
          </ac:inkMkLst>
        </pc:inkChg>
        <pc:inkChg chg="add">
          <ac:chgData name="Esraa Mohamed" userId="32a53f8955a3383c" providerId="LiveId" clId="{F10043CA-7E0C-4C5B-B8AD-80B51C33A480}" dt="2026-08-30T09:35:01.568" v="391"/>
          <ac:inkMkLst>
            <pc:docMk/>
            <pc:sldMk cId="1976974934" sldId="276"/>
            <ac:inkMk id="28" creationId="{25B6A86E-908A-425C-B099-AC2EB78BBDBE}"/>
          </ac:inkMkLst>
        </pc:inkChg>
        <pc:inkChg chg="add del">
          <ac:chgData name="Esraa Mohamed" userId="32a53f8955a3383c" providerId="LiveId" clId="{F10043CA-7E0C-4C5B-B8AD-80B51C33A480}" dt="2026-08-30T09:35:08.080" v="393"/>
          <ac:inkMkLst>
            <pc:docMk/>
            <pc:sldMk cId="1976974934" sldId="276"/>
            <ac:inkMk id="29" creationId="{402F5BF3-9316-1BC4-2836-D8F4AB3C1AF3}"/>
          </ac:inkMkLst>
        </pc:inkChg>
        <pc:inkChg chg="add">
          <ac:chgData name="Esraa Mohamed" userId="32a53f8955a3383c" providerId="LiveId" clId="{F10043CA-7E0C-4C5B-B8AD-80B51C33A480}" dt="2026-08-30T09:35:08.080" v="393"/>
          <ac:inkMkLst>
            <pc:docMk/>
            <pc:sldMk cId="1976974934" sldId="276"/>
            <ac:inkMk id="30" creationId="{14C6758B-F890-9839-D8B6-69D7727AF27F}"/>
          </ac:inkMkLst>
        </pc:inkChg>
        <pc:inkChg chg="add">
          <ac:chgData name="Esraa Mohamed" userId="32a53f8955a3383c" providerId="LiveId" clId="{F10043CA-7E0C-4C5B-B8AD-80B51C33A480}" dt="2026-08-30T09:35:11.070" v="394" actId="9405"/>
          <ac:inkMkLst>
            <pc:docMk/>
            <pc:sldMk cId="1976974934" sldId="276"/>
            <ac:inkMk id="31" creationId="{4C82ECD7-8E37-25E9-3BED-1F81AB12445D}"/>
          </ac:inkMkLst>
        </pc:inkChg>
      </pc:sldChg>
      <pc:sldChg chg="addSp delSp modSp mod">
        <pc:chgData name="Esraa Mohamed" userId="32a53f8955a3383c" providerId="LiveId" clId="{F10043CA-7E0C-4C5B-B8AD-80B51C33A480}" dt="2026-08-30T09:41:50.432" v="419"/>
        <pc:sldMkLst>
          <pc:docMk/>
          <pc:sldMk cId="2561541509" sldId="277"/>
        </pc:sldMkLst>
        <pc:grpChg chg="mod">
          <ac:chgData name="Esraa Mohamed" userId="32a53f8955a3383c" providerId="LiveId" clId="{F10043CA-7E0C-4C5B-B8AD-80B51C33A480}" dt="2026-08-30T09:41:26.614" v="403"/>
          <ac:grpSpMkLst>
            <pc:docMk/>
            <pc:sldMk cId="2561541509" sldId="277"/>
            <ac:grpSpMk id="11" creationId="{1A2AD527-2BE5-0174-7BEE-61FDC17C4E03}"/>
          </ac:grpSpMkLst>
        </pc:grpChg>
        <pc:grpChg chg="mod">
          <ac:chgData name="Esraa Mohamed" userId="32a53f8955a3383c" providerId="LiveId" clId="{F10043CA-7E0C-4C5B-B8AD-80B51C33A480}" dt="2026-08-30T09:41:36.868" v="409"/>
          <ac:grpSpMkLst>
            <pc:docMk/>
            <pc:sldMk cId="2561541509" sldId="277"/>
            <ac:grpSpMk id="18" creationId="{6E4B005E-8789-E25A-59B8-A31D71F3F609}"/>
          </ac:grpSpMkLst>
        </pc:grpChg>
        <pc:grpChg chg="mod">
          <ac:chgData name="Esraa Mohamed" userId="32a53f8955a3383c" providerId="LiveId" clId="{F10043CA-7E0C-4C5B-B8AD-80B51C33A480}" dt="2026-08-30T09:41:36.868" v="409"/>
          <ac:grpSpMkLst>
            <pc:docMk/>
            <pc:sldMk cId="2561541509" sldId="277"/>
            <ac:grpSpMk id="19" creationId="{AAF6D4D4-EAF7-67C3-5B0E-EC65FF663C99}"/>
          </ac:grpSpMkLst>
        </pc:grpChg>
        <pc:grpChg chg="del mod">
          <ac:chgData name="Esraa Mohamed" userId="32a53f8955a3383c" providerId="LiveId" clId="{F10043CA-7E0C-4C5B-B8AD-80B51C33A480}" dt="2026-08-30T09:41:45.780" v="414"/>
          <ac:grpSpMkLst>
            <pc:docMk/>
            <pc:sldMk cId="2561541509" sldId="277"/>
            <ac:grpSpMk id="28" creationId="{7C46FE50-464B-26ED-8BC1-F33F238985D8}"/>
          </ac:grpSpMkLst>
        </pc:grpChg>
        <pc:grpChg chg="del mod">
          <ac:chgData name="Esraa Mohamed" userId="32a53f8955a3383c" providerId="LiveId" clId="{F10043CA-7E0C-4C5B-B8AD-80B51C33A480}" dt="2026-08-30T09:41:46.294" v="416"/>
          <ac:grpSpMkLst>
            <pc:docMk/>
            <pc:sldMk cId="2561541509" sldId="277"/>
            <ac:grpSpMk id="30" creationId="{229B5392-6106-3E2C-DD28-888A949F846F}"/>
          </ac:grpSpMkLst>
        </pc:grpChg>
        <pc:grpChg chg="mod">
          <ac:chgData name="Esraa Mohamed" userId="32a53f8955a3383c" providerId="LiveId" clId="{F10043CA-7E0C-4C5B-B8AD-80B51C33A480}" dt="2026-08-30T09:41:46.294" v="416"/>
          <ac:grpSpMkLst>
            <pc:docMk/>
            <pc:sldMk cId="2561541509" sldId="277"/>
            <ac:grpSpMk id="32" creationId="{0735A1A0-80A5-EE39-39A5-634B1E5158F2}"/>
          </ac:grpSpMkLst>
        </pc:grpChg>
        <pc:grpChg chg="mod">
          <ac:chgData name="Esraa Mohamed" userId="32a53f8955a3383c" providerId="LiveId" clId="{F10043CA-7E0C-4C5B-B8AD-80B51C33A480}" dt="2026-08-30T09:41:50.432" v="419"/>
          <ac:grpSpMkLst>
            <pc:docMk/>
            <pc:sldMk cId="2561541509" sldId="277"/>
            <ac:grpSpMk id="35" creationId="{86912B1A-ACA8-B6DF-0CCE-C8903BDF4278}"/>
          </ac:grpSpMkLst>
        </pc:grpChg>
        <pc:inkChg chg="add">
          <ac:chgData name="Esraa Mohamed" userId="32a53f8955a3383c" providerId="LiveId" clId="{F10043CA-7E0C-4C5B-B8AD-80B51C33A480}" dt="2026-08-30T09:41:16.809" v="395" actId="9405"/>
          <ac:inkMkLst>
            <pc:docMk/>
            <pc:sldMk cId="2561541509" sldId="277"/>
            <ac:inkMk id="4" creationId="{C97B7A1E-F7B4-5DF7-EE84-F63CB04E2212}"/>
          </ac:inkMkLst>
        </pc:inkChg>
        <pc:inkChg chg="add del">
          <ac:chgData name="Esraa Mohamed" userId="32a53f8955a3383c" providerId="LiveId" clId="{F10043CA-7E0C-4C5B-B8AD-80B51C33A480}" dt="2026-08-30T09:41:19.587" v="397"/>
          <ac:inkMkLst>
            <pc:docMk/>
            <pc:sldMk cId="2561541509" sldId="277"/>
            <ac:inkMk id="5" creationId="{F2E53B90-B53D-D991-529D-E863C10CDC8E}"/>
          </ac:inkMkLst>
        </pc:inkChg>
        <pc:inkChg chg="add mod">
          <ac:chgData name="Esraa Mohamed" userId="32a53f8955a3383c" providerId="LiveId" clId="{F10043CA-7E0C-4C5B-B8AD-80B51C33A480}" dt="2026-08-30T09:41:21.124" v="398"/>
          <ac:inkMkLst>
            <pc:docMk/>
            <pc:sldMk cId="2561541509" sldId="277"/>
            <ac:inkMk id="6" creationId="{0BADD7CF-8D9D-BDFD-7652-DF6A30981362}"/>
          </ac:inkMkLst>
        </pc:inkChg>
        <pc:inkChg chg="add">
          <ac:chgData name="Esraa Mohamed" userId="32a53f8955a3383c" providerId="LiveId" clId="{F10043CA-7E0C-4C5B-B8AD-80B51C33A480}" dt="2026-08-30T09:41:22.932" v="399" actId="9405"/>
          <ac:inkMkLst>
            <pc:docMk/>
            <pc:sldMk cId="2561541509" sldId="277"/>
            <ac:inkMk id="7" creationId="{43DD99D7-2E38-12C0-8BB3-F629122083CF}"/>
          </ac:inkMkLst>
        </pc:inkChg>
        <pc:inkChg chg="add mod">
          <ac:chgData name="Esraa Mohamed" userId="32a53f8955a3383c" providerId="LiveId" clId="{F10043CA-7E0C-4C5B-B8AD-80B51C33A480}" dt="2026-08-30T09:41:26.614" v="403"/>
          <ac:inkMkLst>
            <pc:docMk/>
            <pc:sldMk cId="2561541509" sldId="277"/>
            <ac:inkMk id="8" creationId="{1A0B7999-168D-A297-5CBA-D51D6A9AF383}"/>
          </ac:inkMkLst>
        </pc:inkChg>
        <pc:inkChg chg="add mod">
          <ac:chgData name="Esraa Mohamed" userId="32a53f8955a3383c" providerId="LiveId" clId="{F10043CA-7E0C-4C5B-B8AD-80B51C33A480}" dt="2026-08-30T09:41:26.614" v="403"/>
          <ac:inkMkLst>
            <pc:docMk/>
            <pc:sldMk cId="2561541509" sldId="277"/>
            <ac:inkMk id="9" creationId="{0B54B1A0-4C07-35F1-00A8-70550DF4BE54}"/>
          </ac:inkMkLst>
        </pc:inkChg>
        <pc:inkChg chg="add mod">
          <ac:chgData name="Esraa Mohamed" userId="32a53f8955a3383c" providerId="LiveId" clId="{F10043CA-7E0C-4C5B-B8AD-80B51C33A480}" dt="2026-08-30T09:41:36.868" v="409"/>
          <ac:inkMkLst>
            <pc:docMk/>
            <pc:sldMk cId="2561541509" sldId="277"/>
            <ac:inkMk id="10" creationId="{5CD06308-6B16-60FD-3AC4-0B0C587B49FB}"/>
          </ac:inkMkLst>
        </pc:inkChg>
        <pc:inkChg chg="add mod">
          <ac:chgData name="Esraa Mohamed" userId="32a53f8955a3383c" providerId="LiveId" clId="{F10043CA-7E0C-4C5B-B8AD-80B51C33A480}" dt="2026-08-30T09:41:36.868" v="409"/>
          <ac:inkMkLst>
            <pc:docMk/>
            <pc:sldMk cId="2561541509" sldId="277"/>
            <ac:inkMk id="12" creationId="{F6D47DBF-0271-4338-781D-49FBBE45B5F2}"/>
          </ac:inkMkLst>
        </pc:inkChg>
        <pc:inkChg chg="add del">
          <ac:chgData name="Esraa Mohamed" userId="32a53f8955a3383c" providerId="LiveId" clId="{F10043CA-7E0C-4C5B-B8AD-80B51C33A480}" dt="2026-08-30T09:41:30.607" v="406"/>
          <ac:inkMkLst>
            <pc:docMk/>
            <pc:sldMk cId="2561541509" sldId="277"/>
            <ac:inkMk id="13" creationId="{33DE1E8A-A688-3243-ECEE-4B4332CE3AC4}"/>
          </ac:inkMkLst>
        </pc:inkChg>
        <pc:inkChg chg="add">
          <ac:chgData name="Esraa Mohamed" userId="32a53f8955a3383c" providerId="LiveId" clId="{F10043CA-7E0C-4C5B-B8AD-80B51C33A480}" dt="2026-08-30T09:41:30.607" v="406"/>
          <ac:inkMkLst>
            <pc:docMk/>
            <pc:sldMk cId="2561541509" sldId="277"/>
            <ac:inkMk id="14" creationId="{C2C06E01-D3E3-B8BC-C7DB-39FC1CEE2A66}"/>
          </ac:inkMkLst>
        </pc:inkChg>
        <pc:inkChg chg="add mod">
          <ac:chgData name="Esraa Mohamed" userId="32a53f8955a3383c" providerId="LiveId" clId="{F10043CA-7E0C-4C5B-B8AD-80B51C33A480}" dt="2026-08-30T09:41:36.868" v="409"/>
          <ac:inkMkLst>
            <pc:docMk/>
            <pc:sldMk cId="2561541509" sldId="277"/>
            <ac:inkMk id="16" creationId="{A9CB5DB2-0CB5-2842-8CDA-E7695C50EACD}"/>
          </ac:inkMkLst>
        </pc:inkChg>
        <pc:inkChg chg="add mod">
          <ac:chgData name="Esraa Mohamed" userId="32a53f8955a3383c" providerId="LiveId" clId="{F10043CA-7E0C-4C5B-B8AD-80B51C33A480}" dt="2026-08-30T09:41:36.868" v="409"/>
          <ac:inkMkLst>
            <pc:docMk/>
            <pc:sldMk cId="2561541509" sldId="277"/>
            <ac:inkMk id="17" creationId="{4E9112BA-C57A-E542-B57D-908B1A5CF4E5}"/>
          </ac:inkMkLst>
        </pc:inkChg>
        <pc:inkChg chg="add mod">
          <ac:chgData name="Esraa Mohamed" userId="32a53f8955a3383c" providerId="LiveId" clId="{F10043CA-7E0C-4C5B-B8AD-80B51C33A480}" dt="2026-08-30T09:41:46.294" v="416"/>
          <ac:inkMkLst>
            <pc:docMk/>
            <pc:sldMk cId="2561541509" sldId="277"/>
            <ac:inkMk id="26" creationId="{962ABDE6-0F86-009B-D33F-A1890DA9C731}"/>
          </ac:inkMkLst>
        </pc:inkChg>
        <pc:inkChg chg="add mod">
          <ac:chgData name="Esraa Mohamed" userId="32a53f8955a3383c" providerId="LiveId" clId="{F10043CA-7E0C-4C5B-B8AD-80B51C33A480}" dt="2026-08-30T09:41:46.294" v="416"/>
          <ac:inkMkLst>
            <pc:docMk/>
            <pc:sldMk cId="2561541509" sldId="277"/>
            <ac:inkMk id="27" creationId="{9CC71AF9-5B1B-9A6A-E7E7-8A749FB16B16}"/>
          </ac:inkMkLst>
        </pc:inkChg>
        <pc:inkChg chg="add mod">
          <ac:chgData name="Esraa Mohamed" userId="32a53f8955a3383c" providerId="LiveId" clId="{F10043CA-7E0C-4C5B-B8AD-80B51C33A480}" dt="2026-08-30T09:41:46.294" v="416"/>
          <ac:inkMkLst>
            <pc:docMk/>
            <pc:sldMk cId="2561541509" sldId="277"/>
            <ac:inkMk id="29" creationId="{B1D2A4D9-B5C4-3015-B339-B90BF1B81F75}"/>
          </ac:inkMkLst>
        </pc:inkChg>
        <pc:inkChg chg="add mod">
          <ac:chgData name="Esraa Mohamed" userId="32a53f8955a3383c" providerId="LiveId" clId="{F10043CA-7E0C-4C5B-B8AD-80B51C33A480}" dt="2026-08-30T09:41:46.294" v="416"/>
          <ac:inkMkLst>
            <pc:docMk/>
            <pc:sldMk cId="2561541509" sldId="277"/>
            <ac:inkMk id="31" creationId="{CBC825C9-08FA-566B-46BE-2B0F7A479949}"/>
          </ac:inkMkLst>
        </pc:inkChg>
        <pc:inkChg chg="add mod">
          <ac:chgData name="Esraa Mohamed" userId="32a53f8955a3383c" providerId="LiveId" clId="{F10043CA-7E0C-4C5B-B8AD-80B51C33A480}" dt="2026-08-30T09:41:50.432" v="419"/>
          <ac:inkMkLst>
            <pc:docMk/>
            <pc:sldMk cId="2561541509" sldId="277"/>
            <ac:inkMk id="33" creationId="{DA70A2A9-B6A2-B089-68B0-AD7B54F52868}"/>
          </ac:inkMkLst>
        </pc:inkChg>
        <pc:inkChg chg="add mod">
          <ac:chgData name="Esraa Mohamed" userId="32a53f8955a3383c" providerId="LiveId" clId="{F10043CA-7E0C-4C5B-B8AD-80B51C33A480}" dt="2026-08-30T09:41:50.432" v="419"/>
          <ac:inkMkLst>
            <pc:docMk/>
            <pc:sldMk cId="2561541509" sldId="277"/>
            <ac:inkMk id="34" creationId="{7F917DAC-EEAC-156C-459F-DF80B794F570}"/>
          </ac:inkMkLst>
        </pc:inkChg>
      </pc:sldChg>
      <pc:sldChg chg="addSp delSp modSp mod">
        <pc:chgData name="Esraa Mohamed" userId="32a53f8955a3383c" providerId="LiveId" clId="{F10043CA-7E0C-4C5B-B8AD-80B51C33A480}" dt="2026-08-30T10:00:32.300" v="441" actId="9405"/>
        <pc:sldMkLst>
          <pc:docMk/>
          <pc:sldMk cId="2894945933" sldId="278"/>
        </pc:sldMkLst>
        <pc:grpChg chg="mod">
          <ac:chgData name="Esraa Mohamed" userId="32a53f8955a3383c" providerId="LiveId" clId="{F10043CA-7E0C-4C5B-B8AD-80B51C33A480}" dt="2026-08-30T09:42:38.562" v="426"/>
          <ac:grpSpMkLst>
            <pc:docMk/>
            <pc:sldMk cId="2894945933" sldId="278"/>
            <ac:grpSpMk id="9" creationId="{CB652F57-0538-7C77-8DAC-538136C7E086}"/>
          </ac:grpSpMkLst>
        </pc:grpChg>
        <pc:inkChg chg="add">
          <ac:chgData name="Esraa Mohamed" userId="32a53f8955a3383c" providerId="LiveId" clId="{F10043CA-7E0C-4C5B-B8AD-80B51C33A480}" dt="2026-08-30T09:42:26.666" v="420" actId="9405"/>
          <ac:inkMkLst>
            <pc:docMk/>
            <pc:sldMk cId="2894945933" sldId="278"/>
            <ac:inkMk id="3" creationId="{E2579547-E71F-BFE1-C60E-027A8DE6E9EC}"/>
          </ac:inkMkLst>
        </pc:inkChg>
        <pc:inkChg chg="add">
          <ac:chgData name="Esraa Mohamed" userId="32a53f8955a3383c" providerId="LiveId" clId="{F10043CA-7E0C-4C5B-B8AD-80B51C33A480}" dt="2026-08-30T09:42:30.222" v="421" actId="9405"/>
          <ac:inkMkLst>
            <pc:docMk/>
            <pc:sldMk cId="2894945933" sldId="278"/>
            <ac:inkMk id="4" creationId="{20F0440E-CB59-5EDF-24F0-B6A648D92977}"/>
          </ac:inkMkLst>
        </pc:inkChg>
        <pc:inkChg chg="add del">
          <ac:chgData name="Esraa Mohamed" userId="32a53f8955a3383c" providerId="LiveId" clId="{F10043CA-7E0C-4C5B-B8AD-80B51C33A480}" dt="2026-08-30T09:42:33.121" v="423"/>
          <ac:inkMkLst>
            <pc:docMk/>
            <pc:sldMk cId="2894945933" sldId="278"/>
            <ac:inkMk id="5" creationId="{C40D93EC-2ADD-8546-54CC-34FA88CC9CA8}"/>
          </ac:inkMkLst>
        </pc:inkChg>
        <pc:inkChg chg="add">
          <ac:chgData name="Esraa Mohamed" userId="32a53f8955a3383c" providerId="LiveId" clId="{F10043CA-7E0C-4C5B-B8AD-80B51C33A480}" dt="2026-08-30T09:42:33.121" v="423"/>
          <ac:inkMkLst>
            <pc:docMk/>
            <pc:sldMk cId="2894945933" sldId="278"/>
            <ac:inkMk id="6" creationId="{0C90DF10-3241-0C93-FC07-DA422384CA1E}"/>
          </ac:inkMkLst>
        </pc:inkChg>
        <pc:inkChg chg="add mod">
          <ac:chgData name="Esraa Mohamed" userId="32a53f8955a3383c" providerId="LiveId" clId="{F10043CA-7E0C-4C5B-B8AD-80B51C33A480}" dt="2026-08-30T09:42:38.562" v="426"/>
          <ac:inkMkLst>
            <pc:docMk/>
            <pc:sldMk cId="2894945933" sldId="278"/>
            <ac:inkMk id="7" creationId="{9EDF1533-42B8-8B12-E2D7-4CB066AEF6C9}"/>
          </ac:inkMkLst>
        </pc:inkChg>
        <pc:inkChg chg="add mod">
          <ac:chgData name="Esraa Mohamed" userId="32a53f8955a3383c" providerId="LiveId" clId="{F10043CA-7E0C-4C5B-B8AD-80B51C33A480}" dt="2026-08-30T09:42:38.562" v="426"/>
          <ac:inkMkLst>
            <pc:docMk/>
            <pc:sldMk cId="2894945933" sldId="278"/>
            <ac:inkMk id="8" creationId="{F1648680-BE1D-A010-D24C-A02358B2622B}"/>
          </ac:inkMkLst>
        </pc:inkChg>
        <pc:inkChg chg="add">
          <ac:chgData name="Esraa Mohamed" userId="32a53f8955a3383c" providerId="LiveId" clId="{F10043CA-7E0C-4C5B-B8AD-80B51C33A480}" dt="2026-08-30T09:42:42.808" v="427" actId="9405"/>
          <ac:inkMkLst>
            <pc:docMk/>
            <pc:sldMk cId="2894945933" sldId="278"/>
            <ac:inkMk id="10" creationId="{E3B2FA83-63D4-0D69-3A7A-E947260E8B6A}"/>
          </ac:inkMkLst>
        </pc:inkChg>
        <pc:inkChg chg="add del">
          <ac:chgData name="Esraa Mohamed" userId="32a53f8955a3383c" providerId="LiveId" clId="{F10043CA-7E0C-4C5B-B8AD-80B51C33A480}" dt="2026-08-30T09:42:44.644" v="429"/>
          <ac:inkMkLst>
            <pc:docMk/>
            <pc:sldMk cId="2894945933" sldId="278"/>
            <ac:inkMk id="11" creationId="{61B21A34-5C75-9319-6A18-BD28C00F4792}"/>
          </ac:inkMkLst>
        </pc:inkChg>
        <pc:inkChg chg="add mod">
          <ac:chgData name="Esraa Mohamed" userId="32a53f8955a3383c" providerId="LiveId" clId="{F10043CA-7E0C-4C5B-B8AD-80B51C33A480}" dt="2026-08-30T09:42:44.897" v="430"/>
          <ac:inkMkLst>
            <pc:docMk/>
            <pc:sldMk cId="2894945933" sldId="278"/>
            <ac:inkMk id="12" creationId="{88A99B3C-90A1-F104-3715-77E2EB015497}"/>
          </ac:inkMkLst>
        </pc:inkChg>
        <pc:inkChg chg="add">
          <ac:chgData name="Esraa Mohamed" userId="32a53f8955a3383c" providerId="LiveId" clId="{F10043CA-7E0C-4C5B-B8AD-80B51C33A480}" dt="2026-08-30T09:42:47.794" v="431" actId="9405"/>
          <ac:inkMkLst>
            <pc:docMk/>
            <pc:sldMk cId="2894945933" sldId="278"/>
            <ac:inkMk id="13" creationId="{5A7709E6-6E47-74EF-CA9E-10F96D621D08}"/>
          </ac:inkMkLst>
        </pc:inkChg>
        <pc:inkChg chg="add">
          <ac:chgData name="Esraa Mohamed" userId="32a53f8955a3383c" providerId="LiveId" clId="{F10043CA-7E0C-4C5B-B8AD-80B51C33A480}" dt="2026-08-30T09:42:53.314" v="432" actId="9405"/>
          <ac:inkMkLst>
            <pc:docMk/>
            <pc:sldMk cId="2894945933" sldId="278"/>
            <ac:inkMk id="15" creationId="{0492691A-483C-03A2-77E3-790966573956}"/>
          </ac:inkMkLst>
        </pc:inkChg>
        <pc:inkChg chg="add">
          <ac:chgData name="Esraa Mohamed" userId="32a53f8955a3383c" providerId="LiveId" clId="{F10043CA-7E0C-4C5B-B8AD-80B51C33A480}" dt="2026-08-30T09:42:56.046" v="433" actId="9405"/>
          <ac:inkMkLst>
            <pc:docMk/>
            <pc:sldMk cId="2894945933" sldId="278"/>
            <ac:inkMk id="16" creationId="{D6237D4F-05A3-4A46-3157-13A79BB093A8}"/>
          </ac:inkMkLst>
        </pc:inkChg>
        <pc:inkChg chg="add del">
          <ac:chgData name="Esraa Mohamed" userId="32a53f8955a3383c" providerId="LiveId" clId="{F10043CA-7E0C-4C5B-B8AD-80B51C33A480}" dt="2026-08-30T09:42:59.003" v="435"/>
          <ac:inkMkLst>
            <pc:docMk/>
            <pc:sldMk cId="2894945933" sldId="278"/>
            <ac:inkMk id="17" creationId="{26D5C171-AFD1-4AD0-8ECF-638E86DD45DB}"/>
          </ac:inkMkLst>
        </pc:inkChg>
        <pc:inkChg chg="add">
          <ac:chgData name="Esraa Mohamed" userId="32a53f8955a3383c" providerId="LiveId" clId="{F10043CA-7E0C-4C5B-B8AD-80B51C33A480}" dt="2026-08-30T09:42:59.003" v="435"/>
          <ac:inkMkLst>
            <pc:docMk/>
            <pc:sldMk cId="2894945933" sldId="278"/>
            <ac:inkMk id="18" creationId="{5D9E9C03-85E3-784E-9752-EA3D6EB31B19}"/>
          </ac:inkMkLst>
        </pc:inkChg>
        <pc:inkChg chg="add">
          <ac:chgData name="Esraa Mohamed" userId="32a53f8955a3383c" providerId="LiveId" clId="{F10043CA-7E0C-4C5B-B8AD-80B51C33A480}" dt="2026-08-30T09:43:01.883" v="436" actId="9405"/>
          <ac:inkMkLst>
            <pc:docMk/>
            <pc:sldMk cId="2894945933" sldId="278"/>
            <ac:inkMk id="19" creationId="{F87F57A3-9379-DA11-510D-A2E2AED2A045}"/>
          </ac:inkMkLst>
        </pc:inkChg>
        <pc:inkChg chg="add del">
          <ac:chgData name="Esraa Mohamed" userId="32a53f8955a3383c" providerId="LiveId" clId="{F10043CA-7E0C-4C5B-B8AD-80B51C33A480}" dt="2026-08-30T09:43:04.891" v="438"/>
          <ac:inkMkLst>
            <pc:docMk/>
            <pc:sldMk cId="2894945933" sldId="278"/>
            <ac:inkMk id="20" creationId="{9B49BC16-CABD-553B-39D9-99EFAB54239F}"/>
          </ac:inkMkLst>
        </pc:inkChg>
        <pc:inkChg chg="add mod">
          <ac:chgData name="Esraa Mohamed" userId="32a53f8955a3383c" providerId="LiveId" clId="{F10043CA-7E0C-4C5B-B8AD-80B51C33A480}" dt="2026-08-30T09:43:06.409" v="439"/>
          <ac:inkMkLst>
            <pc:docMk/>
            <pc:sldMk cId="2894945933" sldId="278"/>
            <ac:inkMk id="21" creationId="{03FB736A-2054-0184-454C-DCF3FC431E15}"/>
          </ac:inkMkLst>
        </pc:inkChg>
        <pc:inkChg chg="add">
          <ac:chgData name="Esraa Mohamed" userId="32a53f8955a3383c" providerId="LiveId" clId="{F10043CA-7E0C-4C5B-B8AD-80B51C33A480}" dt="2026-08-30T09:49:09.050" v="440" actId="9405"/>
          <ac:inkMkLst>
            <pc:docMk/>
            <pc:sldMk cId="2894945933" sldId="278"/>
            <ac:inkMk id="22" creationId="{7B22519F-1BFA-23DA-AA3C-FC73B4CBEA42}"/>
          </ac:inkMkLst>
        </pc:inkChg>
        <pc:inkChg chg="add">
          <ac:chgData name="Esraa Mohamed" userId="32a53f8955a3383c" providerId="LiveId" clId="{F10043CA-7E0C-4C5B-B8AD-80B51C33A480}" dt="2026-08-30T10:00:32.300" v="441" actId="9405"/>
          <ac:inkMkLst>
            <pc:docMk/>
            <pc:sldMk cId="2894945933" sldId="278"/>
            <ac:inkMk id="23" creationId="{EE6F09F3-D1FD-9E2A-198E-96B8BEA9DF7B}"/>
          </ac:inkMkLst>
        </pc:inkChg>
      </pc:sldChg>
      <pc:sldChg chg="del">
        <pc:chgData name="Esraa Mohamed" userId="32a53f8955a3383c" providerId="LiveId" clId="{F10043CA-7E0C-4C5B-B8AD-80B51C33A480}" dt="2026-08-30T08:53:55.815" v="303" actId="47"/>
        <pc:sldMkLst>
          <pc:docMk/>
          <pc:sldMk cId="3528053314" sldId="279"/>
        </pc:sldMkLst>
      </pc:sldChg>
      <pc:sldChg chg="del">
        <pc:chgData name="Esraa Mohamed" userId="32a53f8955a3383c" providerId="LiveId" clId="{F10043CA-7E0C-4C5B-B8AD-80B51C33A480}" dt="2026-08-30T08:53:51.233" v="302" actId="47"/>
        <pc:sldMkLst>
          <pc:docMk/>
          <pc:sldMk cId="3401428326" sldId="280"/>
        </pc:sldMkLst>
      </pc:sldChg>
      <pc:sldChg chg="del">
        <pc:chgData name="Esraa Mohamed" userId="32a53f8955a3383c" providerId="LiveId" clId="{F10043CA-7E0C-4C5B-B8AD-80B51C33A480}" dt="2026-08-30T08:53:49.264" v="301" actId="47"/>
        <pc:sldMkLst>
          <pc:docMk/>
          <pc:sldMk cId="2838185892" sldId="281"/>
        </pc:sldMkLst>
      </pc:sldChg>
      <pc:sldChg chg="del">
        <pc:chgData name="Esraa Mohamed" userId="32a53f8955a3383c" providerId="LiveId" clId="{F10043CA-7E0C-4C5B-B8AD-80B51C33A480}" dt="2026-08-30T08:53:46.970" v="300" actId="47"/>
        <pc:sldMkLst>
          <pc:docMk/>
          <pc:sldMk cId="4026566635" sldId="282"/>
        </pc:sldMkLst>
      </pc:sldChg>
      <pc:sldChg chg="add">
        <pc:chgData name="Esraa Mohamed" userId="32a53f8955a3383c" providerId="LiveId" clId="{F10043CA-7E0C-4C5B-B8AD-80B51C33A480}" dt="2026-08-29T21:44:09.210" v="12"/>
        <pc:sldMkLst>
          <pc:docMk/>
          <pc:sldMk cId="421204994" sldId="289"/>
        </pc:sldMkLst>
      </pc:sldChg>
      <pc:sldChg chg="add">
        <pc:chgData name="Esraa Mohamed" userId="32a53f8955a3383c" providerId="LiveId" clId="{F10043CA-7E0C-4C5B-B8AD-80B51C33A480}" dt="2026-08-29T21:44:09.210" v="12"/>
        <pc:sldMkLst>
          <pc:docMk/>
          <pc:sldMk cId="1362977713" sldId="290"/>
        </pc:sldMkLst>
      </pc:sldChg>
      <pc:sldChg chg="add">
        <pc:chgData name="Esraa Mohamed" userId="32a53f8955a3383c" providerId="LiveId" clId="{F10043CA-7E0C-4C5B-B8AD-80B51C33A480}" dt="2026-08-29T21:44:09.210" v="12"/>
        <pc:sldMkLst>
          <pc:docMk/>
          <pc:sldMk cId="2989665612" sldId="291"/>
        </pc:sldMkLst>
      </pc:sldChg>
      <pc:sldChg chg="new del">
        <pc:chgData name="Esraa Mohamed" userId="32a53f8955a3383c" providerId="LiveId" clId="{F10043CA-7E0C-4C5B-B8AD-80B51C33A480}" dt="2026-08-29T21:43:30.811" v="11" actId="47"/>
        <pc:sldMkLst>
          <pc:docMk/>
          <pc:sldMk cId="2813337030" sldId="320"/>
        </pc:sldMkLst>
      </pc:sldChg>
      <pc:sldChg chg="new del">
        <pc:chgData name="Esraa Mohamed" userId="32a53f8955a3383c" providerId="LiveId" clId="{F10043CA-7E0C-4C5B-B8AD-80B51C33A480}" dt="2026-08-29T21:44:11.412" v="13" actId="47"/>
        <pc:sldMkLst>
          <pc:docMk/>
          <pc:sldMk cId="2738346876" sldId="321"/>
        </pc:sldMkLst>
      </pc:sldChg>
      <pc:sldChg chg="new del">
        <pc:chgData name="Esraa Mohamed" userId="32a53f8955a3383c" providerId="LiveId" clId="{F10043CA-7E0C-4C5B-B8AD-80B51C33A480}" dt="2026-08-29T21:44:23.021" v="14" actId="47"/>
        <pc:sldMkLst>
          <pc:docMk/>
          <pc:sldMk cId="4126825706" sldId="322"/>
        </pc:sldMkLst>
      </pc:sldChg>
      <pc:sldChg chg="new del">
        <pc:chgData name="Esraa Mohamed" userId="32a53f8955a3383c" providerId="LiveId" clId="{F10043CA-7E0C-4C5B-B8AD-80B51C33A480}" dt="2026-08-29T21:44:26.020" v="15" actId="47"/>
        <pc:sldMkLst>
          <pc:docMk/>
          <pc:sldMk cId="2355222778" sldId="323"/>
        </pc:sldMkLst>
      </pc:sldChg>
      <pc:sldChg chg="addSp modSp new mod setBg">
        <pc:chgData name="Esraa Mohamed" userId="32a53f8955a3383c" providerId="LiveId" clId="{F10043CA-7E0C-4C5B-B8AD-80B51C33A480}" dt="2026-08-30T06:15:01.872" v="39" actId="26606"/>
        <pc:sldMkLst>
          <pc:docMk/>
          <pc:sldMk cId="251239920" sldId="324"/>
        </pc:sldMkLst>
        <pc:spChg chg="mod">
          <ac:chgData name="Esraa Mohamed" userId="32a53f8955a3383c" providerId="LiveId" clId="{F10043CA-7E0C-4C5B-B8AD-80B51C33A480}" dt="2026-08-30T06:15:01.872" v="39" actId="26606"/>
          <ac:spMkLst>
            <pc:docMk/>
            <pc:sldMk cId="251239920" sldId="324"/>
            <ac:spMk id="2" creationId="{A232B5EF-7D4E-16AC-106F-5D77648B5D70}"/>
          </ac:spMkLst>
        </pc:spChg>
        <pc:spChg chg="mod">
          <ac:chgData name="Esraa Mohamed" userId="32a53f8955a3383c" providerId="LiveId" clId="{F10043CA-7E0C-4C5B-B8AD-80B51C33A480}" dt="2026-08-30T06:15:01.872" v="39" actId="26606"/>
          <ac:spMkLst>
            <pc:docMk/>
            <pc:sldMk cId="251239920" sldId="324"/>
            <ac:spMk id="3" creationId="{D148E11E-B0CB-0E49-F8E2-E3CF61096A75}"/>
          </ac:spMkLst>
        </pc:spChg>
        <pc:spChg chg="add">
          <ac:chgData name="Esraa Mohamed" userId="32a53f8955a3383c" providerId="LiveId" clId="{F10043CA-7E0C-4C5B-B8AD-80B51C33A480}" dt="2026-08-30T06:15:01.872" v="39" actId="26606"/>
          <ac:spMkLst>
            <pc:docMk/>
            <pc:sldMk cId="251239920" sldId="32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06:15:01.872" v="39" actId="26606"/>
          <ac:spMkLst>
            <pc:docMk/>
            <pc:sldMk cId="251239920" sldId="324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06:15:01.872" v="39" actId="26606"/>
          <ac:grpSpMkLst>
            <pc:docMk/>
            <pc:sldMk cId="251239920" sldId="324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30T06:15:01.872" v="39" actId="26606"/>
          <ac:cxnSpMkLst>
            <pc:docMk/>
            <pc:sldMk cId="251239920" sldId="324"/>
            <ac:cxnSpMk id="17" creationId="{6CF1BAF6-AD41-4082-B212-8A1F9A2E8779}"/>
          </ac:cxnSpMkLst>
        </pc:cxnChg>
      </pc:sldChg>
      <pc:sldChg chg="addSp delSp modSp add mod setBg delDesignElem">
        <pc:chgData name="Esraa Mohamed" userId="32a53f8955a3383c" providerId="LiveId" clId="{F10043CA-7E0C-4C5B-B8AD-80B51C33A480}" dt="2026-08-29T21:43:16.765" v="9" actId="26606"/>
        <pc:sldMkLst>
          <pc:docMk/>
          <pc:sldMk cId="662131360" sldId="325"/>
        </pc:sldMkLst>
        <pc:spChg chg="del">
          <ac:chgData name="Esraa Mohamed" userId="32a53f8955a3383c" providerId="LiveId" clId="{F10043CA-7E0C-4C5B-B8AD-80B51C33A480}" dt="2026-08-29T21:43:08.649" v="8"/>
          <ac:spMkLst>
            <pc:docMk/>
            <pc:sldMk cId="662131360" sldId="325"/>
            <ac:spMk id="2" creationId="{92243E32-1C61-8081-74D0-EE1FBF216DBB}"/>
          </ac:spMkLst>
        </pc:spChg>
        <pc:spChg chg="del">
          <ac:chgData name="Esraa Mohamed" userId="32a53f8955a3383c" providerId="LiveId" clId="{F10043CA-7E0C-4C5B-B8AD-80B51C33A480}" dt="2026-08-29T21:43:08.649" v="8"/>
          <ac:spMkLst>
            <pc:docMk/>
            <pc:sldMk cId="662131360" sldId="325"/>
            <ac:spMk id="7" creationId="{D8B89433-4582-1BEB-D96B-F0371A5C3306}"/>
          </ac:spMkLst>
        </pc:spChg>
        <pc:spChg chg="mod">
          <ac:chgData name="Esraa Mohamed" userId="32a53f8955a3383c" providerId="LiveId" clId="{F10043CA-7E0C-4C5B-B8AD-80B51C33A480}" dt="2026-08-29T21:43:16.765" v="9" actId="26606"/>
          <ac:spMkLst>
            <pc:docMk/>
            <pc:sldMk cId="662131360" sldId="325"/>
            <ac:spMk id="8" creationId="{F7234DE4-DAF0-A2AF-A79F-08392B28C4E3}"/>
          </ac:spMkLst>
        </pc:spChg>
        <pc:spChg chg="mod">
          <ac:chgData name="Esraa Mohamed" userId="32a53f8955a3383c" providerId="LiveId" clId="{F10043CA-7E0C-4C5B-B8AD-80B51C33A480}" dt="2026-08-29T21:43:16.765" v="9" actId="26606"/>
          <ac:spMkLst>
            <pc:docMk/>
            <pc:sldMk cId="662131360" sldId="325"/>
            <ac:spMk id="9" creationId="{FF7192C7-31E4-8CA4-44D5-D7DFDDC2A363}"/>
          </ac:spMkLst>
        </pc:spChg>
        <pc:spChg chg="add">
          <ac:chgData name="Esraa Mohamed" userId="32a53f8955a3383c" providerId="LiveId" clId="{F10043CA-7E0C-4C5B-B8AD-80B51C33A480}" dt="2026-08-29T21:43:16.765" v="9" actId="26606"/>
          <ac:spMkLst>
            <pc:docMk/>
            <pc:sldMk cId="662131360" sldId="325"/>
            <ac:spMk id="14" creationId="{B6CDA21F-E7AF-4C75-8395-33F58D5B0E45}"/>
          </ac:spMkLst>
        </pc:spChg>
        <pc:spChg chg="add">
          <ac:chgData name="Esraa Mohamed" userId="32a53f8955a3383c" providerId="LiveId" clId="{F10043CA-7E0C-4C5B-B8AD-80B51C33A480}" dt="2026-08-29T21:43:16.765" v="9" actId="26606"/>
          <ac:spMkLst>
            <pc:docMk/>
            <pc:sldMk cId="662131360" sldId="325"/>
            <ac:spMk id="21" creationId="{D5B0017B-2ECA-49AF-B397-DC140825DF8D}"/>
          </ac:spMkLst>
        </pc:spChg>
        <pc:grpChg chg="del">
          <ac:chgData name="Esraa Mohamed" userId="32a53f8955a3383c" providerId="LiveId" clId="{F10043CA-7E0C-4C5B-B8AD-80B51C33A480}" dt="2026-08-29T21:43:08.649" v="8"/>
          <ac:grpSpMkLst>
            <pc:docMk/>
            <pc:sldMk cId="662131360" sldId="325"/>
            <ac:grpSpMk id="3" creationId="{2108AA6E-C3B9-32D9-0047-7C1167C4887F}"/>
          </ac:grpSpMkLst>
        </pc:grpChg>
        <pc:grpChg chg="add">
          <ac:chgData name="Esraa Mohamed" userId="32a53f8955a3383c" providerId="LiveId" clId="{F10043CA-7E0C-4C5B-B8AD-80B51C33A480}" dt="2026-08-29T21:43:16.765" v="9" actId="26606"/>
          <ac:grpSpMkLst>
            <pc:docMk/>
            <pc:sldMk cId="662131360" sldId="325"/>
            <ac:grpSpMk id="16" creationId="{AE1C45F0-260A-458C-96ED-C1F6D2151219}"/>
          </ac:grpSpMkLst>
        </pc:grpChg>
        <pc:cxnChg chg="del">
          <ac:chgData name="Esraa Mohamed" userId="32a53f8955a3383c" providerId="LiveId" clId="{F10043CA-7E0C-4C5B-B8AD-80B51C33A480}" dt="2026-08-29T21:43:08.649" v="8"/>
          <ac:cxnSpMkLst>
            <pc:docMk/>
            <pc:sldMk cId="662131360" sldId="325"/>
            <ac:cxnSpMk id="10" creationId="{DFCC2AA6-31C6-15B8-2FF6-B806D9F77654}"/>
          </ac:cxnSpMkLst>
        </pc:cxnChg>
        <pc:cxnChg chg="add">
          <ac:chgData name="Esraa Mohamed" userId="32a53f8955a3383c" providerId="LiveId" clId="{F10043CA-7E0C-4C5B-B8AD-80B51C33A480}" dt="2026-08-29T21:43:16.765" v="9" actId="26606"/>
          <ac:cxnSpMkLst>
            <pc:docMk/>
            <pc:sldMk cId="662131360" sldId="325"/>
            <ac:cxnSpMk id="23" creationId="{6CF1BAF6-AD41-4082-B212-8A1F9A2E8779}"/>
          </ac:cxnSpMkLst>
        </pc:cxnChg>
      </pc:sldChg>
      <pc:sldChg chg="addSp delSp modSp add mod setBg delDesignElem">
        <pc:chgData name="Esraa Mohamed" userId="32a53f8955a3383c" providerId="LiveId" clId="{F10043CA-7E0C-4C5B-B8AD-80B51C33A480}" dt="2026-08-29T21:43:29.259" v="10" actId="26606"/>
        <pc:sldMkLst>
          <pc:docMk/>
          <pc:sldMk cId="3688954435" sldId="326"/>
        </pc:sldMkLst>
        <pc:spChg chg="mod">
          <ac:chgData name="Esraa Mohamed" userId="32a53f8955a3383c" providerId="LiveId" clId="{F10043CA-7E0C-4C5B-B8AD-80B51C33A480}" dt="2026-08-29T21:43:29.259" v="10" actId="26606"/>
          <ac:spMkLst>
            <pc:docMk/>
            <pc:sldMk cId="3688954435" sldId="326"/>
            <ac:spMk id="3" creationId="{AE7CCC9E-59ED-54B9-E153-58238B7BAF3D}"/>
          </ac:spMkLst>
        </pc:spChg>
        <pc:spChg chg="add">
          <ac:chgData name="Esraa Mohamed" userId="32a53f8955a3383c" providerId="LiveId" clId="{F10043CA-7E0C-4C5B-B8AD-80B51C33A480}" dt="2026-08-29T21:43:29.259" v="10" actId="26606"/>
          <ac:spMkLst>
            <pc:docMk/>
            <pc:sldMk cId="3688954435" sldId="326"/>
            <ac:spMk id="6" creationId="{D5B0017B-2ECA-49AF-B397-DC140825DF8D}"/>
          </ac:spMkLst>
        </pc:spChg>
        <pc:spChg chg="add">
          <ac:chgData name="Esraa Mohamed" userId="32a53f8955a3383c" providerId="LiveId" clId="{F10043CA-7E0C-4C5B-B8AD-80B51C33A480}" dt="2026-08-29T21:43:29.259" v="10" actId="26606"/>
          <ac:spMkLst>
            <pc:docMk/>
            <pc:sldMk cId="3688954435" sldId="326"/>
            <ac:spMk id="8" creationId="{B6CDA21F-E7AF-4C75-8395-33F58D5B0E45}"/>
          </ac:spMkLst>
        </pc:spChg>
        <pc:spChg chg="del">
          <ac:chgData name="Esraa Mohamed" userId="32a53f8955a3383c" providerId="LiveId" clId="{F10043CA-7E0C-4C5B-B8AD-80B51C33A480}" dt="2026-08-29T21:43:08.649" v="8"/>
          <ac:spMkLst>
            <pc:docMk/>
            <pc:sldMk cId="3688954435" sldId="326"/>
            <ac:spMk id="13" creationId="{B6CDA21F-E7AF-4C75-8395-33F58D5B0E45}"/>
          </ac:spMkLst>
        </pc:spChg>
        <pc:spChg chg="del">
          <ac:chgData name="Esraa Mohamed" userId="32a53f8955a3383c" providerId="LiveId" clId="{F10043CA-7E0C-4C5B-B8AD-80B51C33A480}" dt="2026-08-29T21:43:08.649" v="8"/>
          <ac:spMkLst>
            <pc:docMk/>
            <pc:sldMk cId="3688954435" sldId="326"/>
            <ac:spMk id="20" creationId="{D5B0017B-2ECA-49AF-B397-DC140825DF8D}"/>
          </ac:spMkLst>
        </pc:spChg>
        <pc:grpChg chg="add">
          <ac:chgData name="Esraa Mohamed" userId="32a53f8955a3383c" providerId="LiveId" clId="{F10043CA-7E0C-4C5B-B8AD-80B51C33A480}" dt="2026-08-29T21:43:29.259" v="10" actId="26606"/>
          <ac:grpSpMkLst>
            <pc:docMk/>
            <pc:sldMk cId="3688954435" sldId="326"/>
            <ac:grpSpMk id="10" creationId="{AE1C45F0-260A-458C-96ED-C1F6D2151219}"/>
          </ac:grpSpMkLst>
        </pc:grpChg>
        <pc:grpChg chg="del">
          <ac:chgData name="Esraa Mohamed" userId="32a53f8955a3383c" providerId="LiveId" clId="{F10043CA-7E0C-4C5B-B8AD-80B51C33A480}" dt="2026-08-29T21:43:08.649" v="8"/>
          <ac:grpSpMkLst>
            <pc:docMk/>
            <pc:sldMk cId="3688954435" sldId="326"/>
            <ac:grpSpMk id="15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29T21:43:29.259" v="10" actId="26606"/>
          <ac:cxnSpMkLst>
            <pc:docMk/>
            <pc:sldMk cId="3688954435" sldId="326"/>
            <ac:cxnSpMk id="17" creationId="{6CF1BAF6-AD41-4082-B212-8A1F9A2E8779}"/>
          </ac:cxnSpMkLst>
        </pc:cxnChg>
        <pc:cxnChg chg="del">
          <ac:chgData name="Esraa Mohamed" userId="32a53f8955a3383c" providerId="LiveId" clId="{F10043CA-7E0C-4C5B-B8AD-80B51C33A480}" dt="2026-08-29T21:43:08.649" v="8"/>
          <ac:cxnSpMkLst>
            <pc:docMk/>
            <pc:sldMk cId="3688954435" sldId="326"/>
            <ac:cxnSpMk id="22" creationId="{6CF1BAF6-AD41-4082-B212-8A1F9A2E8779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1:35.7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24575,'1596'0'0,"-1561"1"0,58 11 0,-55-5 0,44 0 0,231-6 92,-145-2-1549,-145 1-5369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1:39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 23335,'1216'-26'0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1:47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1177 1 24537,'-1176'1176'0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1:50.9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1 24575,'1'106'0,"-3"117"0,-11-152 0,10-56 0,-1 1 0,2-1 0,0 0 0,1 1 0,1 21 0,0-35 0,0 0 0,1 0 0,-1 1 0,1-1 0,0 0 0,-1 0 0,1 0 0,0 0 0,0 0 0,0 0 0,1 0 0,-1 0 0,0-1 0,1 1 0,-1 0 0,1-1 0,0 1 0,0-1 0,-1 1 0,1-1 0,0 0 0,0 0 0,0 0 0,0 0 0,0 0 0,0 0 0,1-1 0,-1 1 0,0-1 0,0 1 0,1-1 0,-1 0 0,0 0 0,0 0 0,1 0 0,-1 0 0,0-1 0,3 0 0,6 0 0,1-1 0,-1-1 0,0 0 0,1-1 0,-1 0 0,10-6 0,11-6 0,6-3 0,63-23 0,-11 3-1365,-72 32-5461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2:17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0 738 24575,'61'-2'0,"-1"-3"0,0-2 0,103-26 0,164-75 0,-247 78 0,248-109 0,-152 48 0,-147 80 0,1 1 0,-1 1 0,40-5 0,27-9 0,-21 7 0,-50 11 0,39-11 0,-63 16 0,-1 0 0,0 0 0,1 0 0,-1 0 0,1-1 0,-1 1 0,0 0 0,1 0 0,-1 0 0,0 0 0,1 0 0,-1 0 0,0-1 0,1 1 0,-1 0 0,0 0 0,1 0 0,-1-1 0,0 1 0,0 0 0,1 0 0,-1-1 0,0 1 0,0 0 0,1-1 0,-1 1 0,0 0 0,0-1 0,0 1 0,0 0 0,0-1 0,1 1 0,-1-1 0,0 1 0,0 0 0,0-1 0,0 1 0,0-1 0,-15-8 0,-35-4 0,42 12 0,0-1 0,-3 0 0,1-1 0,-1 0 0,1 0 0,-1-1 0,1 0 0,-11-8 0,21 12 0,0 0 0,-1 0 0,1 0 0,0 0 0,0 0 0,0 0 0,0 0 0,0 0 0,0 0 0,0 0 0,-1 0 0,1-1 0,0 1 0,0 0 0,0 0 0,0 0 0,0 0 0,0 0 0,0 0 0,0 0 0,0-1 0,0 1 0,0 0 0,0 0 0,0 0 0,0 0 0,0 0 0,0 0 0,0-1 0,0 1 0,0 0 0,0 0 0,0 0 0,0 0 0,0 0 0,0 0 0,0-1 0,0 1 0,0 0 0,0 0 0,0 0 0,0 0 0,0 0 0,0 0 0,0-1 0,1 1 0,-1 0 0,0 0 0,0 0 0,0 0 0,0 0 0,0 0 0,0 0 0,0 0 0,0 0 0,1 0 0,-1 0 0,0 0 0,14-4 0,15 1 0,-10 4 0,-14 0 0,-1-1 0,1 1 0,0-1 0,0 0 0,0-1 0,-1 1 0,1-1 0,0 0 0,-1 0 0,1 0 0,0 0 0,-1-1 0,7-3 0,-11 4 0,1 0 0,-1 1 0,0-1 0,1 0 0,-1 0 0,0 1 0,0-1 0,0 0 0,0 0 0,0 0 0,0 1 0,0-1 0,0 0 0,0 0 0,0 1 0,0-1 0,0 0 0,-1 0 0,1 1 0,0-1 0,-1 0 0,1 0 0,0 1 0,-1-1 0,1 0 0,-1 1 0,1-1 0,-1 1 0,1-1 0,-2 0 0,-17-19 0,18 19 0,-17-13 0,-1 1 0,0 0 0,-1 1 0,-40-16 0,58 27 0,0 0 0,0 0 0,1 0 0,-1 1 0,0-1 0,0 1 0,0-1 0,0 1 0,0 0 0,0 0 0,0 0 0,0 0 0,0 0 0,0 0 0,-4 1 0,6-1 0,-1 1 0,0-1 0,0 1 0,1 0 0,-1-1 0,0 1 0,1-1 0,-1 1 0,1 0 0,-1 0 0,0-1 0,1 1 0,0 0 0,-1 0 0,1 0 0,-1-1 0,1 1 0,0 0 0,0 0 0,0 0 0,-1 0 0,1 0 0,0 1 0,1 4 0,-1 0 0,1 1 0,0-1 0,0 0 0,1-1 0,0 1 0,0 0 0,4 8 0,11 16 0,1 0 0,1-1 0,30 33 0,-26-33 0,-18-21 6,1 1 0,-1 0 0,-1 0 0,1 0 0,-2 0 0,1 1 0,-1 0 0,-1 0 0,1 0 0,-2 0 0,1 0 0,-2 0 0,1 0 0,-1 0 0,-1 0 0,0 1 0,0-1 0,-1 0 0,-3 10 0,-2 5-218,-2 0 0,0-1 0,-1 0-1,-2-1 1,0 0 0,-20 27 0,14-25-6614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2:21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24575,'4'0'0,"7"0"0,6 0 0,4 0 0,4 0 0,1 0 0,2 0 0,1 0 0,-1 0 0,0 0 0,-5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2:24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 23932,'1919'-108'0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2:29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1 349 24575,'0'-4'0,"0"-7"0,0-10 0,0-6 0,0-3 0,0-2 0,0 1 0,0 1 0,0 1 0,0 0 0,0 1 0,0 1 0,0 0 0,0 5-8191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2:34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24575,'50'0'0,"-1"-3"0,69-11 0,-65 8 0,-1 1 0,1 3 0,54 5 0,89-4 0,-113-12 0,-54 8 0,48-4 0,-41 6 0,0-1 0,62-17 0,2 0 0,-20 15-1365,-56 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2:5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1 806 24575,'25'-23'0,"2"1"0,53-32 0,-55 38 0,114-71 0,185-86 0,-217 125 0,2 6 0,177-46 0,-219 76 0,-46 10 0,-1-1 0,27-9 0,-46 12 0,0 0 0,1-1 0,-1 1 0,0 0 0,1-1 0,-1 0 0,0 1 0,0-1 0,0 0 0,0 1 0,1-1 0,-1 0 0,0 0 0,0 0 0,0 0 0,-1 0 0,1 0 0,0 0 0,0 0 0,-1-1 0,1 1 0,0-1 0,-1 0 0,0 1 0,0 0 0,0 0 0,0-1 0,0 1 0,-1 0 0,1 0 0,0-1 0,-1 1 0,1 0 0,-1 0 0,0 0 0,1 0 0,-1 0 0,0 0 0,1 0 0,-1 0 0,-2-2 0,-4-3 0,0 0 0,-1 0 0,1 0 0,-17-8 0,-82-37 0,55 28 0,-49-31 0,88 42 0,22 10 0,27 9 0,164 65 0,-165-58 0,0 2 0,55 32 0,-79-41 0,1 1 0,-1 0 0,0 0 0,14 14 0,-23-18 0,1 0 0,-1 0 0,0 0 0,0 0 0,0 1 0,-1-1 0,0 1 0,0 0 0,0 0 0,0 0 0,-1 0 0,0 0 0,0 0 0,0 0 0,0 7 0,-1 9 15,0 0 0,-1 0 0,-2 0 0,0 0 0,-1 0 0,-1-1 0,-14 38 0,5-28-312,0 0 0,-3 0 0,0-1 0,-26 31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3:10.5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408 946 24575,'815'0'0,"-776"3"0,-1 1 0,1 2 0,51 15 0,-48-10 0,-9-4 0,1 2 0,1-1 0,1-2 0,63 3 0,251-11 0,-335 1 0,-1 0 0,1-1 0,-1-1 0,0 0 0,0-1 0,0 0 0,0-1 0,-1 0 0,0-2 0,0 1 0,19-14 0,7-9 0,-2-1 0,38-39 0,-67 61 0,10-13 0,0 0 0,-2-2 0,-1 0 0,0 0 0,-2-2 0,19-45 0,-11 24 0,-16 32 0,0 1 0,-2-1 0,1 0 0,-2 0 0,0 0 0,1-26 0,5-37 0,-2 54 0,-2 1 0,-1-1 0,0 0 0,-2 1 0,0-1 0,-4-31 0,2 49 0,-1 0 0,1 1 0,-1-1 0,-1 1 0,1-1 0,0 1 0,-1-1 0,0 1 0,0 0 0,0 0 0,-1 1 0,0-1 0,1 1 0,-1 0 0,0 0 0,0 0 0,-1 0 0,-5-2 0,-2-2 0,-1 2 0,0-1 0,-1 2 0,1 0 0,-19-3 0,-33-4 0,1 3 0,-80 1 0,84 4 0,-116-21 0,110 13 0,-77-4 0,-132 14 0,130 2 0,78 2 0,-74 13 0,80-8 0,-126 31 0,140-26 0,0-3 0,-1-1 0,-69 2 0,73-10 0,0 2 0,0 1 0,1 3 0,0 1 0,0 3 0,-72 27 0,107-34 0,0 0 0,1 1 0,0 0 0,0 0 0,0 1 0,0 0 0,1 0 0,0 1 0,0-1 0,1 1 0,0 0 0,0 1 0,-6 12 0,-4 12 0,1 1 0,-9 36 0,14-43 0,-3 12 0,1 1 0,2 0 0,2 0 0,1 1 0,2 0 0,2 46 0,2-63 0,-1-10 0,2 0 0,-1 0 0,1 0 0,5 18 0,-6-28 0,1 0 0,0 0 0,0-1 0,0 1 0,1 0 0,-1 0 0,1-1 0,-1 1 0,1-1 0,0 1 0,0-1 0,0 0 0,0 0 0,1 0 0,-1 0 0,0 0 0,1 0 0,-1-1 0,1 1 0,0-1 0,0 0 0,-1 1 0,1-1 0,3 0 0,16 3 0,0-2 0,0-1 0,0 0 0,35-4 0,1 0 0,171 2-1365,-204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3:23.4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23380,'1406'56'0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3:26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23706,'1215'-28'0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3:58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 24575,'279'23'0,"-239"-18"0,30 8 0,-47-8 0,-1-1 0,33 2 0,-39-5 0,0-1 0,-1-1 0,1 0 0,-1 0 0,1-2 0,-1 0 0,1-1 0,-1 0 0,17-8 0,-18 5-108,4-2-102,1 1 1,0 0-1,0 1 1,0 2-1,26-5 1,-24 8-6617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00.7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24575,'18'-1'0,"0"0"0,21-5 0,15-2 0,731-3 0,-109 81 0,-456-39 0,-65-3 30,-104-16-495,0-3 0,103 6 0,-132-16-6361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26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24303,'2648'135'0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31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24575,'1895'0'0,"-1879"1"-341,-1 0 0,1 1-1,21 5 1,-15-1-6485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45.9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3495 517 24575,'-1'-4'0,"-1"1"0,0-1 0,0 1 0,0 0 0,-1 0 0,1 0 0,-1 0 0,1 0 0,-1 0 0,0 1 0,0-1 0,-5-2 0,-1-2 0,-59-45 0,-2 2 0,-2 4 0,-94-45 0,74 46 0,-2 4 0,-127-37 0,157 60 0,0 3 0,-2 3 0,1 3 0,-110-2 0,-682 14 0,810-2 0,1 2 0,0 2 0,1 2 0,-1 2 0,2 1 0,-1 3 0,-65 28 0,-21 14 0,-236 110 0,44-6 0,311-153 0,1 1 0,-1 0 0,1 0 0,1 1 0,-14 13 0,19-16 0,1 0 0,1 0 0,-1 0 0,1 1 0,0-1 0,0 1 0,0 0 0,1 0 0,0-1 0,0 2 0,0-1 0,1 0 0,-1 9 0,-3 64 0,4 1 0,9 84 0,-6-149 0,1 1 0,0-1 0,0 0 0,2-1 0,0 1 0,0-1 0,2 0 0,0 0 0,0-1 0,1 0 0,19 23 0,0-5 0,2-1 0,0-2 0,43 30 0,-54-44 0,2-1 0,0-1 0,0-1 0,1 0 0,26 8 0,114 28 0,-72-23 0,243 51 0,5-26 0,-277-41 0,-5-3 0,72-3 0,8 1 0,-50 10 0,-58-8 0,47 3 0,-41-4 0,-1 0 0,1 3 0,-1 0 0,37 15 0,1-1 0,-42-13 0,41 21 0,-40-16 0,35 11 0,-57-22 0,95 29 0,1-4 0,140 17 0,232-15 0,-460-29 0,183-9 0,-174 6 0,1-1 0,-1-2 0,0 0 0,0-1 0,-1-2 0,23-11 0,75-42 0,155-107 0,-258 156 0,-2 0 0,1-1 0,-2-1 0,0-1 0,-1 0 0,0 0 0,14-25 0,-19 24 0,-2 0 0,0-1 0,-1 0 0,0 0 0,-2 0 0,4-29 0,-5 15 0,-1 0 0,-1 0 0,-5-32 0,3 57 0,0 0 0,0 0 0,-1 0 0,0 0 0,0 0 0,-1 1 0,0-1 0,0 1 0,0 0 0,-1 0 0,0 0 0,0 0 0,-1 1 0,0-1 0,1 1 0,-2 1 0,-8-8 0,-8-3 0,0 2 0,-1 0 0,-38-15 0,31 16 0,-32-20 0,0-6 0,5 4 0,-70-54 0,112 75 0,7 8 0,1-1 0,0 1 0,0-1 0,0-1 0,1 0 0,0 0 0,1 0 0,-1 0 0,1-1 0,1 0 0,-6-11 0,-6-31-1365,12 26-5461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39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614 0 24575,'-4'3'0,"0"0"0,0-1 0,0 0 0,0 0 0,0 0 0,0 0 0,-8 1 0,-9 5 0,-245 123 0,45-21 0,209-104 0,-22 9 0,33-14 0,-1-1 0,1 1 0,0 0 0,-1 0 0,1 0 0,0 0 0,0-1 0,0 1 0,0 1 0,0-1 0,0 0 0,0 0 0,0 0 0,0 0 0,1 1 0,-1-1 0,0 3 0,1-3 0,0 0 0,1-1 0,-1 1 0,1 0 0,-1 0 0,1-1 0,0 1 0,-1 0 0,1-1 0,0 1 0,-1 0 0,1-1 0,0 1 0,0-1 0,0 1 0,-1-1 0,1 0 0,0 1 0,0-1 0,0 0 0,0 1 0,0-1 0,2 0 0,29 7 0,-26-6 0,141 17 0,-89-14 0,-49-2 0,0 1 0,0-1 0,0 1 0,-1 1 0,1 0 0,-1 0 0,0 0 0,0 1 0,-1 0 0,1 1 0,-1 0 0,0 0 0,6 7 0,-2-3 0,1 0 0,0 0 0,22 12 0,18 3-1365,-28-16-5461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41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24575,'20'2'0,"1"1"0,-1 0 0,0 2 0,0 0 0,34 14 0,-8-3 0,343 93 0,-125-57 0,-246-49 0,-16-3 0,0 0 0,0 0 0,0 1 0,0-1 0,0 0 0,0 1 0,-1-1 0,1 1 0,0 0 0,0 0 0,0 0 0,-1 0 0,1 0 0,0 0 0,-1 0 0,1 0 0,-1 1 0,1-1 0,-1 1 0,0-1 0,0 1 0,0-1 0,0 1 0,0 0 0,0 0 0,0-1 0,0 1 0,0 0 0,-1 0 0,1 0 0,-1 0 0,0 0 0,1 0 0,-1 0 0,0 0 0,0 0 0,0 0 0,-1 0 0,1 3 0,-2 2 0,-1 1 0,1-1 0,-1 0 0,0 1 0,-1-1 0,0 0 0,0-1 0,-10 13 0,-52 54 0,-129 111 0,113-110 0,-88 71-1365,140-119-5461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5:55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1360 24575,'1'-25'0,"2"0"0,0 0 0,2 1 0,14-47 0,-5 25 0,81-255 0,-8 28 0,-79 241 0,-3-1 0,-1 0 0,-1 0 0,-1 0 0,-5-49 0,1 9 0,0 45 0,-1 0 0,-10-38 0,6 29 0,5 27 0,0-1 0,0 1 0,-1 0 0,-1 0 0,0 0 0,-8-14 0,12 23 0,0 1 0,-1-1 0,1 1 0,-1 0 0,1-1 0,0 1 0,-1-1 0,1 1 0,-1 0 0,1-1 0,-1 1 0,1 0 0,-1-1 0,1 1 0,-1 0 0,1 0 0,-1 0 0,0-1 0,1 1 0,-1 0 0,1 0 0,-1 0 0,1 0 0,-1 0 0,0 0 0,1 0 0,-1 0 0,1 0 0,-1 1 0,0-1 0,1 0 0,-1 0 0,1 0 0,-1 1 0,1-1 0,-1 0 0,1 1 0,-1-1 0,0 1 0,-19 20 0,17-17 0,-12 17 0,0 2 0,-13 28 0,17-30 0,-1-1 0,0 0 0,-26 31 0,1-6 0,38-42 0,4-6 0,9-8 0,-2-3 0,6-6 0,0 1 0,27-22 0,-41 37 0,1 1 0,0-1 0,0 1 0,1 0 0,-1 0 0,0 0 0,1 1 0,0 0 0,0 0 0,-1 1 0,1-1 0,0 1 0,0 0 0,0 1 0,11 0 0,-8 2 0,-1 1 0,1 0 0,-1 1 0,0 0 0,0 0 0,-1 1 0,1 0 0,-1 0 0,0 1 0,0 0 0,7 8 0,32 23 0,-17-16 15,-19-13-475,1-1 0,22 12 0,-17-12-6366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6:06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1624 24575,'49'0'0,"279"-4"0,-3-28 0,-83-8 0,-151 32 0,-65 7 0,1-1 0,-1-1 0,0-1 0,38-12 0,-26 2 0,-1-2 0,-1-2 0,0-1 0,-2-2 0,57-45 0,143-146 0,-218 196 0,101-117 0,-61 66 0,124-173 0,-171 226 0,-1 0 0,-1-1 0,0 0 0,-1-1 0,0 1 0,-1-1 0,-1 0 0,4-30 0,-6 23 0,-1-1 0,-1 0 0,-1 0 0,-1 0 0,-7-35 0,5 42 0,-1 0 0,-1 0 0,0 0 0,-1 0 0,-1 1 0,-1 0 0,-16-23 0,18 30 0,1 0 0,-2 1 0,1 0 0,-2 0 0,1 0 0,-1 1 0,0 0 0,0 1 0,0 0 0,-1 1 0,0 0 0,0 0 0,-13-3 0,-47-10 0,-1 4 0,-80-6 0,-145 10 0,177 10 0,-140-16 0,138 5 0,-184 9 0,147 4 0,131-2 0,3-1 0,-1 2 0,0 0 0,-37 7 0,54-5 0,0-1 0,0 1 0,0 0 0,0 0 0,0 1 0,0 0 0,1 1 0,0 0 0,0 0 0,0 0 0,1 1 0,0 0 0,0 0 0,-5 8 0,-81 104 0,78-95 0,0 1 0,1 1 0,1 0 0,-9 32 0,-24 48 0,-62 112 0,81-174 0,19-33 0,0 0 0,1 1 0,0 0 0,1 0 0,0 1 0,0 0 0,1-1 0,1 1 0,0 1 0,-2 20 0,4 18 0,5 59 0,-4-105 0,1 1 0,1-1 0,-1 0 0,1 0 0,0 1 0,0-1 0,0-1 0,1 1 0,-1 0 0,1-1 0,0 1 0,1-1 0,-1 0 0,1 0 0,0 0 0,0 0 0,0-1 0,0 0 0,1 0 0,-1 0 0,9 4 0,7 2 0,0-1 0,1-1 0,42 9 0,-44-11 0,112 22 0,204 14 0,-94-35 0,-188 5 119,-21-3-1603,-13-4-5342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7:33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1438 24575,'383'0'0,"-367"0"0,1-2 0,-1 0 0,0-1 0,0-1 0,30-10 0,75-40 0,-102 45 0,8-6 0,-1-1 0,32-25 0,-32 21 0,53-30 0,-45 34 0,-1-1 0,-1-2 0,-1-1 0,-1-2 0,-1-1 0,0-1 0,35-39 0,-45 37 0,-1-1 0,28-55 0,-12 18 0,-28 52 0,0 0 0,-1 0 0,-1 0 0,0 0 0,-1-1 0,0 0 0,-1 0 0,1-15 0,-4-110 0,-2 62 0,2 63 0,0 0 0,-1 0 0,0 0 0,-1 1 0,-1-1 0,0 0 0,-1 1 0,0 0 0,-1 0 0,0 1 0,-1-1 0,0 1 0,0 1 0,-2 0 0,1 0 0,-1 0 0,-17-14 0,-14-7 0,-1 1 0,-2 2 0,-54-28 0,75 45 0,-2-2 0,-1 1 0,0 2 0,0 0 0,-2 2 0,-36-8 0,22 10 0,0 1 0,-78 2 0,67 3 0,20 0 0,1 1 0,-32 4 0,56-3 0,-1 0 0,1 1 0,0-1 0,1 1 0,-1 1 0,0-1 0,1 1 0,0 0 0,0 0 0,0 1 0,1 0 0,-1 0 0,1 1 0,-5 6 0,-7 10 0,1 1 0,-18 34 0,24-40 0,-115 222 0,110-204 0,2 0 0,1 1 0,2 0 0,1 1 0,-5 45 0,14-74 0,0 0 0,0 0 0,1 0 0,0-1 0,1 1 0,-1 0 0,1-1 0,1 1 0,0-1 0,0 0 0,0 0 0,1 0 0,0 0 0,6 8 0,8 8 0,1-1 0,31 30 0,-38-41 0,144 125 120,-129-116-417,1-1 0,1-2 0,0-1 0,37 15 0,-30-18-6529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7:37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 24575,'316'25'0,"-109"-4"0,371-13 0,-530-13 0,68-17 0,-75 12 0,1 3 0,55-4 0,24 9 0,114-7 0,-110-2 0,290-21 0,-230 21 0,231-5 0,-238 15 0,145 4 0,-286 1 0,0 3 0,0 1 0,52 18 0,21 5 0,-106-30-31,40 9-414,0-1 1,55 3-1,-74-11-6381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7:40.7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23706,'4920'-54'0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7:44.8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24575,'415'24'0,"-4"30"0,88 7 0,1197 17 0,-1150-64 0,68 0 0,-391-13 0,214-4 0,-379 1 0,-1-2 0,1-3 0,-1-2 0,0-3 0,-1-2 0,102-41 0,-136 44 0,1 2 0,0 0 0,0 1 0,1 1 0,0 2 0,0 0 0,0 2 0,45-2 0,-40 6-341,-1-2 0,0-1-1,46-9 1,-51 6-6485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7:47.3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1136 0 24522,'-1135'1514'0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47:50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0 24575,'2'106'0,"-5"115"0,-1-196 0,4-22 0,-1 0 0,0-1 0,1 1 0,0 0 0,-1-1 0,1 1 0,0 0 0,1 0 0,-1-1 0,0 1 0,2 3 0,-1-5 0,0 1 0,0-1 0,0 0 0,1 1 0,-1-1 0,0 0 0,1 0 0,-1 0 0,1 0 0,0 0 0,-1 0 0,1 0 0,0 0 0,0-1 0,-1 1 0,1-1 0,0 1 0,0-1 0,0 0 0,0 0 0,2 0 0,30 4 0,0-3 0,1 0 0,66-9 0,102-29 0,-163 28 0,144-36 120,-150 34-491,0-1-1,-1-2 1,40-23 0,-53 25-6455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03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1273 24575,'114'-70'0,"-18"10"0,211-94 0,5 13 0,-193 99 0,135-59 0,-145 45 0,113-77 0,-150 89 0,145-64 0,-142 77 0,153-41 0,-73 18 0,-120 39 0,1 1 0,1 2 0,0 2 0,53-8 0,-81 17 0,70-9 0,-72 8 0,0 1 0,-1-1 0,1-1 0,0 1 0,-1-1 0,1 0 0,-1-1 0,9-5 0,-14 8 0,0 0 0,0 0 0,0 1 0,0-1 0,0 0 0,0 0 0,-1 0 0,1 0 0,0 0 0,0 0 0,-1 0 0,1 0 0,-1-1 0,1 1 0,-1 0 0,0 0 0,1 0 0,-1 0 0,0-1 0,0 1 0,0 0 0,0 0 0,0-1 0,0-1 0,-1 1 0,0-1 0,0 1 0,0 0 0,0 0 0,0 0 0,0 0 0,0 1 0,-1-1 0,1 0 0,-1 0 0,0 1 0,-2-3 0,-3-1 0,0 0 0,0 1 0,0 0 0,0 0 0,-1 1 0,-12-4 0,-32-1 0,39 7 0,40 1 0,8 0 0,49 3 0,-76-2 0,-1 0 0,0 1 0,0-1 0,0 1 0,0 1 0,0-1 0,-1 1 0,1 0 0,6 5 0,-10-6 0,-1 1 0,1 0 0,-1 0 0,1 0 0,-1 0 0,0 0 0,0 0 0,0 1 0,-1-1 0,1 1 0,-1-1 0,0 1 0,0 0 0,0-1 0,0 1 0,-1 0 0,1 6 0,0 9 0,-1 0 0,-3 22 0,2-31 0,-1 10 0,-2 0 0,0 0 0,-1 0 0,-1-1 0,-1 0 0,-15 30 0,-67 102 0,77-132 0,-13 17-1365,4-10-5461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06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1515 24575,'15'-8'0,"0"-2"0,-1 1 0,26-24 0,-14 11 0,699-535 0,-617 477 0,385-318 0,-307 242 0,-168 141 0,-12 11 0,0 0 0,-1 0 0,0-1 0,0 0 0,0 0 0,-1 0 0,6-8 0,-9 11 0,0 0 0,0 0 0,-1 0 0,1-1 0,-1 1 0,0 0 0,1 0 0,-1 0 0,0-1 0,0 1 0,0 0 0,-1 0 0,1 0 0,0-1 0,-1 1 0,0 0 0,1 0 0,-1 0 0,0 0 0,0 0 0,0 0 0,0 0 0,0 0 0,-1 0 0,1 1 0,-1-1 0,-2-3 0,-14-13 0,0 0 0,-1 1 0,0 1 0,-29-18 0,47 34 0,1 0 0,-1 0 0,1 0 0,-1 0 0,1-1 0,0 1 0,-1 0 0,1 0 0,0 0 0,-1 0 0,1-1 0,-1 1 0,1 0 0,0 0 0,-1-1 0,1 1 0,0 0 0,0-1 0,-1 1 0,1 0 0,0-1 0,0 1 0,-1 0 0,1-1 0,0 1 0,0-1 0,0 1 0,0 0 0,0-1 0,0 1 0,-1-1 0,1 1 0,0 0 0,0-1 0,0 1 0,0-1 0,1 1 0,-1-1 0,0 1 0,0 0 0,0-1 0,21-3 0,30 8 0,-2 9 0,93 39 0,-84-28 0,-27-13 0,-15-6 0,-1 1 0,0 0 0,26 16 0,-37-20 0,0 1 0,-1-1 0,0 1 0,1 0 0,-1 0 0,0 0 0,-1 1 0,1-1 0,0 1 0,-1 0 0,0-1 0,0 1 0,0 0 0,0 0 0,-1 0 0,0 1 0,1-1 0,-1 0 0,0 5 0,0 10 12,-1-1-1,-1 1 1,-1 0 0,0-1-1,-1 0 1,-1 1-1,-1-1 1,-12 28-1,-9 13-532,-35 62 0,50-102 94,-6 14-6399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08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496 1 24575,'-5'0'0,"-6"0"0,-5 9 0,-15 17 0,-15 18 0,-9 19 0,-9 14 0,2 2 0,6-3 0,9-10 0,8-11 0,10-11 0,10-8 0,4-10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09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24575,'237'8'0,"-194"-3"0,0 1 0,0 3 0,60 20 0,90 45 0,91 29 0,-251-95-1365,-7-4-5461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12.5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21389,'595'0'0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17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87 24575,'17'-2'0,"-1"0"0,1-1 0,-1-1 0,0-1 0,0 0 0,16-8 0,31-9 0,-16 12 0,0 2 0,1 2 0,-1 2 0,1 2 0,71 6 0,-72 2 0,-1 2 0,0 2 0,63 23 0,22 5 0,-60-23-455,1-2 0,115 4 0,-149-16-6371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22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1886 24575,'2'20'0,"0"-1"0,2 0 0,0 0 0,1 0 0,10 24 0,1 9 0,0 10 0,-9-32 0,1-2 0,21 54 0,-28-81 0,-1 0 0,1 1 0,-1-1 0,1 0 0,0 1 0,0-1 0,0 0 0,0 0 0,0 0 0,0 0 0,0 0 0,0 0 0,0 0 0,0 0 0,0 0 0,1 0 0,-1-1 0,0 1 0,1 0 0,-1-1 0,1 1 0,-1-1 0,0 0 0,1 1 0,-1-1 0,1 0 0,-1 0 0,3 0 0,1-1 0,1-1 0,-1 1 0,0-1 0,0 0 0,0 0 0,0-1 0,5-3 0,197-135 0,-114 74 0,894-668-1246,-223 112 1246,-232 186 0,-492 404-98,51-41-432,111-69 1,-151 113-5259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33.6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680 1280 24575,'17'-29'0,"-7"10"0,63-82 0,13-22 0,-80 113 0,-1 0 0,-1-1 0,1 1 0,-2-1 0,1 0 0,-2-1 0,1 1 0,0-22 0,-1-7 0,-6-49 0,1 13 0,3 62 0,0-1 0,0 1 0,-1-1 0,-1 1 0,-1 0 0,0 0 0,0 0 0,-2 0 0,-6-15 0,-9-7 0,-2 1 0,-42-52 0,32 46 0,-8-13 0,-57-56 0,77 90 0,-1 0 0,-1 2 0,-1 0 0,0 2 0,-38-21 0,45 31 0,0 0 0,-1 0 0,0 2 0,0 0 0,0 1 0,-1 0 0,1 2 0,-1 0 0,1 1 0,-1 1 0,1 0 0,0 1 0,-1 1 0,-28 9 0,39-9 0,-1 1 0,1 0 0,-1 0 0,1 1 0,0 0 0,1 0 0,-1 0 0,1 1 0,0 0 0,0 0 0,1 1 0,0-1 0,0 1 0,1 0 0,0 1 0,0-1 0,0 1 0,1 0 0,0 0 0,-3 13 0,0 10 0,1 0 0,1 0 0,1 0 0,3 36 0,4 555 0,-4-614 0,0 0 0,0 0 0,1 0 0,0 0 0,1 0 0,0-1 0,0 1 0,6 13 0,-5-16 0,0 0 0,0 0 0,1-1 0,-1 1 0,1-1 0,0 0 0,1 0 0,-1 0 0,1-1 0,-1 1 0,1-1 0,10 5 0,7 2 0,0-1 0,0-1 0,1-1 0,30 5 0,98 9 0,-71-12 0,-47-5-1365,-5-1-5461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36.7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24575,'124'2'0,"133"-5"0,-229-1 0,0-2 0,-1 0 0,31-12 0,39-10 0,2 10 0,1 5 0,192-2 0,301 15-1365,-570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38.4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24575,'1118'0'0,"-810"14"0,-25-1 0,723-12 86,-476-2-1537,-507 1-5375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41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506 2063 24575,'-1'-30'0,"-1"0"0,-9-37 0,-1-8 0,-59-816 0,36 361 0,-17 172 0,50 351 0,1 1 0,-1 0 0,0-1 0,0 1 0,-6-10 0,8 15 0,0 0 0,-1 1 0,1-1 0,-1 0 0,1 0 0,-1 0 0,0 0 0,1 1 0,-1-1 0,0 0 0,1 1 0,-1-1 0,0 0 0,0 1 0,1-1 0,-1 1 0,0-1 0,0 1 0,0 0 0,0-1 0,0 1 0,0 0 0,0-1 0,0 1 0,0 0 0,0 0 0,0 0 0,0 0 0,0 0 0,0 0 0,0 0 0,0 0 0,0 1 0,0-1 0,0 0 0,1 1 0,-1-1 0,0 0 0,0 1 0,0-1 0,0 1 0,0-1 0,1 1 0,-1 0 0,0-1 0,0 1 0,0 1 0,-14 14 0,1 2 0,0 0 0,2 1 0,-19 35 0,0 0 0,-2 2 0,19-31 0,0 0 0,-2-1 0,-1 0 0,-29 30 0,46-54 0,0-1 0,0 1 0,0 0 0,0 0 0,0 0 0,0-1 0,0 1 0,0 0 0,0 0 0,0-1 0,0 1 0,0 0 0,-1 0 0,1 0 0,0-1 0,0 1 0,0 0 0,0 0 0,0 0 0,-1 0 0,1-1 0,0 1 0,0 0 0,0 0 0,0 0 0,-1 0 0,1 0 0,0 0 0,0 0 0,-1 0 0,1-1 0,0 1 0,0 0 0,0 0 0,-1 0 0,1 0 0,0 0 0,0 0 0,-1 0 0,1 0 0,0 0 0,0 1 0,0-1 0,-1 0 0,1 0 0,0 0 0,0 0 0,-1 0 0,1 0 0,0 0 0,0 0 0,0 1 0,-1-1 0,9-23 0,17-22 0,2 2 0,2 0 0,41-44 0,23-35 0,-89 118 0,0 0 0,0 0 0,0 0 0,1 0 0,-1 1 0,1 0 0,0 0 0,0 0 0,0 0 0,0 1 0,0 0 0,0 0 0,1 0 0,-1 1 0,1 0 0,-1 0 0,1 0 0,0 1 0,-1-1 0,1 2 0,6-1 0,16 3 0,-1 0 0,55 15 0,-69-15 0,114 40 134,-28-8-1633,-72-28-5327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43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329 1 24575,'-59'-1'0,"-70"3"0,124-2 0,0 1 0,0 0 0,0 0 0,0 0 0,0 1 0,0 0 0,0 0 0,0 0 0,1 0 0,-1 1 0,1 0 0,0-1 0,0 2 0,0-1 0,-5 5 0,4-2 0,0 1 0,0 0 0,0 0 0,1 0 0,0 1 0,0-1 0,1 1 0,-4 12 0,1 7 0,1-1 0,1 1 0,1 0 0,2 48 0,1-66 0,0-1 0,0 1 0,1 0 0,1-1 0,3 16 0,-4-21 0,0-1 0,1 1 0,-1-1 0,1 0 0,-1 1 0,1-1 0,0 0 0,0 0 0,0 0 0,0 0 0,0 0 0,0-1 0,0 1 0,1 0 0,-1-1 0,1 0 0,-1 0 0,1 1 0,-1-1 0,1-1 0,4 2 0,30 5 0,1-2 0,50 1 0,-30-2 0,303 3 0,-342-7 0,-10 0 0,0 0 0,1 1 0,-1 0 0,0 0 0,0 1 0,1 1 0,-2-1 0,1 1 0,13 7 0,-18-8 0,0 0 0,0 1 0,0 0 0,-1 0 0,0 0 0,1 0 0,-1 0 0,0 1 0,0-1 0,-1 1 0,1 0 0,-1 0 0,0 0 0,0 0 0,0 0 0,0 0 0,-1 1 0,0-1 0,0 0 0,0 1 0,0 6 0,2 28 0,-1 0 0,-3 1 0,-1-1 0,-7 40 0,8-72 0,-1 0 0,0 0 0,0 0 0,-1-1 0,0 1 0,0-1 0,0 1 0,-1-1 0,0 0 0,0 0 0,0-1 0,-1 1 0,0-1 0,-10 8 0,7-7 0,0-1 0,-1 0 0,1 0 0,-1-1 0,0 0 0,-1-1 0,1 0 0,-1 0 0,-17 2 0,8-3 0,0-1 0,-1-1 0,1 0 0,0-1 0,0-2 0,-1 0 0,2-1 0,-1 0 0,0-2 0,-26-11 0,19 4-1365,3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44.2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24575,'0'29'0,"6"190"0,-2-185 0,1 1 0,1-1 0,2 0 0,16 41 0,23 37 0,69 116 0,-108-212 0,1 0 0,1-1 0,1 0 0,0 0 0,17 16 0,-21-24 0,1-1 0,0 0 0,0-1 0,0 0 0,0 0 0,1-1 0,0 0 0,0 0 0,0-1 0,0 0 0,18 3 0,21-1-383,1-1 0,58-4 0,-101-1 167,19 1-6610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45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772 91 24575,'-254'-14'0,"28"1"0,182 12 60,-54-8 0,81 6-272,0 0 0,1-1 0,0-1-1,0-1 1,0 0 0,-19-11 0,19 7-6614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47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1 422 24575,'1'6'0,"0"-1"0,0 1 0,1-1 0,0 0 0,0 0 0,0 0 0,1 0 0,5 9 0,3 4 0,141 320 0,-124-265 0,9 20 0,-25-68 0,-2 0 0,15 51 0,-25-73 0,1-1 0,-1 1 0,1-1 0,0 1 0,0-1 0,-1 0 0,2 1 0,-1-1 0,0 0 0,2 3 0,-2-5 0,-1 0 0,0 0 0,1-1 0,-1 1 0,0 0 0,1 0 0,-1 0 0,0 0 0,1 0 0,-1-1 0,0 1 0,1 0 0,-1 0 0,0-1 0,0 1 0,1 0 0,-1 0 0,0-1 0,0 1 0,1 0 0,-1-1 0,0 1 0,0 0 0,0-1 0,0 1 0,0 0 0,1-1 0,-1 1 0,0 0 0,0-1 0,0 1 0,0 0 0,0-1 0,0 1 0,0 0 0,0-1 0,0 0 0,1-9 0,0-1 0,0 0 0,-2-19 0,-17-119 0,-11-139 0,26 229 0,2-143 0,2 183 0,1 0 0,1 0 0,1 0 0,1 1 0,0-1 0,1 1 0,1 1 0,12-23 0,-10 27 12,0 0 0,0 1 0,1 1 0,0-1 0,1 1 0,0 1 0,1 0 0,0 1 0,18-10 0,-4 4-383,0 2-1,2 0 1,49-14 0,-54 19-6455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54.8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790 1786 24575,'23'-42'0,"44"-60"0,-17 30 0,-40 56 0,93-154 0,-98 159 0,-1-1 0,-1-1 0,0 1 0,0 0 0,-1-1 0,-1 0 0,0 1 0,-1-1 0,0 0 0,-3-15 0,2-7 0,-2-8 0,-1 0 0,-3 0 0,-1 0 0,-25-73 0,-77-156 0,50 144 0,-51-127 0,103 228 0,-2 0 0,0 0 0,-2 2 0,-1-1 0,-23-33 0,31 54 0,0-1 0,-1 1 0,0 0 0,0 0 0,0 0 0,-1 1 0,0 0 0,0 0 0,0 1 0,0 0 0,0 0 0,-1 1 0,1-1 0,-1 2 0,1-1 0,-1 1 0,0 0 0,-10 1 0,6 0 0,0 1 0,0 0 0,0 0 0,1 1 0,-1 1 0,1 0 0,-1 1 0,1 0 0,0 0 0,1 2 0,-14 7 0,-3 5 0,1 2 0,1 0 0,1 1 0,1 2 0,1 0 0,1 2 0,1 0 0,1 1 0,1 1 0,2 0 0,0 2 0,2 0 0,2 0 0,-19 62 0,19-28 0,3 0 0,2 1 0,4-1 0,8 125 0,-1-146 0,2 0 0,2 0 0,2-1 0,18 48 0,71 154 0,-3-29 0,-91-203 0,0 1 0,1-1 0,0 0 0,1-1 0,16 20 0,-19-26 0,1 0 0,-1 0 0,1 0 0,-1-1 0,1 1 0,0-1 0,0 0 0,1-1 0,-1 1 0,0-1 0,1 0 0,0 0 0,-1-1 0,11 2 0,96-1-916,-105-2 467,19 0-6377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57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2311 24575,'-1'34'0,"0"-23"0,0-1 0,1 0 0,0 1 0,1-1 0,0 1 0,6 19 0,-7-29 0,0 0 0,1 1 0,0-1 0,-1 0 0,1 0 0,-1 0 0,1 0 0,0 0 0,0 0 0,0 0 0,0 0 0,0 0 0,0 0 0,0 0 0,0 0 0,0-1 0,0 1 0,0 0 0,0-1 0,1 1 0,-1-1 0,0 1 0,0-1 0,1 0 0,-1 1 0,0-1 0,1 0 0,-1 0 0,3 0 0,0-1 0,1 0 0,-1 0 0,0 0 0,1 0 0,-1-1 0,0 0 0,0 0 0,6-3 0,20-14 0,0-2 0,-1-2 0,-2 0 0,33-36 0,-35 35 0,160-169 0,669-845-1750,-221 253 1261,-431 554-503,-178 204-3968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6:59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24575,'0'5'0,"0"5"0,0 12 0,0 14 0,0 7 0,0 9 0,0 5 0,0-2 0,0-2 0,0-5 0,0-6 0,0-5 0,0-6 0,0-6-8191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7:03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24575,'2325'0'-1365,"-2302"0"-5461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7:57:07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23839,'2404'161'0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0:10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3 786 24575,'-2'202'0,"5"207"0,-3-405 0,0 0 0,0 0 0,0 0 0,1 0 0,0 0 0,0-1 0,0 1 0,0 0 0,1-1 0,-1 1 0,1 0 0,0-1 0,0 0 0,3 5 0,-2-6 0,-1 0 0,1-1 0,-1 1 0,1-1 0,0 1 0,0-1 0,0 0 0,0 0 0,0 0 0,-1 0 0,2-1 0,-1 1 0,0-1 0,0 0 0,0 1 0,0-1 0,0-1 0,0 1 0,5-1 0,16-5 0,-1 0 0,0-1 0,0-1 0,-1-1 0,0-1 0,22-15 0,84-47 6,122-93-1,113-109-116,-317 239 63,126-99-121,236-180-219,14 28 204,-408 278 195,14-11-216,1 2 1,1 1-1,1 1 1,0 1-1,45-12 0,-42 21-5880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13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1205 24575,'10'-1'0,"1"0"0,-1-1 0,0 0 0,0 0 0,0-1 0,12-5 0,-1 0 0,349-148 0,-14-31 0,-22 2-89,152-82-194,10 24 115,-421 212 221,1 2-1,91-21 1,-124 40-5,0 3 1,1 1 0,0 2 0,0 2-1,66 5 1,-84 1-43,-37 0 204,-42 1-1701,24-5-5335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24.8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287 709 24575,'0'-3'0,"-1"0"0,0 1 0,0-1 0,0 0 0,0 1 0,0-1 0,0 1 0,-1-1 0,-2-2 0,-4-8 0,1-6 0,1 1 0,0-1 0,1 0 0,1 0 0,1-1 0,-1-23 0,4-125 0,3 74 0,-1 52 0,-1 29 0,0 1 0,-1-1 0,0 0 0,-1 0 0,0 0 0,-7-25 0,8 37 0,0 0 0,-1 0 0,1 0 0,0 0 0,-1 0 0,1 0 0,-1 0 0,0-1 0,1 2 0,-1-1 0,0 0 0,1 0 0,-1 0 0,0 0 0,0 0 0,0 1 0,0-1 0,0 0 0,0 1 0,0-1 0,0 1 0,0-1 0,-1 0 0,1 1 0,0 1 0,-1-1 0,1 0 0,0 0 0,0 1 0,0-1 0,0 1 0,0-1 0,0 1 0,0-1 0,0 1 0,1-1 0,-1 1 0,0 0 0,0 0 0,0-1 0,1 1 0,-1 0 0,0 1 0,-5 6 0,1 0 0,0 0 0,1 1 0,-4 9 0,4-8 0,-8 22 0,-2-1 0,-1-1 0,-31 49 0,-8 11 0,54-90 0,-1 1 0,1-1 0,0 0 0,0 1 0,0-1 0,0 0 0,0 1 0,-1-1 0,1 0 0,0 0 0,0 1 0,-1-1 0,1 0 0,0 0 0,0 1 0,-1-1 0,1 0 0,0 0 0,-1 0 0,1 1 0,0-1 0,-1 0 0,1 0 0,0 0 0,-1 0 0,1 0 0,0 0 0,-1 0 0,1 0 0,0 0 0,-1 0 0,1 0 0,0 0 0,-1 0 0,1 0 0,0 0 0,-1 0 0,1 0 0,0 0 0,-1 0 0,1-1 0,-5-16 0,6-25 0,7 17 0,0 0 0,2 0 0,1 1 0,26-44 0,-15 28 0,-16 30 0,0 0 0,0 1 0,1 0 0,0 1 0,1 0 0,0 0 0,0 0 0,0 1 0,1 0 0,0 1 0,1 0 0,0 0 0,-1 1 0,2 0 0,20-7 0,-11 7 0,0 0 0,1 2 0,-1 0 0,1 1 0,0 1 0,0 1 0,35 4 0,-48-3 3,-1 1-1,0 0 1,1 0-1,-1 1 1,0-1-1,0 2 1,0-1-1,9 7 1,50 42-81,-23-17-1232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26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0 24575,'-2'154'0,"9"206"0,-7-349 0,1 0 0,1 0 0,0 0 0,1 0 0,4 12 0,-6-21 0,1 1 0,-1 0 0,1-1 0,-1 1 0,1-1 0,0 0 0,-1 0 0,1 1 0,0-1 0,1 0 0,-1-1 0,0 1 0,1 0 0,-1-1 0,1 1 0,-1-1 0,1 0 0,-1 0 0,1 0 0,0 0 0,0 0 0,0 0 0,-1-1 0,6 1 0,9 0-97,1-1-1,0 0 1,-1-1-1,1-1 1,-1-1-1,0 0 1,0-2-1,0 0 1,0 0-1,-1-2 1,0 0-1,0-1 0,24-16 1,-23 12-6729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27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701 0 24575,'-9'0'0,"-17"0"0,-13 0 0,-14 0 0,-11 0 0,0 0 0,2 0 0,2 5 0,7 1 0,8 0 0,7-2 0,5 0 0,3 2 0,3 1 0,2 0 0,-1-3 0,1-1 0,3-1-8191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28.7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24575,'0'5'0,"0"6"0,0 14 0,0 13 0,0 5 0,0 3 0,0 0 0,0 0 0,0-3 0,0-4 0,0-4 0,0-8-8191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31.1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24575,'5'92'0,"4"0"0,41 178 0,-46-249 0,1 1 0,-2-2 0,2 0 0,0-1 0,1 0 0,1 0 0,11 21 0,-12-28 0,1 0 0,0 0 0,1-1 0,1-1 0,15 17 0,-19-23 0,0 0 0,1 0 0,0 0 0,-1 0 0,1-1 0,0 0 0,1 0 0,-1-1 0,0 0 0,1 0 0,-1 0 0,1-1 0,10 1 0,7 1 0,0-1 0,0-2 0,1 0 0,-1-2 0,43-8 0,-63 9 0,1-1 0,0 0 0,-1 0 0,1-1 0,-1 1 0,0-1 0,0 0 0,0 0 0,0-1 0,0 1 0,-1-1 0,1 0 0,-1 0 0,0 0 0,0 0 0,-1 0 0,1-1 0,-1 1 0,0-1 0,0 0 0,0 0 0,-1 0 0,2-7 0,0-10 0,-1 0 0,0 0 0,-2 0 0,-2-26 0,0 11 0,2-87 0,-3-78 0,-17 95-1365,16 84-5461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33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 0 24575,'1'136'0,"-3"151"0,2-272 0,-1 1 0,-1 0 0,-1-1 0,-7 26 0,8-36 0,0 0 0,0 0 0,0 0 0,-1-1 0,0 1 0,0 0 0,0-1 0,-1 0 0,1 0 0,-1 0 0,0 0 0,0-1 0,0 1 0,-1-1 0,1 0 0,-9 4 0,-3 1 0,-1 0 0,0-1 0,0-1 0,0 0 0,-1-2 0,0 0 0,0-1 0,-33 2 0,-30-6-1365,58 1-5461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35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1 24575,'0'10'0,"0"1"0,1 0 0,0-1 0,1 1 0,5 18 0,-4-23 0,-1 0 0,1 0 0,0-1 0,0 1 0,1-1 0,-1 0 0,1 0 0,0-1 0,1 1 0,-1-1 0,7 6 0,-6-7 0,-1 1 0,0 0 0,0 0 0,0 0 0,-1 0 0,1 1 0,-1 0 0,3 6 0,-5-10 0,-1 0 0,1 1 0,-1-1 0,1 0 0,-1 0 0,1 1 0,-1-1 0,0 0 0,0 0 0,0 1 0,0-1 0,0 0 0,0 1 0,0-1 0,0 0 0,0 1 0,-1-1 0,1 0 0,0 0 0,-1 1 0,1-1 0,-1 0 0,0 0 0,1 0 0,-1 0 0,0 0 0,0 0 0,1 0 0,-1 0 0,0 0 0,0 0 0,0 0 0,0 0 0,0-1 0,-1 1 0,1 0 0,0-1 0,0 1 0,0-1 0,-3 1 0,-1 2 9,-1-1 1,1-1-1,-1 1 0,0-1 0,1 0 1,-1-1-1,0 1 0,0-1 0,0 0 0,1 0 1,-1-1-1,-6-1 0,9 1-68,0 0-1,0 0 1,0 0-1,1 0 1,-1 0 0,0-1-1,1 1 1,-1-1-1,1 0 1,-1 0 0,1 0-1,0 0 1,-1 0-1,1 0 1,1 0 0,-1-1-1,0 1 1,0-1-1,1 0 1,0 1 0,-1-1-1,1 0 1,0 0-1,0-3 1,-3-15-6767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37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1 429 24575,'0'-16'0,"2"1"0,0 0 0,0 0 0,2 0 0,-1 0 0,2 0 0,0 1 0,1 0 0,1 0 0,0 0 0,15-21 0,-6 13 0,1 1 0,1 1 0,0 0 0,2 2 0,40-31 0,-55 46-97,-1 0-1,0 0 1,0 0-1,0-1 1,0 1-1,0-1 1,-1 0-1,1 0 1,-1-1-1,0 1 1,0-1-1,-1 1 0,4-11 1,-1-3-6729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39.9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0 350 24575,'0'-7'0,"0"-1"0,1 0 0,0 0 0,0 0 0,1 1 0,0-1 0,0 1 0,6-13 0,0 6 0,1 0 0,0 0 0,12-13 0,52-66 0,-44 66 0,-21 21 0,-1-1 0,0 0 0,10-12 0,23-21-1365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1:50.2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0 427 24575,'16'-2'0,"-1"0"0,0-1 0,0-1 0,-1 0 0,1-1 0,25-13 0,-2 2 0,265-79 0,-293 92 0,-1 1 0,0-2 0,0 1 0,-1-1 0,1 0 0,-1-1 0,0 0 0,0-1 0,9-7 0,-14 10 0,0 0 0,0 0 0,-1 0 0,1 0 0,-1-1 0,0 1 0,0 0 0,0-1 0,0 0 0,-1 1 0,0-1 0,0 0 0,0 0 0,0 0 0,0 0 0,-1 0 0,1 0 0,-1 0 0,0 0 0,-1 0 0,1 0 0,-1 0 0,1 0 0,-3-6 0,2 6 0,-1-1 0,0 1 0,0-1 0,-1 1 0,1 0 0,-1 0 0,0 0 0,0 0 0,0 0 0,0 1 0,-1-1 0,1 1 0,-7-4 0,-4-2 0,-1 0 0,-25-10 0,27 13 0,-1 0 0,-19-14 0,33 20 0,0 0 0,0 0 0,0 0 0,0 0 0,0 0 0,0 0 0,0 0 0,0 0 0,0 0 0,1 0 0,-1 0 0,0 0 0,0 0 0,0 0 0,0 0 0,0 0 0,0 0 0,0-1 0,0 1 0,0 0 0,0 0 0,0 0 0,0 0 0,0 0 0,0 0 0,0 0 0,0 0 0,0 0 0,0 0 0,0 0 0,0 0 0,0-1 0,0 1 0,0 0 0,0 0 0,0 0 0,0 0 0,0 0 0,0 0 0,0 0 0,0 0 0,0 0 0,-1 0 0,1 0 0,0 0 0,0 0 0,0 0 0,0-1 0,0 1 0,0 0 0,0 0 0,0 0 0,0 0 0,0 0 0,0 0 0,0 0 0,0 0 0,0 0 0,-1 0 0,1 0 0,0 0 0,0 0 0,10 1 0,15 6 0,-7 1 0,19 6 0,0 2 0,-1 1 0,-1 2 0,36 25 0,-67-40 0,0 0 0,0-1 0,0 1 0,-1 0 0,1 1 0,-1-1 0,0 0 0,-1 1 0,1 0 0,-1 0 0,0 0 0,3 8 0,-3-4 0,0 1 0,-1-1 0,1 1 0,-2 0 0,0-1 0,-1 15 0,-4 9 0,-1 0 0,-2-1 0,-13 35 0,14-47 0,-38 106-1365,34-96-5461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00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1 489 24575,'9'-2'0,"0"1"0,-1-1 0,1-1 0,0 0 0,-1 0 0,1-1 0,-1 0 0,0 0 0,0-1 0,7-6 0,6-1 0,96-58 0,257-139 0,-240 142 0,-134 67 0,1 0 0,0-1 0,-1 1 0,1 0 0,-1-1 0,1 1 0,-1 0 0,1-1 0,0 1 0,-1-1 0,0 1 0,1-1 0,-1 1 0,1-1 0,-1 0 0,0 1 0,1-1 0,-1 1 0,0-1 0,0 0 0,1 1 0,-1-1 0,0 0 0,0 1 0,0-1 0,0 0 0,0 0 0,0 1 0,0-2 0,-1 0 0,1 1 0,-1-1 0,0 0 0,0 1 0,0 0 0,0-1 0,0 1 0,0-1 0,0 1 0,-1 0 0,-1-2 0,-44-26 0,45 28 0,-11-4 0,0 1 0,-1 0 0,1 1 0,-1 1 0,0 0 0,0 1 0,-15 0 0,20 0 0,53 3 0,99 8 0,-122-7 0,0 0 0,-1 2 0,0 0 0,36 15 0,-52-18 0,0 0 0,-1 0 0,1 0 0,0 0 0,-1 0 0,0 1 0,1-1 0,-1 1 0,0 0 0,0 0 0,-1 0 0,1 1 0,-1-1 0,1 1 0,-1-1 0,0 1 0,0 0 0,1 5 0,-2-4 0,0 0 0,0 1 0,-1-1 0,0 0 0,0 1 0,0-1 0,-1 0 0,1 0 0,-1 1 0,-1-1 0,1 0 0,-1 0 0,-4 9 0,2-4 0,-7 15 0,-18 32 0,24-50 0,1 0 0,-1 0 0,0-1 0,-1 0 0,0 0 0,0 0 0,0-1 0,-13 9 0,3-4-1365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03.4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24028,'459'0'0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08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0 141 24575,'14'-6'0,"-1"1"0,1 0 0,0 1 0,22-4 0,8-1 0,44-16 0,203-45 0,-235 64 0,0 3 0,76 6 0,-23 0 0,160-4-1365,-246 1-5461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14.3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 1 24575,'0'9'0,"-9"3"0,-17 9 0,-13 5 0,-9-1 0,-6-1 0,2-5 0,9 0 0,8-4 0,6-4 0,11-5 0,10-7 0,10-3 0,9-2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15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24575,'5'0'0,"5"0"0,7 0 0,4 0 0,4 0 0,-3-4 0,0-2 0,-5-4 0,1-1 0,1 2 0,1 2 0,3 3 0,-2 1-8191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24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0 510 24575,'0'-2'0,"1"-1"0,-1 1 0,0-1 0,1 1 0,0 0 0,0-1 0,0 1 0,0-1 0,0 1 0,0 0 0,0 0 0,1 0 0,-1 0 0,1 0 0,-1 0 0,1 0 0,0 0 0,0 1 0,0-1 0,0 1 0,0-1 0,0 1 0,4-2 0,7-3 0,0 1 0,0 0 0,18-4 0,-4 2 0,0-1 0,0 2 0,0 1 0,37-2 0,-43 4 0,-10 1 0,1-1 0,-1-1 0,0 0 0,-1 0 0,1-1 0,-1-1 0,0 0 0,0 0 0,0-1 0,-1 0 0,13-13 0,-6 7 0,-13 11 0,-1 0 0,1 0 0,-1-1 0,0 1 0,1-1 0,-1 1 0,0-1 0,0 0 0,-1 0 0,1 1 0,-1-1 0,1 0 0,-1-1 0,0 1 0,0 0 0,0 0 0,-1 0 0,1-1 0,-1 1 0,1 0 0,-1-1 0,0 1 0,-1 0 0,1-1 0,0 1 0,-1 0 0,0 0 0,0-1 0,0 1 0,0 0 0,0 0 0,-1 0 0,1 0 0,-1 0 0,0 1 0,-3-5 0,-8-9 0,0 1 0,-1 0 0,0 0 0,-29-20 0,34 28 0,-22-15 0,23 17 0,1 1 0,0-1 0,1 0 0,-1 0 0,1-1 0,0 0 0,1 0 0,-8-9 0,13 14 0,0 1 0,-1 0 0,1-1 0,0 1 0,0-1 0,0 1 0,-1 0 0,1-1 0,0 1 0,0-1 0,0 1 0,0 0 0,0-1 0,0 1 0,0-1 0,0 1 0,0-1 0,0 1 0,0 0 0,0-1 0,0 1 0,0-1 0,0 1 0,0-1 0,0 1 0,0 0 0,1-1 0,-1 1 0,0-1 0,0 1 0,1 0 0,-1-1 0,1 1 0,15-3 0,19 12 0,-17-2 0,-1 1 0,-1 1 0,1 1 0,-1 0 0,-1 1 0,0 1 0,0 0 0,-2 1 0,1 1 0,-2 0 0,0 0 0,0 1 0,-1 1 0,-1 0 0,-1 1 0,0 0 0,11 32 0,-20-48 0,6 16 0,-1 1 0,0-1 0,-1 2 0,-1-1 0,-1 0 0,-1 0 0,0 1 0,-4 30 0,2-37 0,-1 0 0,0 0 0,-1 0 0,0-1 0,-1 1 0,-1-1 0,1 1 0,-2-1 0,0-1 0,0 1 0,-1-1 0,-13 16 0,7-12-1365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42.9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23706,'1270'-55'0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02:45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23209,'973'-26'0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7:36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1099 24575,'7'-1'0,"0"0"0,0 0 0,0-1 0,0 0 0,0 0 0,-1-1 0,1 0 0,8-4 0,8-4 0,68-27 0,-20 10 0,-1-3 0,75-46 0,426-344 0,-509 372 0,-36 31 0,0 2 0,1 0 0,0 2 0,1 1 0,49-15 0,-40 14 0,-18 6 0,0-2 0,22-14 0,-21 12 0,35-16 0,-43 23 0,54-25 0,-62 27 0,1 0 0,-1 0 0,0 0 0,1-1 0,-2 1 0,1-1 0,0 0 0,-1 0 0,0 0 0,1-1 0,2-5 0,-6 9 0,1 0 0,-1 0 0,0 0 0,1-1 0,-1 1 0,0 0 0,0 0 0,0 0 0,1 0 0,-1-1 0,0 1 0,-1 0 0,1 0 0,0 0 0,0 0 0,0-1 0,-1 1 0,1 0 0,-1 0 0,1 0 0,-1 0 0,1 0 0,-1 0 0,0 0 0,1 0 0,-1 0 0,0 0 0,0 0 0,1 1 0,-1-1 0,0 0 0,0 0 0,0 1 0,0-1 0,0 1 0,-2-2 0,-4-1 0,-1-1 0,0 1 0,0 0 0,-8-1 0,8 2 0,4 1 0,-232-59 0,235 60 0,-1-1 0,1 1 0,0 0 0,-1 0 0,1-1 0,-1 1 0,1-1 0,0 1 0,0-1 0,-1 1 0,1-1 0,0 0 0,0 0 0,0 0 0,0 1 0,-1-1 0,0-2 0,7-2 0,14 4 0,205 29 0,-119-13 0,-95-14 0,-1 0 0,0 1 0,0 0 0,0 0 0,0 1 0,12 6 0,-18-8 0,-1 1 0,1 0 0,-1 0 0,1 0 0,-1 0 0,0 0 0,0 1 0,0-1 0,0 1 0,0-1 0,-1 1 0,1 0 0,-1-1 0,1 1 0,-1 0 0,0 0 0,0 0 0,0 0 0,-1 0 0,1 0 0,-1 0 0,0 5 0,-2 195 0,-2-77 0,4-20-1365,0-81-5461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7:51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24575,'1890'0'0,"-1421"28"0,-48-2 0,662-24 0,-532-4 0,710 2-1365,-1238 0-5461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7:52.3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24575,'1390'0'0,"-1192"14"0,-21-1 0,34-13-1365,-189 0-5461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7:55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0 841 24575,'73'-2'0,"0"-4"0,134-27 0,136-58 0,-275 72 0,86-26 0,-2-6 0,234-114 0,-264 103 0,199-70 0,-253 107 0,-47 15 0,1 2 0,-1 0 0,2 2 0,36-6 0,-18 1 0,-40 11 0,0 0 0,-1-1 0,1 1 0,0 0 0,0-1 0,-1 1 0,1-1 0,0 1 0,-1-1 0,1 1 0,0-1 0,-1 0 0,1 1 0,-1-1 0,1 0 0,-1 1 0,0-1 0,1-1 0,-1 1 0,0 0 0,0 0 0,0 0 0,0 0 0,-1 1 0,1-1 0,0 0 0,-1 0 0,1 0 0,0 1 0,-1-1 0,1 0 0,-1 1 0,1-1 0,-1 0 0,0 1 0,1-1 0,-1 1 0,0-1 0,1 1 0,-1-1 0,0 1 0,1-1 0,-2 1 0,-11-7 0,1 0 0,-24-8 0,-15-6 0,-40-26 0,90 47 0,1 0 0,-1 0 0,1 0 0,-1 0 0,1 0 0,-1-1 0,1 1 0,-1 0 0,1 0 0,-1-1 0,1 1 0,0 0 0,-1-1 0,1 1 0,-1 0 0,1-1 0,0 1 0,-1-1 0,1 1 0,0-1 0,0 1 0,-1-1 0,1 1 0,0 0 0,0-1 0,0 1 0,0-1 0,0 1 0,0-1 0,0 0 0,-1 1 0,1-1 0,1 1 0,-1-1 0,0 1 0,0-1 0,0 1 0,0-1 0,0 0 0,2 0 0,0 0 0,-1 0 0,1 0 0,-1 0 0,1 1 0,0-1 0,0 0 0,-1 1 0,1-1 0,0 1 0,2-1 0,55-2 0,-58 3 0,16-1 0,-7 1 0,1 0 0,0 0 0,-1 1 0,1 0 0,13 4 0,-21-5 0,0 1 0,-1 0 0,1 1 0,-1-1 0,1 0 0,-1 1 0,0-1 0,1 1 0,-1 0 0,0 0 0,0 0 0,0 0 0,0 0 0,0 0 0,-1 1 0,1-1 0,-1 0 0,1 1 0,-1-1 0,0 1 0,0 0 0,0-1 0,0 1 0,-1 0 0,1 3 0,3 37 0,-1-1 0,-6 78 0,0-45 0,3-27-120,-7 91 372,6-127-418,-1 1 0,-1-1-1,0 0 1,-1 0 0,0 0-1,0 0 1,-2-1-1,-10 19 1,3-14-6660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7:57.6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24575,'1533'0'0,"-1482"-3"0,-1-2 0,70-16 0,-70 11 0,-1 2 0,73-2 0,-72 10-455,0-2 0,58-10 0,-82 7-6371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7:59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 24575,'379'-14'0,"6"1"0,-356 12 0,0 1 0,0 2 0,1 1 0,-1 2 0,50 13 0,-57-10-273,1-2 0,0-1 0,0-1 0,34 2 0,-34-5-6553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04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1543 24575,'1260'0'0,"-1239"0"0,1-1 0,-1-1 0,0-1 0,0-1 0,0-1 0,0 0 0,-1-2 0,25-11 0,-34 11 0,-1-1 0,1 0 0,-2 0 0,1-1 0,-1-1 0,11-14 0,-3 4 0,2-2 0,-1 0 0,-1-2 0,-1 0 0,-1-1 0,-1-1 0,-1 0 0,-2-1 0,0 0 0,-2 0 0,9-45 0,-7 6 0,-3 0 0,0-100 0,-8 125 0,1 25 0,0 0 0,-2 1 0,0-1 0,0 0 0,-2 0 0,0 1 0,-7-22 0,-5 6 0,-1 1 0,-2 1 0,-1 0 0,-36-42 0,27 36 0,4 4 0,-44-45 0,59 68 0,-1-1 0,0 2 0,0-1 0,-1 1 0,0 1 0,0 0 0,-1 0 0,1 1 0,-14-3 0,-101-37 0,27 9 0,10 6 0,-93-27 0,149 49 0,-1 2 0,1 1 0,-58-2 0,-705 10 0,790-3 0,1 0 0,-1 0 0,1 1 0,0 0 0,-1 0 0,1 0 0,0 0 0,0 1 0,0 0 0,0 0 0,0 0 0,0 1 0,0 0 0,1-1 0,-1 2 0,1-1 0,0 0 0,0 1 0,0 0 0,0 0 0,1 0 0,0 1 0,0-1 0,0 1 0,0-1 0,1 1 0,-1 0 0,1 0 0,1 0 0,-1 0 0,-1 10 0,-7 22 0,-23 54 0,28-77 0,1-1 0,0 1 0,0 0 0,2 1 0,0-1 0,-1 16 0,5 92 0,1-48 0,-3 333 0,1-390 0,1 0 0,1 0 0,1 0 0,0 0 0,2-1 0,-1 1 0,2-1 0,10 19 0,-6-13 0,15 47 0,-18-46 0,1-1 0,16 32 0,-17-43 0,0 0 0,1 0 0,0 0 0,1-1 0,0-1 0,16 13 0,-3-5 0,1-1 0,30 15 0,-28-20-273,0-1 0,0-2 0,1 0 0,53 7 0,-60-13-6553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08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24575,'28'1'0,"0"2"0,1 2 0,51 14 0,-51-11 0,0-1 0,0-2 0,44 3 0,463-8 101,-235-2-1567,-278 2-5360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16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211 784 24575,'0'-542'0,"0"535"0,1-5 0,-1 0 0,-1 1 0,0-1 0,-4-13 0,5 24 0,0 0 0,0 0 0,0-1 0,-1 1 0,1 0 0,0 0 0,-1 0 0,1 0 0,-1-1 0,1 1 0,-1 0 0,0 0 0,1 0 0,-1 0 0,0 0 0,0 0 0,0 0 0,0 1 0,0-1 0,0 0 0,0 0 0,0 1 0,0-1 0,0 1 0,0-1 0,0 1 0,-1-1 0,1 1 0,0 0 0,0-1 0,-1 1 0,1 0 0,0 0 0,0 0 0,-1 0 0,1 0 0,0 0 0,0 0 0,-1 1 0,1-1 0,0 0 0,0 1 0,0-1 0,0 1 0,-1-1 0,1 1 0,0-1 0,-1 2 0,-5 4 0,-1 0 0,1 0 0,1 1 0,-1 0 0,1 0 0,1 1 0,-1 0 0,1 0 0,-5 10 0,-8 13 0,-35 62 0,53-92 0,0-1 0,0 1 0,-1-1 0,1 1 0,0-1 0,-1 1 0,1-1 0,0 1 0,-1-1 0,1 0 0,0 1 0,-1-1 0,1 1 0,-1-1 0,1 0 0,-1 1 0,1-1 0,-1 0 0,1 0 0,-1 1 0,1-1 0,-1 0 0,1 0 0,-1 0 0,1 0 0,-1 1 0,1-1 0,-2 0 0,-4-14 0,5-28 0,5 21 0,1-1 0,1 1 0,1 0 0,1 0 0,0 1 0,2 0 0,0 0 0,2 1 0,0 1 0,1 0 0,26-29 0,-36 44 0,0 0 0,0 0 0,0 1 0,1-1 0,-1 1 0,1-1 0,-1 1 0,1 0 0,0 0 0,0 1 0,0-1 0,0 1 0,0 0 0,0 0 0,0 0 0,0 1 0,0-1 0,1 1 0,-1 0 0,0 0 0,0 1 0,0-1 0,0 1 0,1 0 0,-1 0 0,0 0 0,0 1 0,0-1 0,-1 1 0,7 3 0,7 6 0,1 0 0,-1 2 0,-1 0 0,26 27 0,-39-38 0,50 51-682,88 114-1,-128-149-6143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18.9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24575,'164'2'0,"-22"0"0,174-18 0,-270 8 0,1-2 0,49-19 0,-61 17 0,0 2 0,0 1 0,1 2 0,69-5 0,568 14-1365,-649-2-5461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21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75 24575,'73'4'0,"112"19"0,22 2 0,88-22 0,-161-4 0,-98-2 0,-1-2 0,0-1 0,-1-1 0,0-2 0,63-26 0,-86 30 30,0 0 0,-1-1 0,15-11 0,9-5-1515,-16 13-5341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30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1033 1569 24575,'0'-1390'0,"0"1381"0,0 0 0,-1 0 0,0 0 0,0 0 0,-1 0 0,0 0 0,0 0 0,-1 1 0,-5-11 0,6 15 0,-1 0 0,1 1 0,-1-1 0,0 1 0,0-1 0,0 1 0,-1 0 0,1 0 0,-1 0 0,1 1 0,-1-1 0,0 1 0,0 0 0,0 0 0,-1 1 0,1-1 0,0 1 0,-1-1 0,1 2 0,-6-2 0,-70-10 0,-146-3 0,211 15 0,1 1 0,-27 4 0,36-4 0,-1 0 0,1 1 0,0 0 0,0 0 0,0 1 0,0 0 0,0 0 0,0 0 0,1 0 0,-6 5 0,-139 118 0,60-51 0,65-58 0,1 2 0,1 0 0,0 2 0,2 0 0,-21 28 0,20-19 0,11-18 0,1 1 0,1 0 0,0 0 0,0 1 0,2-1 0,0 2 0,-7 22 0,5 12 0,3 0 0,2 0 0,5 96 0,1-33 0,-3-95 0,1-1 0,1 0 0,0 0 0,1 1 0,1-2 0,0 1 0,12 27 0,-7-19 0,1-1 0,0 0 0,2-1 0,1 0 0,1-1 0,0 0 0,2-1 0,21 21 0,-23-29 0,1 0 0,1-1 0,-1 0 0,2-2 0,24 12 0,-2-5 0,56 14 0,-56-21 0,0-3 0,74 4 0,-48-6 0,402 12-1365,-441-16-5461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18:34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21389,'2431'0'0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3:17.7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513 1 24063,'-513'0'0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3:21.5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24301,'2837'27'0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3:37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24575,'5'0'0,"5"0"0,11 0 0,7 0 0,7 0 0,11 0 0,4 0 0,1 0 0,-3 0 0,-5 0 0,-6 0 0,-3 0 0,-4 0 0,-2 0 0,-6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3:47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1 107 24309,'3728'-107'0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3:52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1 620 24575,'37'-1'0,"0"-2"0,-1-1 0,1-2 0,66-21 0,132-62 0,-187 68 0,198-97 0,-103 47 0,-117 61 0,0 2 0,0 0 0,1 2 0,0 1 0,41-3 0,-27 4 0,224-36 0,-260 39 0,-1 0 0,0 0 0,0 0 0,0 0 0,0-1 0,0 0 0,-1 0 0,1 0 0,0 0 0,-1 0 0,5-4 0,-7 4 0,0 1 0,0 0 0,0 0 0,-1 0 0,1-1 0,0 1 0,0-1 0,-1 1 0,1 0 0,-1-1 0,1 1 0,-1-1 0,0 1 0,1-1 0,-1 1 0,0-1 0,0 0 0,0 1 0,0-1 0,-1 1 0,1-1 0,0 1 0,-1-1 0,1 1 0,-1-1 0,1 1 0,-1 0 0,1-1 0,-1 1 0,0-1 0,0 1 0,0 0 0,-1-2 0,-3-3 0,0 0 0,-1 0 0,1 0 0,-1 1 0,0-1 0,-1 2 0,1-1 0,-1 1 0,-7-4 0,-9-3 0,-37-11 0,13 5 0,46 17 0,1 0 0,-1 0 0,1-1 0,-1 1 0,1 0 0,-1 0 0,1 0 0,0 0 0,-1 0 0,1-1 0,-1 1 0,1 0 0,-1 0 0,1-1 0,0 1 0,-1 0 0,1 0 0,0-1 0,-1 1 0,1-1 0,0 1 0,-1 0 0,1-1 0,0 1 0,0-1 0,-1 1 0,1-1 0,12-2 0,26 5 0,132 38 0,-166-39 0,1 0 0,-1 0 0,0 1 0,1-1 0,-1 1 0,0 0 0,0 0 0,-1 0 0,1 1 0,0-1 0,-1 1 0,1 0 0,-1 0 0,0 0 0,5 7 0,-5-5 0,0 1 0,-1 0 0,1 0 0,-1 0 0,-1 0 0,1 0 0,-1 0 0,0 0 0,-1 1 0,1 9 0,-2 67-243,-22 153-1,17-186-634,2-18-5948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03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1 432 24083,'784'-431'0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06.7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24575,'5'0'0,"0"1"0,0 0 0,0 0 0,-1 0 0,1 0 0,-1 1 0,1 0 0,-1 0 0,0 0 0,6 4 0,43 33 0,-28-19 0,9 5 0,-12-11 0,-2 2 0,32 30 0,-48-42 5,-1 0 0,0 0 0,-1 1-1,1-1 1,-1 1 0,0 0 0,0-1 0,0 1-1,-1 0 1,0 0 0,0 0 0,0 1 0,-1-1-1,1 0 1,-1 0 0,0 0 0,-1 0-1,1 1 1,-1-1 0,0 0 0,0 0 0,-1 0-1,1 0 1,-4 6 0,-3 6-253,0 0 1,0-1-1,-2 0 1,0 0-1,-18 20 1,10-15-6579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13.2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15.7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24297,'2351'-109'0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30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791 974 24575,'342'28'0,"-15"0"0,-284-28 0,122-2 0,-139 0 0,-1-1 0,0-1 0,-1-1 0,36-13 0,125-51 0,-113 46 0,-48 17 0,0-2 0,-1 0 0,0-2 0,23-13 0,-40 20 0,-1-1 0,1 0 0,-1 0 0,1-1 0,-1 1 0,-1-1 0,1 0 0,-1-1 0,0 1 0,0-1 0,0 0 0,-1 0 0,0 0 0,0 0 0,0 0 0,-1-1 0,0 1 0,0-1 0,0-9 0,2-30 0,-5-92 0,-2 49 0,3 79 0,-1 1 0,0-1 0,0 0 0,-1 0 0,-1 1 0,1 0 0,-1-1 0,-1 1 0,0 0 0,0 0 0,-1 1 0,0-1 0,-1 1 0,0 0 0,0 1 0,0-1 0,-1 1 0,0 1 0,-1-1 0,1 1 0,-1 0 0,0 1 0,-14-7 0,-35-22 0,27 16 0,-55-25 0,-167-55 0,220 85 0,-1 2 0,0 1 0,-1 2 0,-41-5 0,11 7 0,-85 2 0,-320 6 0,434-1 0,-59 11 0,56-6 0,-43 2 0,-11-7 0,26-2 0,-123 16 0,169-12 0,0 1 0,0 2 0,0-1 0,0 2 0,1 1 0,1 0 0,-1 2 0,1 0 0,1 1 0,-22 17 0,35-25 0,1 1 0,-1 0 0,1 0 0,0 0 0,0 1 0,1-1 0,-1 1 0,1 0 0,0-1 0,0 1 0,1 0 0,-1 0 0,1 0 0,0 0 0,0 8 0,0 11 0,0-1 0,4 29 0,-1-11 0,-2 30 0,0-31 0,1 0 0,6 41 0,-5-68 0,1 0 0,1 0 0,0 0 0,0 0 0,1-1 0,1 1 0,0-1 0,0-1 0,2 1 0,8 10 0,3 0 0,1-2 0,1 0 0,1-1 0,0-2 0,1 0 0,1-1 0,39 19 0,-15-13 0,1-1 0,0-3 0,60 14 0,-60-21 15,0-3 0,91 4 0,98-14-255,-111-1-930,-104 3-5656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36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0 485 24575,'123'2'0,"135"-4"0,-202-6 0,0-3 0,101-32 0,-115 28 0,78-42 0,-83 38 0,63-42 0,-56 41 0,-16 7 0,-1 0 0,0-2 0,39-27 0,-57 36 0,-1 1 0,1 1 0,0 0 0,0 0 0,1 0 0,-1 1 0,1 1 0,-1 0 0,1 0 0,0 1 0,17 0 0,-13 0 0,-1-1 0,1 0 0,-1 0 0,0-1 0,15-6 0,-27 9 0,-1 0 0,1 0 0,-1 0 0,1 0 0,0 0 0,-1 0 0,1-1 0,-1 1 0,1 0 0,-1 0 0,1-1 0,-1 1 0,1 0 0,-1-1 0,1 1 0,-1 0 0,1-1 0,-1 1 0,0-1 0,1 1 0,-1 0 0,0-1 0,1 1 0,-1-1 0,0 1 0,1-1 0,-1 0 0,0 1 0,0-1 0,0 1 0,0-1 0,1 1 0,-1-1 0,0 0 0,0 1 0,0-1 0,0 0 0,-2 0 0,1-1 0,0 1 0,-1 0 0,1 0 0,0 0 0,-1 0 0,1 0 0,-1 1 0,0-1 0,1 0 0,-1 1 0,-2-1 0,-58-13 0,60 13 0,-363-41 0,326 39 0,0-2 0,-53-13 0,145 20 0,37 9 0,197 38 0,-248-41 0,-29-7 0,0 1 0,-1 0 0,0 1 0,1 0 0,9 5 0,-15-6 0,-1 0 0,0 0 0,0 1 0,0-1 0,0 1 0,0 0 0,0 0 0,-1 0 0,0 0 0,1 0 0,-1 0 0,0 1 0,-1-1 0,1 1 0,-1-1 0,3 8 0,2 20 0,0-1 0,-3 1 0,0 0 0,-2 0 0,-1 0 0,-5 37 0,3-59 16,1-1 0,-1 0 1,-1 0-1,1-1 0,-2 1 0,1 0 0,-7 9 0,-11 32-1510,16-31-5332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48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23892,'1864'-82'0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4:56.8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24575,'2325'0'-1365,"-2302"0"-5461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5:00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24143,'2404'-53'0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5:13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24575,'25'0'0,"181"5"0,-162-1 0,0 1 0,72 19 0,-81-16 0,0-3 0,0-1 0,1-1 0,62-5 0,-41 1 0,-47 1-85,1-2 0,0 1-1,0-2 1,-1 1 0,1-1-1,-1-1 1,0 0 0,0 0-1,0-1 1,0-1 0,-1 1-1,0-2 1,0 1 0,-1-1-1,10-10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25:15.9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23778,'1082'81'0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01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1600 3001 24575,'490'32'0,"-6"47"0,-237-30 0,340 55 0,-134-67 0,-344-29 0,0 4 0,-1 6 0,106 31 0,-113-21 0,242 58 0,-184-64 0,187 1 0,166-25 0,-222-2 0,263 6 0,396-4 0,-875-2 0,0-2 0,-1-4 0,0-3 0,100-31 0,228-79 0,-332 104 0,-41 12 0,0-1 0,27-13 0,87-36 0,25-11 0,-96 34 0,179-94 0,-237 120 0,-1-1 0,0-1 0,-1 0 0,1 0 0,-2-1 0,0-1 0,0 0 0,-1 0 0,0-1 0,10-22 0,3-12 0,29-89 0,-34 86 0,87-259 0,-91 269 0,-2 1 0,-2-2 0,4-50 0,-4-125 0,-9 178 0,0 4 0,-6-52 0,4 74 0,0 0 0,-1 0 0,-1 1 0,0-1 0,0 1 0,-1 0 0,-1 0 0,-7-11 0,-9-9 0,-1 1 0,-52-51 0,-65-42 0,-141-85 0,281 208 0,-57-39 0,-2 4 0,-1 2 0,-2 2 0,-1 3 0,-1 3 0,-1 3 0,-1 3 0,-1 3 0,-78-10 0,-863-113 0,573 74 0,272 39 0,-199-44 0,330 63 0,-47-6 0,47 8 0,0 0 0,-45-16 0,-257-109 0,-15-7 0,254 106 0,-175-35 0,-204 11 0,149 22 0,201 16 0,-50-7 0,-230-1 0,291 25 0,-126 3 0,178 1 0,-112 22 0,135-18 0,-655 136 0,525-118 0,-331 9 0,194-11 0,280-20 0,0 2 0,0 0 0,-47 19 0,-66 40 0,125-58 0,-51 27 0,1 3 0,2 2 0,-87 75 0,77-49 0,3 2 0,-72 92 0,112-124 0,1 2 0,2 1 0,-20 41 0,-93 175 0,102-189 0,11-21 0,2 1 0,1 1 0,-16 52 0,29-62 0,1 1 0,2 0 0,-3 60 0,11 116 0,2-76 0,-3-120 0,1 0 0,1-1 0,0 1 0,1-1 0,1 0 0,0 0 0,2 0 0,0 0 0,17 28 0,9 6 0,54 65 0,-68-92 0,1-1 0,1 0 0,1-2 0,0 0 0,2-2 0,47 29 0,-16-19 0,98 37 0,-57-27 0,-38-14 0,2-3 0,-1-2 0,2-3 0,0-3 0,1-2 0,92 4 0,120-14-40,-173-3-1285,-78 2-5501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13.1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21389,'703'0'0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18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 23513,'1298'0'0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25.8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24336,'3188'0'0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31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1 378 24575,'595'-378'0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35.4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0 303 24575,'14'-1'0,"0"0"0,0 0 0,0-2 0,0 1 0,-1-2 0,1 0 0,12-6 0,8-5 0,43-28 0,-42 25 0,0 2 0,50-17 0,-4 3 0,-79 29 0,0 1 0,0-1 0,0 0 0,0 0 0,-1 0 0,1 0 0,0 0 0,0 0 0,0-1 0,-1 1 0,1 0 0,-1-1 0,1 1 0,-1-1 0,0 0 0,1 0 0,-1 1 0,0-1 0,0 0 0,0 0 0,0 0 0,-1 0 0,1 0 0,-1 0 0,1 0 0,-1 0 0,1 0 0,-1-1 0,0 1 0,0-4 0,-1 3 0,0 0 0,0 0 0,-1 0 0,1 0 0,0 0 0,-1 0 0,0 0 0,0 0 0,0 0 0,0 1 0,0-1 0,-1 1 0,1 0 0,0 0 0,-1-1 0,0 2 0,0-1 0,-4-2 0,-10-9 0,18 12 0,-1 1 0,0 0 0,0-1 0,1 1 0,-1 0 0,0 0 0,0-1 0,1 1 0,-1 0 0,0 0 0,1 0 0,-1-1 0,0 1 0,1 0 0,-1 0 0,0 0 0,1 0 0,-1 0 0,0 0 0,1 0 0,-1-1 0,0 1 0,1 0 0,-1 0 0,1 1 0,-1-1 0,0 0 0,1 0 0,0 0 0,42 7 0,-39-6 0,0 1 0,0-1 0,0 1 0,0 0 0,-1 1 0,1-1 0,0 1 0,-1-1 0,0 1 0,0 0 0,0 1 0,0-1 0,0 0 0,0 1 0,-1-1 0,0 1 0,0 0 0,0 0 0,0 0 0,0 0 0,-1 0 0,0 0 0,0 1 0,1 6 0,1 10 0,-2 1 0,0 0 0,-4 40 0,0-19 0,2 52-1365,0-70-5461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38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24575,'14'-1'0,"-1"1"0,1 1 0,-1 1 0,0 0 0,0 0 0,0 2 0,0-1 0,0 2 0,-1-1 0,0 2 0,1 0 0,-2 0 0,12 8 0,-20-11 0,0 0 0,-1 0 0,1 0 0,-1 1 0,1-1 0,-1 1 0,0-1 0,0 1 0,-1-1 0,1 1 0,-1 0 0,0 0 0,0 0 0,0 0 0,0 0 0,-1 0 0,1 0 0,-1 0 0,0 0 0,0 1 0,-1-1 0,-1 6 0,-2 8 0,0 1 0,-2-1 0,-11 27 0,10-28 0,0 0-118,-2 4-194,2 0 1,0 0-1,-8 43 0,12-41-6514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41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1 218 24575,'85'-5'0,"0"-4"0,116-26 0,-29 4 0,363-59 0,-258 48 0,-221 37-1365,-33 4-5461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44.0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0 187 24575,'61'-4'0,"-1"-2"0,60-14 0,-25 4 0,666-86 0,-680 93 0,124 3 0,-187 5 10,1-1 0,-1 0 1,18-5-1,4-1-1416,-17 4-5420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2:50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24575,'4'0'0,"7"0"0,6 0 0,4 0 0,4 0 0,1 0 0,2 0 0,0 0 0,0 0 0,-4 0-8191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05.2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24072,'2323'-80'0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12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23992,'2242'-81'0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19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1 166 24575,'43'-1'0,"0"-2"0,-1-2 0,1-2 0,-1-1 0,0-3 0,74-28 0,-85 29 0,0 1 0,0 1 0,55-5 0,-4 0 0,125-12 0,-142 17 0,1 3 0,117 6 0,-64 1 0,-80 0 0,58 10 0,-57-6 0,54 2 0,67-9-1365,-137 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22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21389,'1026'0'0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30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81 24284,'2757'-80'0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59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24575,'0'9'0,"0"12"0,0 12 0,0 10 0,0 1 0,0 4 0,0-3 0,0-4 0,0-5 0,0-3 0,0-3 0,0-2 0,0-1 0,0-1 0,0-5-8191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01.9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24575,'0'326'0,"2"-306"43,0-1-1,9 39 1,-6-37-541,-1 1 1,1 25-1,-4-24-6328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03.3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24575,'0'9'0,"0"13"0,0 16 0,4 24 0,7 21 0,6 18 0,4 11 0,-1 0 0,-4-5 0,0-16 0,-3-20 0,-4-16 0,-3-13 0,-2-15-8191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05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24575,'0'5'0,"0"6"0,0 10 0,0 11 0,0 9 0,0 11 0,0 6 0,0-2 0,0-1 0,0-6 0,0-11-8191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10.7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538 2 24575,'-87'-1'0,"-97"3"0,117 10 0,50-7 0,0-2 0,-19 2 0,32-4-55,-24 0-600,-46 9 0,51-4-6171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26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24575,'16'0'0,"42"1"0,0-3 0,81-13 0,-75 7 0,0 3 0,123 5 0,-69 3 0,422-4-1365,-517 1-5461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3:27.5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24575,'27'0'0,"7"0"0,0 0 0,0 2 0,63 13 0,104 38 0,273 57 0,-233-82 0,-84-3 0,-99-17 0,1-3 0,0-3 0,59-5 0,-7 1 0,-100 2 0,71 0 0,138-16 0,-189 11-1365,-4 2-5461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13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 24575,'302'-16'0,"-284"14"0,137-24 0,-138 22 0,20-6 0,0 2 0,1 2 0,60-3 0,-85 9-113,2 0-304,0-1-1,24-3 1,-16-1-6409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33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24575,'0'5'0,"0"6"0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36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0 188 24575,'0'32'0,"4"86"0,-2-102 0,0-1 0,2 0 0,-1 0 0,2 0 0,10 24 0,2 13 0,-13-109 0,-6-368-1365,2 403-5461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4:47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24575,'303'-16'0,"-175"6"-37,144 8 0,-137 4-1254,-112-2-5535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5:02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23665,'81'2891'0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5:08.2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119 0 23937,'0'4488'0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5:20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 0 22982,'-27'2837'0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35:46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1:18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812 921 24575,'5'-4'0,"0"1"0,0-1 0,0 1 0,1 0 0,-1 1 0,1-1 0,11-2 0,18-9 0,-17 5 0,0-2 0,20-14 0,-32 20 0,-1 0 0,1-1 0,-1 1 0,0-1 0,0 0 0,0 0 0,-1-1 0,0 1 0,4-10 0,3-12 0,0-1 0,-3 0 0,0 0 0,-2-1 0,-1 0 0,-1 0 0,-1 0 0,-3-43 0,0 55 0,0-17 0,-2 1 0,-11-65 0,10 88 0,0 0 0,-1 0 0,0 0 0,0 1 0,-1-1 0,-1 1 0,0 0 0,0 0 0,-1 1 0,0 0 0,-1 0 0,-13-12 0,0 3 0,0 1 0,-46-28 0,54 38 0,-1 1 0,0 0 0,0 0 0,-1 2 0,1 0 0,-29-5 0,-54 2 0,-174 8 0,238 2 0,-1 1 0,1 2 0,0 1 0,1 2 0,-1 1 0,-41 19 0,67-25 0,1 0 0,0 0 0,0 0 0,0 1 0,1-1 0,0 1 0,-1 1 0,2-1 0,-1 1 0,1 0 0,-1 0 0,2 0 0,-1 0 0,1 1 0,0 0 0,0-1 0,1 1 0,0 0 0,-2 9 0,-2 16 0,0-1 0,-1 63 0,7-89 0,-1 236 0,2-152 0,-1-84 0,0 0 0,1 0 0,-1 1 0,1-1 0,0 0 0,0 0 0,1-1 0,0 1 0,0 0 0,0 0 0,0-1 0,1 1 0,-1-1 0,7 8 0,-2-5 0,0-1 0,0 0 0,1 0 0,-1-1 0,1 1 0,0-2 0,12 6 0,28 11-151,1-2-1,1-3 0,1-1 0,0-3 1,0-2-1,1-2 0,0-3 1,96-2-1,-125-4-6674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1:24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24575,'13'-1'0,"0"0"0,0-2 0,-1 1 0,0-2 0,22-8 0,11-2 0,2 1 0,0 2 0,1 3 0,1 2 0,82-1 0,-129 7 0,13 0 0,-1 1 0,0 0 0,23 5 0,-31-5 0,-1 1 0,1 0 0,-1 1 0,1 0 0,-1 0 0,0 0 0,0 0 0,0 1 0,-1 0 0,1 0 0,5 7 0,4 4 0,-2 1 0,0 0 0,-1 1 0,0 0 0,-2 1 0,0 0 0,-1 0 0,11 36 0,-16-40 0,1 1 0,-2 0 0,0 0 0,0 0 0,-2 0 0,0 0 0,0 0 0,-2 0 0,0 0 0,0 0 0,-1-1 0,-8 21 0,8-26 0,-1-1 0,-1 0 0,1-1 0,-1 1 0,-1-1 0,1 0 0,-1 0 0,0 0 0,-14 10 0,-5 2 0,-44 24 0,45-29 0,-45 35 0,61-42 4,0 1 0,1 0 0,0 0-1,1 1 1,0 0 0,0 0 0,1 0 0,0 1-1,1 0 1,0 0 0,0 0 0,1 0-1,1 1 1,-3 17 0,1 12-119,2 0-1,5 65 1,0-26-961,-3-56-5750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1:24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1:29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2409 383 24575,'-5'-1'0,"1"0"0,-1 0 0,0-1 0,0 0 0,1 0 0,-7-4 0,-12-4 0,-27-10 0,-70-40 0,-6-2 0,-180-65 0,270 113 0,-52-13 0,8 4 0,59 16 0,0 2 0,0 1 0,0 0 0,-33 0 0,-90 6 0,54 0 0,39-2 0,-122 4 0,143-1 0,-1 1 0,1 1 0,-48 16 0,-113 50 0,152-53 0,1 1 0,-63 42 0,84-47 0,0 0 0,1 1 0,1 1 0,0 0 0,-18 27 0,-54 98 0,80-130 0,-22 44 0,1 1 0,4 1 0,2 1 0,2 1 0,-17 90 0,21-53 0,4 0 0,1 177 0,11-142 0,4 136 0,-2-248 0,1-1 0,1 0 0,1 0 0,0 0 0,1-1 0,1 1 0,1-1 0,0-1 0,1 0 0,18 25 0,2-4 0,0-1 0,3-2 0,37 33 0,-4-12 0,106 70 0,82 28 0,-163-108 0,2-4 0,103 31 0,-190-71 0,16 6 0,0-2 0,1 0 0,0-2 0,36 2 0,92-7 0,-61-1 0,-66 2 0,-1-1 0,1-2 0,-1 0 0,1-1 0,-1-1 0,-1-2 0,1 0 0,21-11 0,25-18 0,65-46 0,-80 48 0,99-59 0,176-122 0,-323 212 0,0 0 0,-1 0 0,1 0 0,-1 0 0,0-1 0,0 1 0,0-1 0,-1 0 0,1 0 0,-1-1 0,0 1 0,-1-1 0,1 1 0,-1-1 0,-1 0 0,1 0 0,-1 0 0,0 0 0,0 0 0,0 0 0,-1-11 0,12-177 0,2-127 0,-14-140 0,-2 443 0,0 0 0,-1 0 0,0 0 0,-2 0 0,0 0 0,-8-18 0,-5-15 0,-5-6 0,16 43 0,0 0 0,-7-29 0,5 15-189,-1 1-1,-1 0 0,-2 0 1,0 1-1,-2 1 0,-30-40 0,44 64 153,-10-16-6789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1:45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24072,'2625'0'0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1:53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1398 24575,'0'-11'0,"1"0"0,1 0 0,0 0 0,0 1 0,1-1 0,1 1 0,-1-1 0,2 1 0,5-10 0,9-13 0,30-40 0,-4 9 0,-27 34 0,146-257 0,-149 260 0,1 1 0,32-42 0,13-19 0,-53 74 0,27-46 0,49-112 0,-48 93 0,-22 50 0,-1 0 0,9-33 0,-14 34 0,-3 13 0,-1 0 0,0 0 0,3-28 0,-7 41 0,0 0 0,0 0 0,-1 0 0,1 0 0,0 0 0,-1 0 0,1 0 0,0 0 0,-1 0 0,1 0 0,-1 0 0,1 0 0,-1 0 0,0 0 0,1 0 0,-1 1 0,0-1 0,0 0 0,1 0 0,-1 1 0,0-1 0,0 1 0,0-1 0,0 1 0,0-1 0,0 1 0,0-1 0,0 1 0,0 0 0,0 0 0,0-1 0,0 1 0,0 0 0,0 0 0,0 0 0,0 0 0,0 0 0,-1 1 0,1-1 0,0 0 0,-1 1 0,-46 10 0,48-11 0,-27 11 0,1 2 0,0 0 0,1 2 0,-45 36 0,58-42 0,6-5 0,2-2 0,0 1 0,0 0 0,0 0 0,0 0 0,1 0 0,-1 1 0,1-1 0,0 1 0,0 0 0,-4 6 0,45-23 0,-11 0 0,29-16 0,-35 17 0,1 0 0,45-16 0,-5 8 0,65-17 0,-95 28 0,-25 7 0,0 0 0,0 0 0,1 0 0,-1 1 0,0 0 0,14 0 0,-19 1 0,0 1 0,0-1 0,0 1 0,0-1 0,0 1 0,0 0 0,0 0 0,-1 0 0,1 0 0,0 0 0,-1 0 0,1 0 0,-1 1 0,1-1 0,-1 1 0,0-1 0,0 1 0,1-1 0,-1 1 0,0 0 0,0-1 0,0 1 0,-1 0 0,1 0 0,0 0 0,-1 0 0,1 0 0,-1 0 0,0 0 0,1 3 0,1 21 0,-1 0 0,0 0 0,-2 0 0,-2 0 0,0 0 0,-7 26 0,3-14 0,-4 70 0,11-81-1365,1-4-5461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03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518 1 24575,'-17'0'0,"0"0"0,0 1 0,0 1 0,0 1 0,1 0 0,-1 1 0,1 1 0,0 0 0,0 1 0,1 1 0,0 1 0,-20 12 0,-9 9 0,1 2 0,2 1 0,-53 55 0,87-79 0,0 0 0,1 1 0,0 0 0,0 1 0,1-1 0,0 1 0,1 0 0,0 0 0,1 1 0,0-1 0,1 1 0,0 0 0,-1 11 0,2-17 0,1 0 0,0 0 0,0 1 0,0-1 0,1 0 0,0 0 0,0 1 0,0-1 0,0 0 0,1 0 0,0 0 0,0 0 0,0-1 0,1 1 0,-1 0 0,1-1 0,0 0 0,1 0 0,-1 0 0,1 0 0,0 0 0,0-1 0,0 1 0,0-1 0,0 0 0,1 0 0,-1-1 0,8 3 0,11 2 0,0-1 0,1-1 0,0-1 0,0-1 0,0-1 0,46-3 0,35 4 0,111 21 0,-176-17 0,-1 1 0,0 3 0,51 20 0,-85-29 0,1 0 0,-1 0 0,0 1 0,-1 0 0,1 0 0,0 0 0,-1 1 0,0 0 0,0 0 0,0 0 0,0 0 0,5 9 0,-6-7 0,0 0 0,0 0 0,-1 1 0,0 0 0,0-1 0,0 1 0,-1 0 0,0 0 0,-1 0 0,1 8 0,-8 222 0,7-229 0,-1-1 0,0 1 0,-1 0 0,0 0 0,0-1 0,0 0 0,-8 14 0,9-18 0,-1 0 0,0 0 0,0-1 0,-1 1 0,1-1 0,-1 1 0,1-1 0,-1 0 0,0 0 0,1 0 0,-1 0 0,0-1 0,0 1 0,0-1 0,-1 0 0,1 0 0,0 0 0,0 0 0,-1 0 0,-3 0 0,-38 2 0,-87-6 0,38 0 0,40 3-1365,31 0-5461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05.6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 17 24575,'0'-4'0,"-5"-3"0,-5 2 0,2 5 0,13 2 0,10 7 0,7 5 0,4 1 0,2-3 0,2-3 0,-10-3 0,-13-2 0,-11-3 0,-10 0 0,-8-2 0,1 1-8191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11.3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23619,'1459'-82'0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13.2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24575,'1085'0'0,"-1067"1"0,0 1 0,0 2 0,0-1 0,0 2 0,32 13 0,28 7 0,-13-9 0,0-3 0,1-3 0,86 3 0,47-14-1365,-168 1-5461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14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0 189 24143,'758'-189'0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17.1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0 136 23380,'1595'-136'0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20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570 102 24575,'-124'2'0,"-134"-5"0,248 1 6,-1-1 0,1 0-1,0 0 1,0-1 0,1 0 0,-1-1-1,1 0 1,0 0 0,0-1 0,-12-11-1,-31-18-1433,34 26-5398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23.0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1 241 24575,'0'-5'0,"0"-6"0,0-5 0,0-10 0,0-5 0,0-1 0,0-1 0,0 1 0,0 2 0,0 6-8191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24.1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673 1 24575,'-26'2'0,"-1"1"0,1 1 0,0 2 0,-40 13 0,-11 3 0,-195 48 0,248-65-341,0-2 0,1-1-1,-36-1 1,37-1-6485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26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24575,'0'8'0,"-1"0"0,0-1 0,0 1 0,-4 10 0,-3 15 0,-3 130 0,11-159 0,0-226-1365,0 199-5461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29.1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23503,'703'-27'0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31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24575,'35'-9'0,"-11"2"0,34-1 0,0 3 0,70 3 0,61-5 0,81-9 0,-245 14 0,0 0 0,36-8 0,-33 4 0,46-2 0,6 7-1365,-57 2-5461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38.4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 24575,'2138'0'0,"-2120"-2"0,0 0 0,1-1 0,-1-1 0,0 0 0,0-2 0,-1 0 0,0-1 0,26-14 0,-38 19 0,24-10-246,33-9 0,-48 17-627,9-3-5953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42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2948 1218 24575,'0'-2'0,"0"-1"0,1 1 0,-1-1 0,1 1 0,0-1 0,0 1 0,0 0 0,0 0 0,0-1 0,1 1 0,-1 0 0,0 0 0,1 0 0,0 0 0,-1 1 0,1-1 0,0 0 0,0 1 0,0-1 0,0 1 0,0-1 0,1 1 0,-1 0 0,0 0 0,5-1 0,7-3 0,1 0 0,0 1 0,16-2 0,-16 3 0,55-11 0,8-3 0,1 3 0,91-3 0,-149 16 0,140-9 0,-141 7 0,1-1 0,-2-1 0,1-1 0,0 0 0,34-18 0,-50 22 0,1-1 0,-1 0 0,0 0 0,-1 0 0,1-1 0,0 1 0,-1-1 0,0 0 0,0 0 0,0 0 0,0-1 0,-1 1 0,0-1 0,1 1 0,-2-1 0,1 0 0,0 1 0,-1-1 0,0 0 0,1-8 0,-1-9 0,0 0 0,-1 1 0,-5-34 0,3 34 0,1 8 0,-1 0 0,-1-1 0,0 1 0,-1 0 0,0 1 0,-1-1 0,-1 1 0,0 0 0,0 0 0,-1 1 0,-1-1 0,1 1 0,-2 1 0,0 0 0,0 0 0,-1 1 0,0 0 0,0 1 0,-1 0 0,0 0 0,-16-7 0,-56-34 0,-100-54 0,115 68 0,44 21 0,-1 1 0,0 1 0,-1 1 0,0 1 0,-54-11 0,74 20 0,-83-11 0,0-4 0,-102-33 0,152 38 0,0 2 0,-43-5 0,41 8 0,-78-22 0,74 14 0,-87-18 0,27 8 0,73 15 0,0 1 0,-38-3 0,-52-2 0,-115-5 0,-857 19 0,1078 1 0,-1 1 0,1 0 0,0 0 0,1 2 0,-1 0 0,1 1 0,0 1 0,0 0 0,-21 14 0,-29 12 0,38-21 0,-30 19 0,48-25 0,1 0 0,0 0 0,0 0 0,0 1 0,1 0 0,0 1 0,-8 10 0,8-9 0,-1 0 0,0 0 0,0 0 0,-13 9 0,13-13 0,1 1 0,0 1 0,0-1 0,1 1 0,0 0 0,0 1 0,1-1 0,-8 15 0,5 0 0,1 1 0,0 0 0,2 0 0,-2 24 0,-8 34 0,15-79 0,-10 32 0,3 2 0,1-1 0,-3 50 0,8-39 0,4 142 0,-2-181 0,0 1 0,0 0 0,0-1 0,1 1 0,0-1 0,0 0 0,1 0 0,0 1 0,0-2 0,1 1 0,0 0 0,0-1 0,1 0 0,-1 1 0,2-2 0,-1 1 0,0-1 0,1 0 0,0 0 0,0 0 0,0-1 0,1 0 0,0 0 0,11 4 0,222 53 0,-172-46 0,-24-5-99,-13-2-218,-1-1 1,1-2-1,36 2 1,-44-7-6510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45.1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1351 1 22663,'-1350'53'0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52.1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0 920 24525,'459'-919'0,"-685"1088"0,452-338 0,-226 451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2:56.8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24575,'4'0'0,"11"0"0,8 0 0,8 0 0,9 0 0,11 4 0,11 3 0,9-2 0,-4 0 0,1-2 0,-6-1 0,-10 4 0,-8 0 0,-8 0 0,-10-1-8191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14.2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15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17.3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20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21389,'1648'0'0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25.2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24575,'123'1'0,"144"19"0,95 24 0,298 48 0,-540-69 0,0-6 0,206 3 0,-309-21 0,1 2 0,32 3 0,-44-2 0,1 0 0,0 0 0,-1 0 0,1 1 0,-1 0 0,0 0 0,0 1 0,0-1 0,0 1 0,5 6 0,2-1 0,0 0 0,0-1 0,16 8 0,19 11 0,-40-22 0,37 24 0,53 26 0,-82-47 0,1-1 0,1-1 0,-1 0 0,1-1 0,0-1 0,0-1 0,20 1 0,374-2 0,-198-4 0,28 2-1365,-219 0-5461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27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24575,'1839'0'-1365,"-1816"0"-5461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30.2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0 107 23839,'1243'-107'0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33.3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1 401 24575,'-1'56'0,"3"68"0,-2-122 0,0 1 0,0-1 0,0 1 0,1 0 0,-1-1 0,1 1 0,-1-1 0,1 1 0,0-1 0,0 0 0,0 1 0,0-1 0,0 0 0,1 1 0,-1-1 0,1 0 0,0 0 0,-1 0 0,1 0 0,0-1 0,0 1 0,0 0 0,0-1 0,0 0 0,1 1 0,-1-1 0,0 0 0,1 0 0,-1 0 0,1 0 0,-1-1 0,1 1 0,-1-1 0,1 1 0,-1-1 0,1 0 0,0 0 0,-1 0 0,6-1 0,5-1 0,1-1 0,0-1 0,-1 0 0,0 0 0,0-1 0,15-9 0,41-22 0,94-68 0,57-62 0,-102 76 0,96-96-1296,-212 184 1227,22-20-6757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41.9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24058,'2188'107'0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48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322 29 24575,'-5'0'0,"-5"0"0,-7 0 0,-4 0 0,-4-5 0,-2-1 0,0 0 0,-6 2 0,-1 0 0,0 2 0,1 1 0,3 1 0,5 0-8191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51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24575,'4'4'0,"11"2"0,8 5 0,8 4 0,9 0 0,2-2 0,8 0 0,4-1 0,-2-3 0,-1 2 0,5-2 0,-3-2 0,-1-1 0,-5 1 0,-5 1 0,-6-1 0,-4-2 0,-8-2-8191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59.3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1 408 24575,'0'68'0,"12"78"0,-8-114 0,3 0 0,0 0 0,2 0 0,20 45 0,-27-74 0,0 1 0,0-1 0,1 1 0,-1-1 0,1 0 0,0 0 0,-1 0 0,1-1 0,1 1 0,-1-1 0,0 1 0,0-1 0,1 0 0,0 0 0,-1 0 0,1-1 0,0 0 0,0 1 0,0-1 0,0 0 0,0-1 0,0 1 0,0-1 0,0 0 0,0 0 0,0 0 0,0 0 0,6-2 0,2 0 0,1 0 0,-1-1 0,0-1 0,0 0 0,0 0 0,-1-1 0,1-1 0,13-8 0,20-18 0,72-67 0,35-51 0,-109 105 0,338-324 0,-254 250-1365,-106 102-5461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08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515 868 24575,'1'-7'0,"0"0"0,0 0 0,0 0 0,1 0 0,0 0 0,1 0 0,-1 0 0,1 1 0,1 0 0,-1-1 0,1 1 0,0 0 0,0 0 0,7-6 0,6-10 0,6-16 0,0-1 0,25-66 0,-33 72 0,-11 22 0,0 0 0,-1 0 0,0 0 0,-1-1 0,0 1 0,0-14 0,-2-73 0,-2 51 0,2 35 0,-1-1 0,0 1 0,0 0 0,-2 0 0,1 0 0,-2 1 0,1-1 0,-2 1 0,1 0 0,-12-20 0,10 22 0,-1 1 0,1 0 0,-1 1 0,0-1 0,-1 1 0,0 1 0,0-1 0,0 1 0,-1 1 0,1 0 0,-2 0 0,1 0 0,-12-3 0,-4-2 0,0 2 0,-1 1 0,0 0 0,0 2 0,0 1 0,-1 2 0,1 0 0,-39 3 0,59 0 0,0 0 0,0 0 0,1 1 0,-1 0 0,1 0 0,0 1 0,-1-1 0,1 1 0,0 0 0,0 0 0,1 1 0,-1 0 0,1-1 0,0 1 0,0 1 0,-4 5 0,-7 10 0,1 1 0,-18 36 0,-3 3 0,27-49 0,0 1 0,0 0 0,1 0 0,1 1 0,0 0 0,1 0 0,-5 19 0,0 21 0,2 0 0,3 1 0,2 81 0,2-101 0,0-15 0,2 1 0,2 20 0,-2-34 0,0 0 0,0 0 0,1-1 0,0 1 0,0 0 0,0-1 0,1 1 0,0-1 0,0 0 0,0 0 0,5 5 0,-3-2 0,2-1 0,-1 0 0,1 0 0,0-1 0,0 0 0,1 0 0,0 0 0,0-1 0,0 0 0,1-1 0,0 0 0,-1 0 0,1-1 0,1 0 0,-1-1 0,0 0 0,1 0 0,-1-1 0,1 0 0,10-1 0,34-1-1365,-30 0-5461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10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24575,'0'1'0,"0"0"0,0 0 0,1-1 0,-1 1 0,0 0 0,0-1 0,1 1 0,-1 0 0,1 0 0,-1-1 0,0 1 0,1-1 0,-1 1 0,1 0 0,-1-1 0,1 1 0,0-1 0,-1 1 0,1-1 0,0 1 0,-1-1 0,1 0 0,0 1 0,-1-1 0,1 0 0,0 0 0,0 1 0,26 5 0,-18-5 0,304 42 0,-259-36 0,86 3 0,163-9 0,-135-3 0,644 2 0,-791-2 2,0 0-1,0-2 1,0 0-1,0-2 1,-1 0-1,34-16 1,19-4-1378,-56 20-5450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36.9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0 109 24575,'461'0'0,"-426"-2"0,0-2 0,0-1 0,40-12 0,-32 7 0,56-5 0,-14 1 0,-60 8 0,1 2 0,29-2 0,-28 5 61,46-11 0,-9 2-1548,-43 8-5339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3:39.3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24575,'0'4'0,"0"7"0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17.3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1456 1 24575,'-974'0'0,"942"1"0,0 3 0,-38 8 0,16-2 0,-6 1 0,39-5 0,-1-2 0,-38 2 0,-47-6-1365,84 0-5461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32.3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24266,'2027'136'0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38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896 1002 24575,'5'1'0,"0"0"0,-1 0 0,1 0 0,0 1 0,-1-1 0,0 1 0,1 0 0,5 4 0,14 5 0,-22-10 0,280 94 0,-235-83 0,0-2 0,1-2 0,1-2 0,56 0 0,572-9 0,-650 3 0,0-2 0,-1 0 0,1-2 0,0 0 0,-1-2 0,0-1 0,0-1 0,24-12 0,-1-1 0,151-76 0,30-22 0,-57 31 0,-168 85 0,1 0 0,-1 0 0,0-1 0,0 0 0,0 0 0,0 0 0,-1-1 0,0 1 0,1-1 0,-2 0 0,1 0 0,-1-1 0,5-9 0,-4 4 0,0 0 0,-1 0 0,-1 0 0,0 0 0,-1-1 0,1-17 0,-1-1 0,-1 0 0,-1-1 0,-1 1 0,-2 0 0,-9-35 0,10 53 0,-2-1 0,1 1 0,-1 0 0,-1 0 0,0 1 0,-1-1 0,0 1 0,-1 1 0,0-1 0,0 2 0,-1-1 0,-1 1 0,1 0 0,-18-12 0,1 6 0,-1 0 0,0 1 0,-1 2 0,-45-14 0,-124-23 0,149 38 0,-69-12 0,-1 5 0,-141-2 0,-243 19 0,234 4 0,92-1 0,-189-5 0,228-10 0,-34-1 0,116 13 0,-160 4 0,208-2 0,0 1 0,0 0 0,-1 0 0,1 0 0,1 1 0,-1 0 0,0 1 0,1 0 0,0 0 0,-1 0 0,2 0 0,-1 1 0,0 0 0,1 0 0,0 1 0,-6 8 0,-7 12 0,0 0 0,-20 44 0,22-41 0,5-7 0,1 1 0,1 0 0,0 0 0,2 1 0,1 0 0,-4 32 0,6-17 0,1-1 0,3 1 0,5 51 0,-4-81 0,0-1 0,1 1 0,0-1 0,1 0 0,0 0 0,0 0 0,1 0 0,0-1 0,0 1 0,1-1 0,0 0 0,0 0 0,1-1 0,10 11 0,7 2 0,1 0 0,49 29 0,-16-12 0,-31-20 0,0-1 0,2-2 0,33 12 0,-18-7 0,-26-12 0,0-1 0,23 4 0,27 9 0,-22-2 0,0-3 0,1-1 0,49 5 0,31 10-1365,-105-25-5461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43.4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 22754,'1242'-28'0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45.0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24575,'4'0'0,"12"0"0,11 0 0,16 0 0,9 0 0,5 0 0,2 0 0,0 0 0,-5 0 0,-8 0 0,-6 0 0,-11 0-8191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47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0 373 24575,'1354'0'0,"-1328"-2"0,-1-1 0,1-1 0,45-13 0,-37 7 0,41-4 0,11 0 0,97-30 0,-6 1 0,-150 38 0,1 0 0,-1-1 0,0-1 0,46-18 0,-38 10 0,-20 9 0,-1 0 0,0-1 0,19-13 0,-28 17 0,-1-1 0,0 0 0,0 0 0,0 0 0,0 0 0,-1 0 0,1-1 0,-1 0 0,0 0 0,-1 0 0,1 0 0,-1 0 0,3-8 0,1-13-1365,-3 2-5461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4:51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2924 1514 24575,'1'-3'0,"0"1"0,1-1 0,0 1 0,0-1 0,0 1 0,0 0 0,0 0 0,0 0 0,0 0 0,1 0 0,-1 0 0,6-2 0,4-5 0,138-123 0,159-178 0,-294 290 0,-2-1 0,0 0 0,-1 0 0,-1-2 0,15-42 0,-23 58 0,4-15 0,-1 0 0,-1 0 0,0-1 0,-2 1 0,1-36 0,-9-116 0,5 166 0,-1-3 0,0-1 0,-1 0 0,0 1 0,-1-1 0,-1 1 0,1 0 0,-2 0 0,0 0 0,0 1 0,0-1 0,-2 1 0,1 1 0,-1-1 0,-13-13 0,5 9 0,-1 1 0,1 0 0,-2 2 0,0 0 0,0 0 0,-1 2 0,-32-13 0,-62-24 0,-70-28 0,142 61 0,-1 1 0,-69-10 0,97 20 0,-175-24 0,-252-2 0,-270 28 0,663 3 0,1 1 0,-70 16 0,66-9 0,-88 5 0,100-14 0,1 1 0,1 1 0,-1 2 0,1 2 0,-66 23 0,55-12 0,-75 43 0,-78 66 0,117-72 0,62-41 0,-26 25 0,-7 5 0,24-19 0,25-20 0,-1-1 0,1 0 0,-1-1 0,0 1 0,-14 7 0,15-9 0,-1 1 0,1 0 0,-1 1 0,1-1 0,0 1 0,1 0 0,-1 1 0,1-1 0,0 1 0,1 0 0,-1 0 0,1 0 0,-4 11 0,0 0 0,1 1 0,0 0 0,2-1 0,-3 20 0,0 30 0,-7 44 0,7-55 0,2-1 0,2 1 0,8 84 0,-4-127 0,-1-7 0,13 139 0,-11-131 0,1 0 0,1 0 0,0 0 0,1 0 0,0-1 0,1 0 0,0 0 0,9 12 0,9 9 0,1-2 0,2-1 0,1-1 0,1-1 0,35 25 0,45 44 0,-78-69 0,0 0 0,2-3 0,42 28 0,-52-42 0,1 0 0,1-2 0,-1 0 0,1-2 0,1-1 0,43 6 0,-17-1 32,-32-7-498,-1-1 1,27 2-1,-25-5-6360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5:18.9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331 1246 24575,'0'1'0,"0"0"0,0 0 0,1 0 0,-1 0 0,1-1 0,-1 1 0,0 0 0,1 0 0,-1 0 0,1-1 0,0 1 0,-1 0 0,1-1 0,-1 1 0,1 0 0,0-1 0,0 1 0,-1-1 0,1 1 0,0-1 0,0 1 0,0-1 0,1 1 0,26 8 0,-18-6 0,14 5 0,0-2 0,1-1 0,0-1 0,38 2 0,106-8 0,-64 0 0,-19 3 0,98-3 0,-81-16 0,-72 12 0,-26 5 0,-1-1 0,1 1 0,0-1 0,-1 0 0,0 0 0,1 0 0,-1-1 0,0 0 0,0 1 0,0-1 0,-1-1 0,1 1 0,-1-1 0,0 1 0,0-1 0,4-6 0,3-7 0,-1 1 0,-1-1 0,6-20 0,15-28 0,-17 45 0,-2-1 0,0-1 0,-1 1 0,-1-2 0,-1 1 0,-1-1 0,-1 0 0,-1 0 0,0 0 0,-2-1 0,-2-24 0,0 1 0,0 3 0,-6-58 0,3 88 0,1 0 0,-2 0 0,0 0 0,0 0 0,-1 0 0,-1 1 0,0 0 0,-9-13 0,-13-13 0,-1 2 0,-2 0 0,-2 3 0,-1 0 0,-2 2 0,-1 2 0,-1 1 0,-80-44 0,85 56 0,0 1 0,-1 2 0,0 1 0,-1 2 0,0 2 0,-1 0 0,0 3 0,0 1 0,-1 2 0,-43 1 0,64 2 0,-24 1 0,0 1 0,-53 9 0,80-8 0,0 0 0,1 0 0,-1 2 0,1 0 0,0 0 0,1 1 0,-1 0 0,1 1 0,0 0 0,1 1 0,-13 12 0,-15 18 0,-41 53 0,63-70 0,1 0 0,1 2 0,1 0 0,-16 38 0,22-42 0,2 0 0,0 0 0,2 1 0,0 0 0,-1 26 0,7 105 0,0-58 0,-3-88 0,0 28 0,2 0 0,6 40 0,-6-61 0,1-1 0,0 0 0,1 0 0,0-1 0,1 1 0,0-1 0,1 0 0,0 0 0,0 0 0,9 9 0,93 88 0,-18-19 0,-79-77 0,1 0 0,0 0 0,1-2 0,0 0 0,0 0 0,1-1 0,0-1 0,0 0 0,1-1 0,0 0 0,0-1 0,16 3 0,-8-2-1365,-6 1-5461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5:21.8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1219 24575,'-1'59'0,"3"69"0,-2-126 0,0 0 0,0 1 0,1-1 0,-1 0 0,1 0 0,0 0 0,-1 1 0,1-1 0,0 0 0,0 0 0,1 0 0,-1 0 0,0 0 0,0-1 0,1 1 0,0 0 0,-1-1 0,1 1 0,0-1 0,-1 1 0,1-1 0,0 0 0,0 0 0,0 1 0,0-2 0,0 1 0,1 0 0,-1 0 0,0-1 0,0 1 0,0-1 0,1 1 0,-1-1 0,0 0 0,1 0 0,-1 0 0,3-1 0,6 0 0,1 0 0,-1-1 0,0-1 0,0 0 0,0 0 0,15-8 0,27-15 0,-2-3 0,-1-2 0,65-52 0,-67 48 0,394-294 0,172-125 0,-155 135 0,-417 288-455,1 3 0,59-29 0,-78 47-6371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5:23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2 521 24575,'-1'69'0,"3"78"0,-2-144 0,0-1 0,0 1 0,1 0 0,-1-1 0,1 1 0,0-1 0,0 1 0,0-1 0,0 1 0,0-1 0,0 0 0,1 1 0,-1-1 0,1 0 0,0 0 0,0 0 0,0 0 0,-1 0 0,2-1 0,-1 1 0,0 0 0,0-1 0,0 0 0,1 1 0,-1-1 0,1 0 0,-1 0 0,1-1 0,-1 1 0,1 0 0,0-1 0,-1 0 0,1 1 0,0-1 0,4 0 0,0-1 0,0 1 0,1-1 0,-1-1 0,0 1 0,0-1 0,0 0 0,0-1 0,0 1 0,-1-2 0,1 1 0,-1-1 0,8-5 0,101-100 0,-12 9 0,-21 34 0,3 3 0,3 4 0,3 4 0,1 4 0,3 4 0,113-38 0,-179 73-227,-1-1-1,0-1 1,-1-1-1,0-2 1,32-26-1,-43 29-6598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5:25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1089 24575,'-1'50'0,"3"59"0,-2-108 0,0 1 0,0-1 0,0 0 0,0 1 0,0-1 0,1 1 0,-1-1 0,1 0 0,-1 0 0,1 1 0,-1-1 0,1 0 0,0 0 0,-1 1 0,1-1 0,0 0 0,0 0 0,1 1 0,-1-2 0,0 1 0,0-1 0,0 0 0,0 1 0,0-1 0,-1 0 0,1 0 0,0 0 0,0 1 0,0-1 0,0 0 0,0 0 0,0-1 0,0 1 0,0 0 0,0 0 0,0 0 0,0-1 0,2 0 0,4-3 0,1 0 0,-1-1 0,0 1 0,13-12 0,-15 12 0,202-194 0,-87 78 0,269-204 0,30 38 0,-384 263 0,-2-2 0,0-1 0,-1-1 0,-2-2 0,52-64 0,-30 26-1365,-40 50-5461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8:45:27.6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1 456 24575,'-1'107'0,"3"120"0,-2-223 0,0-1 0,0 0 0,0 0 0,1 0 0,-1 0 0,1 0 0,-1 0 0,1 0 0,0 0 0,0-1 0,1 1 0,-1 0 0,3 3 0,-4-5 0,1-1 0,0 0 0,-1 1 0,1-1 0,-1 0 0,1 1 0,0-1 0,-1 0 0,1 0 0,0 0 0,-1 1 0,1-1 0,0 0 0,0 0 0,-1 0 0,1 0 0,0 0 0,-1 0 0,1-1 0,0 1 0,1 0 0,24-15 0,43-42 0,101-107 0,-39 33 0,-82 84 0,3 3 0,1 1 0,102-62 0,-141 99 0,-2-2 0,1 0 0,-1 0 0,0-1 0,0-1 0,-1 0 0,19-22 0,26-31 91,10-15-1547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0:15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24575,'29'2'0,"0"1"0,-1 2 0,0 0 0,49 18 0,33 7 0,-103-29 0,59 13 0,1-3 0,112 4 0,83-17-1365,-234 2-5461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1:58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24575,'0'647'0,"-1"-641"0,1 1 0,1-1 0,-1 0 0,1 0 0,0 1 0,0-1 0,1 0 0,0 0 0,0 0 0,5 9 0,-5-13 0,0 1 0,0 0 0,1 0 0,-1-1 0,1 0 0,0 1 0,0-1 0,0 0 0,0 0 0,0-1 0,0 1 0,0-1 0,0 1 0,1-1 0,-1 0 0,1 0 0,-1-1 0,1 1 0,-1-1 0,5 1 0,25 3-340,0 3 0,-1 0 0,40 16 0,-72-23 335,19 6-6821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2:00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24575,'21'13'0,"-1"0"0,-1 2 0,0 0 0,-1 2 0,-1-1 0,20 26 0,0-2 0,4 2 0,-9-12 0,-2 2 0,-1 2 0,-1 0 0,36 61 0,-59-84 0,0 1 0,-1-1 0,-1 1 0,0 0 0,0 0 0,-2 0 0,2 22 0,-3-1 0,-5 52 0,2-73-142,1-1-1,-1 0 1,-1 0 0,0 0-1,0 0 1,-8 10 0,10-16-227,-7 14-6457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2:0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24575,'9'0'0,"13"-4"0,6-2 0,13 0 0,4 1 0,8 2 0,9-4 0,3 0 0,-1 1 0,-1 1 0,-7 2 0,-5 1 0,-5 2 0,-6-1 0,-11-3 0,-4-2 0,-8 1-8191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2:0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24575,'3'0'0,"1"1"0,-1-1 0,1 1 0,-1 0 0,0 0 0,1 0 0,4 3 0,8 3 0,86 27 0,133 48 0,-228-80 0,0 1 0,0 0 0,0 0 0,0 1 0,-1 0 0,11 8 0,-14-9 0,-1 0 0,0-1 0,1 1 0,-1 0 0,-1 0 0,1 0 0,0 0 0,-1 0 0,1 1 0,-1-1 0,0 0 0,0 1 0,0-1 0,-1 1 0,1-1 0,-1 7 0,0 4 0,-1 0 0,-1 0 0,0 0 0,-1 0 0,0 0 0,-1-1 0,-6 15 0,-46 91 0,48-103 0,-52 94 0,42-77-1365,7-21-5461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2:2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23937,'7784'0'0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2:55.0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 23977,'6377'0'0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3:00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7163 82 24575,'-851'-39'0,"776"34"0,-173-2 0,64 2 0,54-7 0,-28-2 0,-1298 16 0,533 64 0,705-45 0,-441 56 0,-372 28 0,827-94 0,-593 6 0,626-38 0,169 21 0,0-1 0,0 1 0,0 0 0,0 1 0,0-1 0,0 0 0,0 0 0,0 1 0,0 0 0,0-1 0,0 1 0,0 0 0,0 0 0,0 0 0,0 0 0,0 0 0,1 0 0,-1 1 0,0-1 0,-1 3 0,1-1 0,0 0 0,0 0 0,0 0 0,1 0 0,0 0 0,-1 1 0,1-1 0,1 0 0,-1 1 0,0-1 0,0 6 0,1 8 0,1 1 0,0 0 0,7 34 0,-7-44 0,11 45 0,35 101 0,36 47 0,-9-22 0,7 35 0,-57-133 0,-19-59 0,2 0 0,10 25 0,-14-39 0,0-1 0,1 1 0,0-1 0,1 0 0,-1 0 0,11 10 0,-11-13 0,0-1 0,0 0 0,1 0 0,-1 0 0,1 0 0,0-1 0,0 0 0,0 0 0,0 0 0,0 0 0,8 0 0,53 10 0,118 3 0,68-15 0,-126-1 0,9 0-1365,-108 1-5461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3:02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22213,'0'1244'0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7:19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24575,'16'-1'0,"1"-1"0,-1-1 0,25-6 0,12-3 0,50-2 0,116-1 0,109 13 0,-196 4 0,634 42 0,-290-9 0,-421-32 0,783 26 0,-703-31 0,161 3 0,-39 25 0,120 13 0,-98-7 0,539 7 0,-339-40-1365,-455 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7:21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24575,'30'-1'0,"-1"-2"0,40-9 0,5 0 0,133-7 0,361 12 0,208 66 0,-481-33 0,300 1 0,1-29 0,-193-1 0,2202 3-1365,-2582 0-5461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7:22.9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1 162 23892,'2783'-162'0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7:27.2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0 127 24555,'974'0'0,"-1226"-126"0,504 252 0,-504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8:41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1923 24575,'37'-32'0,"2"2"0,67-41 0,-29 22 0,363-214 0,-117 75 0,350-249 0,53-33 0,-264 199 0,-430 253 0,-31 17 0,1 1 0,0-1 0,0-1 0,0 1 0,0 0 0,-1 0 0,1-1 0,-1 1 0,1-1 0,-1 1 0,1-1 0,-1 0 0,0 1 0,0-1 0,0 0 0,0 0 0,1-2 0,-2 3 0,0-1 0,-1 1 0,1 0 0,0-1 0,-1 1 0,1 0 0,-1 0 0,1 0 0,-1-1 0,0 1 0,1 0 0,-1 0 0,0 0 0,0 0 0,0 0 0,0 0 0,0 0 0,0 0 0,0 1 0,0-1 0,0 0 0,0 1 0,0-1 0,0 0 0,-1 1 0,1 0 0,-3-1 0,-14-7 0,-1 2 0,-1 0 0,1 1 0,-1 1 0,-33-3 0,83 6 0,-16 0 0,1 0 0,-1 1 0,1 1 0,16 3 0,-28-4 0,0 1 0,0-1 0,0 1 0,0 0 0,0 0 0,0 0 0,-1 0 0,1 1 0,0-1 0,-1 1 0,1 0 0,-1-1 0,0 1 0,1 0 0,-1 1 0,0-1 0,0 0 0,-1 0 0,1 1 0,0-1 0,-1 1 0,1 0 0,-1-1 0,0 1 0,0 0 0,0 0 0,1 3 0,2 31 0,-2 1 0,-1-1 0,-4 39 0,0-8 0,0 75-1365,3-112-5461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8:44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1 458 24506,'2134'-377'0,"-2404"296"0,540 162 0,-496 87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9:10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245 1191 24575,'-10'0'0,"-7"1"0,0-2 0,1 0 0,-30-5 0,41 5 0,0-1 0,0 1 0,1-1 0,-1 0 0,1-1 0,-1 1 0,1-1 0,0 1 0,0-1 0,0 0 0,0-1 0,0 1 0,1-1 0,0 1 0,0-1 0,0 0 0,-3-6 0,-4-8 0,2-1 0,0 0 0,1-1 0,1 0 0,-6-37 0,6 16 0,-1-81 0,9-452 0,-2 564 0,0 0 0,1-1 0,0 1 0,1 0 0,1 0 0,-1 0 0,1 0 0,1 0 0,0 1 0,9-15 0,-9 17 0,0 1 0,1 0 0,-1 0 0,1 1 0,1 0 0,-1 0 0,1 0 0,0 0 0,0 1 0,1 0 0,-1 0 0,1 1 0,0 0 0,-1 0 0,13-3 0,33-6 0,0 2 0,103-5 0,109 15 0,-111 3 0,-145-3 0,0 0 0,0 0 0,0 1 0,0 0 0,0 1 0,-1 0 0,1 0 0,0 1 0,-1 0 0,0 0 0,1 0 0,-1 1 0,0 0 0,-1 1 0,1 0 0,-1 0 0,0 0 0,0 0 0,-1 1 0,0 0 0,1 0 0,6 12 0,126 196 0,-96-159 0,-33-45 0,-1 0 0,0 0 0,0 1 0,-1 0 0,8 17 0,-7-7 0,1-2 0,0 1 0,-2 0 0,-1 0 0,0 1 0,-1 0 0,-2 0 0,2 26 0,-4 8 0,-4 189 0,2-234 0,-1-1 0,0 0 0,0 1 0,-1-1 0,0 0 0,-1-1 0,0 1 0,0-1 0,-1 1 0,0-1 0,-7 8 0,-9 9 0,0-2 0,-25 21 0,14-14 0,-2-7-1365,18-15-5461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9:15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1 190 24343,'2243'-190'0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9:20.2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24575,'569'0'0,"-550"-1"0,1-1 0,-1-1 0,19-5 0,-17 3 0,0 1 0,29-1 0,-17 2 0,41-8 0,-42 6 0,46-3 0,-62 8 0,15-1 0,1 0 0,-1-2 0,32-8 0,-37 7 0,0 0 0,1 2 0,27 1 0,-26 1 0,0-2 0,42-6 0,-30 2 0,0 1 0,70 2 0,-1 0 0,97-29 0,-98 12 0,-44 7 0,-43 8 0,1 0 0,43-2 0,418 8 0,-453 1-455,0 0 0,49 11 0,-54-8-6371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8:58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 24575,'2233'0'0,"-2213"-1"0,0-1 0,0-1 0,0 0 0,-1-2 0,38-14 0,-32 11 0,-3 3-79,1 0 1,0 2-1,0 1 0,0 0 0,42 4 0,-36-2-813,-6 1-5934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9:01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24575,'5'3'0,"1"0"0,-1 1 0,1-2 0,0 1 0,0-1 0,0 0 0,0 0 0,0 0 0,1-1 0,-1 0 0,0 0 0,10-1 0,18 5 0,120 34 0,-47-11 0,-67-21 0,0-2 0,0-2 0,1-2 0,51-4 0,4 0 0,-75 4 0,0-2 0,0 0 0,0-1 0,0-1 0,0-1 0,-1 0 0,1-2 0,20-9 0,18-7-1365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9:24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3273 1490 24575,'490'0'0,"-464"3"0,0 0 0,0 1 0,-1 2 0,0 1 0,28 10 0,5 2 0,196 43 0,-130-22 0,-91-27 0,1-2 0,0-1 0,1-2 0,45 5 0,226-11 0,-152-4 0,-142 1 0,-1 0 0,1-1 0,-1 0 0,1-1 0,-1 0 0,0 0 0,0-2 0,0 1 0,-1-1 0,1-1 0,-1 0 0,-1 0 0,1-1 0,-1-1 0,0 1 0,10-12 0,11-14 0,-2-2 0,46-70 0,-66 92 0,0 0 0,-1 0 0,-1 0 0,1-1 0,-2 0 0,0 0 0,-1-1 0,-1 1 0,0-1 0,0 0 0,-2 0 0,0-23 0,-1 18 0,-1 0 0,-1 0 0,0 0 0,-2 0 0,0 1 0,-2-1 0,0 1 0,-1 0 0,-1 1 0,0 0 0,-2 0 0,-13-19 0,3 6 0,14 21 0,0 1 0,0-1 0,-1 1 0,0 0 0,-1 0 0,0 1 0,0 0 0,-1 0 0,0 1 0,-13-8 0,-408-192 0,214 84 0,-54-26 0,161 95 0,15 7 0,-181-64 0,165 83 0,-177-22 0,140 28 0,40 10 0,0 5 0,-121 8 0,103 0 0,74-1 0,-574-16 0,-64 3 0,439 15 0,119-3 0,-153 3 0,256-1 0,0 1 0,0 1 0,1 2 0,-1 0 0,1 2 0,0 1 0,-45 21 0,27-9 0,25-11 0,-35 21 0,44-23 0,-1 1 0,1 0 0,1 1 0,0 0 0,0 1 0,1 0 0,0 0 0,-11 17 0,14-16 0,-27 37 0,3 2 0,-47 106 0,60-98 0,1 2 0,-12 108 0,19-56 0,6 180 0,6-139 0,-3-139 0,0-1 0,2 1 0,0-1 0,0 0 0,1 0 0,0 0 0,10 21 0,-10-27 0,1 0 0,-1 0 0,1-1 0,1 1 0,-1-1 0,1 0 0,0-1 0,1 1 0,-1-1 0,1 0 0,0 0 0,0 0 0,1-1 0,12 6 0,1-1 0,1 0 0,0-1 0,0-2 0,1 0 0,0-1 0,0-1 0,42 2 0,-47-5 44,1 1-1,28 7 1,10 1-1540,-35-8-5330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9:28.5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0 245 24379,'1784'-244'0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8:47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0 271 24575,'5'-3'0,"-1"0"0,0 1 0,1 0 0,0 0 0,-1 0 0,1 0 0,0 1 0,0 0 0,0 0 0,0 0 0,0 0 0,0 1 0,0 0 0,7 1 0,7-2 0,241-15 0,268-22 0,-337 22 0,150-16 0,-2-28 0,-210 31 0,1 6 0,1 6 0,237-1 0,-206 18-1365,-139 0-5461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18:49.6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24575,'5'0'0,"10"0"0,8 0 0,9 0 0,8 0 0,2 0 0,-2 0 0,-3 0 0,-3 0 0,-2 0 0,-3 0 0,-6 0-8191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0:01.2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976 1029 24575,'17'0'0,"15"0"0,-1-1 0,44-7 0,-67 7 0,1-1 0,0 0 0,-1-1 0,0 0 0,0 0 0,0-1 0,0 0 0,0 0 0,-1-1 0,1 0 0,-1 0 0,-1-1 0,10-8 0,-11 6 0,0 1 0,0-1 0,0 0 0,-1 0 0,0-1 0,-1 1 0,0-1 0,0 1 0,2-15 0,-1-2 0,-1-1 0,1-28 0,-4-256 0,-2 133 0,2 168 0,0 1 0,-1-1 0,0 0 0,0 1 0,-1 0 0,0-1 0,-1 1 0,0 0 0,0 0 0,-1 0 0,0 1 0,0-1 0,-1 1 0,-6-8 0,3 6 0,0 1 0,-1 0 0,1 1 0,-2-1 0,1 2 0,-1 0 0,0 0 0,0 0 0,-1 2 0,-13-6 0,-12-3 0,-1 0 0,0 3 0,-1 1 0,0 1 0,-53-2 0,-294 12 0,361 1 0,-1 1 0,1 2 0,-40 13 0,24-6 0,21-6 0,1 1 0,1 1 0,-1 0 0,1 2 0,-25 19 0,0-1 0,34-22 0,1 1 0,-1 0 0,1 0 0,0 1 0,1-1 0,0 2 0,0-1 0,-6 16 0,6-13 0,-3 6 0,0 1 0,2 1 0,1-1 0,0 1 0,1 0 0,1 1 0,-1 23 0,3 147 0,4-112 0,-2-73 0,0 0 0,0 0 0,0 0 0,1 0 0,0 0 0,0 0 0,1 0 0,0 0 0,0 0 0,0-1 0,1 1 0,0-1 0,0 0 0,0 0 0,0 0 0,1 0 0,0 0 0,0-1 0,0 1 0,1-1 0,-1 0 0,1-1 0,0 1 0,0-1 0,1 0 0,7 4 0,32 17 0,-6-3 0,41 16 0,-65-32 0,1 0 0,-1-1 0,1 0 0,-1-1 0,1-1 0,24 1 0,96 8 0,-22 0 0,-43-11-30,-51-1-192,1 0-1,-1 1 1,1 2-1,-1 0 1,31 8-1,-34-5-6603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7:09.0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6866 2048 24575,'-7'-11'0,"-1"0"0,0 1 0,-15-14 0,-6-6 0,-99-101 0,-76-67 0,-535-448-2139,-59 68 1727,675 502 373,-2 6 0,-179-73 0,239 118 88,-1 2-1,-1 4 0,-1 3 1,-1 3-1,0 2 1,-131-2-1,-83 24 2212,-40-1-2191,291-10-69,-49-1 0,0 3 0,-152 25 0,104 4 0,1 6 0,2 5 0,-160 78 0,107-30 0,-257 175 0,85 9 0,290-217 0,2 3 0,-90 120 0,-381 626 0,477-717 0,3 3 0,-39 104 0,67-138 0,3 1 0,2 1 0,3 0 0,-12 115 0,17 593 0,47-346 0,32-3 0,-51-313 0,-12-68 0,2 1 0,1-1 0,2-1 0,1 0 0,2 0 0,2-2 0,37 60 0,41 48 0,116 169 0,23-16 0,-210-272 0,0-1 0,2-1 0,0-1 0,1-1 0,1-1 0,1-1 0,1-2 0,36 14 0,29 6 0,135 31 0,-118-37 0,-47-9 0,-2 2 0,113 59 0,107 85 0,-205-119 0,-19-12 0,122 52 0,-144-73 0,1-3 0,1-1 0,0-1 0,69 7 0,304-11 0,-290-8 0,97-2 0,0-10 0,311-60 0,-110-21 0,-159 34 0,-198 43 0,-1-3 0,113-54 0,-40 14 0,97-26 0,-182 72 0,1 2 0,91-11 0,149 13 0,-24 3 0,-145 0 0,84-9 0,-168 11 0,0-1 0,-1-2 0,51-18 0,-26 4 0,72-30 0,-113 43 0,0-2 0,-2 0 0,1-1 0,-1 0 0,-1-2 0,-1 0 0,0-1 0,0-1 0,24-34 0,-24 26 0,-1-1 0,-1-1 0,-1-1 0,-1 0 0,-2 0 0,16-60 0,7-68 0,-7-2 0,-6-1 0,-1-165 0,-19-332 0,-3 312 0,0 300 0,-3 1 0,-1-1 0,-17-55 0,-3-25 0,17 63 0,-3 0 0,-34-103 0,21 92 0,16 42 0,-2 1 0,-17-36 0,-125-241 0,12 68 0,115 201 0,-1 0 0,-3 2 0,0 1 0,-37-31 0,55 55 44,2-2 0,-15-18 0,-6-7-1541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7:27.7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625 1542 24575,'75'4'0,"1"4"0,139 33 0,-29-4 0,-58-17 0,222 6 0,-186-25 0,174-5 0,-288-2 0,0-2 0,92-28 0,-62 15 0,79-23 0,106-24 0,-204 56 0,1 2 0,84-2 0,-73 6 0,-1-3 0,83-20 0,-106 18 0,126-11 0,-137 18 0,-8 0 0,0-3 0,-1 0 0,52-21 0,-18 6 0,-51 18 0,0-2 0,0 1 0,-1-2 0,1 1 0,-1-2 0,-1 1 0,1-2 0,-1 1 0,-1-1 0,0-1 0,0 0 0,0 0 0,-2-1 0,8-11 0,9-20 0,-2-1 0,24-69 0,-26 63 0,3-13 0,-2 0 0,25-126 0,-38 150 0,-6 32 0,0 0 0,0 0 0,-1-1 0,0 1 0,0 0 0,0-1 0,-1 1 0,0 0 0,-1-1 0,1 1 0,-1 0 0,0-1 0,-1 1 0,-1-6 0,-2 2 0,-1 0 0,0 0 0,0 1 0,-1 0 0,0 0 0,0 1 0,-1 0 0,0 0 0,0 0 0,-1 1 0,-11-6 0,-17-11 0,-59-27 0,75 40 0,-7-2 0,-1 0 0,0 2 0,-1 1 0,0 1 0,-41-6 0,-190-33 0,216 41 0,-25-4 0,-100-3 0,-96 1 0,-26-1 0,99 16 0,-205-3 0,253-12 0,-12 0 0,-266-26 0,261 20 0,-505-5 0,649 25 0,0 0 0,0 1 0,1 1 0,-1 1 0,1 1 0,0 0 0,0 1 0,1 1 0,-32 17 0,5-3 0,33-17 0,0 0 0,1 1 0,0 0 0,0 1 0,0 0 0,0 0 0,1 1 0,-12 11 0,-14 27 0,2 1 0,3 1 0,-38 81 0,37-71 0,16-32 0,2 1 0,0 1 0,2 0 0,0 0 0,2 1 0,1 0 0,2 0 0,0 0 0,0 45 0,7 314 0,-2-380 0,0-1 0,1 1 0,-1 0 0,1 0 0,1 0 0,-1 0 0,1-1 0,1 1 0,-1-1 0,1 0 0,0 1 0,0-1 0,1 0 0,6 7 0,-4-6 0,0-2 0,0 1 0,0-1 0,1 0 0,0 0 0,0 0 0,0-1 0,1 0 0,0-1 0,11 4 0,9 0 0,1-1 0,1-1 0,-1-1 0,0-2 0,47-2 0,-55 1 0,1 1 0,40 9 0,-37-6 0,45 3 0,-40-8-110,-17 0 189,1 0 0,22 3 0,-32-2-179,-1-1 1,1 1-1,-1 0 1,1 1 0,0-1-1,-1 1 1,0-1-1,1 1 1,-1 0-1,0 0 1,0 1-1,0-1 1,0 1-1,2 2 1,7 12-6727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7:46.9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24575,'0'1'0,"1"0"0,-1 0 0,1 0 0,-1 0 0,1 1 0,0-1 0,0 0 0,-1 0 0,1 0 0,0 0 0,0-1 0,0 1 0,0 0 0,0 0 0,0 0 0,0-1 0,0 1 0,0 0 0,0-1 0,1 1 0,-1-1 0,0 0 0,0 1 0,1-1 0,-1 0 0,0 0 0,2 1 0,42 4 0,-40-5 0,351 3 0,-181-6 0,-66 5 0,-33 1 0,126-13 0,-138-3 0,-1-1 0,66-26 0,-27 7 0,-87 29 0,6-3 0,0 1 0,0 2 0,0 0 0,40-3 0,567 8 0,-259 0 0,-341 0 0,0 2 0,30 7 0,-27-5 0,44 3 0,86-8-1365,-138 0-5461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7:48.1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24575,'566'0'-1365,"-541"0"-5461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7:50.3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81 23839,'1244'-81'0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12.8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602 1302 24575,'1'1'0,"-1"0"0,1 0 0,-1 0 0,1 1 0,0-1 0,0 0 0,-1 0 0,1 0 0,0 0 0,0 0 0,0-1 0,0 1 0,0 0 0,0 0 0,0-1 0,0 1 0,1 0 0,-1-1 0,0 1 0,0-1 0,0 0 0,1 1 0,-1-1 0,0 0 0,2 0 0,3 3 0,389 110 0,-362-105 0,3 2 0,166 38 0,-158-41 0,-1-1 0,77 1 0,-90-6 0,56 9 0,-52-5 0,36 1 0,506-5 0,-275-3 0,-261-1 0,0-1 0,0-3 0,0-1 0,47-17 0,44-8 0,-123 31 0,1-1 0,-1 0 0,0 0 0,0-1 0,0 0 0,0-1 0,-1 1 0,0-2 0,10-7 0,14-10 0,18-20 0,-28 21 0,-7 7 0,-1-1 0,0 0 0,-1-1 0,-2 0 0,1-1 0,-2 0 0,12-31 0,-7 17 0,23-39 0,-18 40 0,-1 0 0,-2-2 0,22-63 0,-25 59 0,-3-1 0,0 0 0,-3 0 0,-1-1 0,0-40 0,-5 71 0,-1 1 0,0-1 0,0 0 0,-1 0 0,0 0 0,-1 0 0,1 0 0,-1 1 0,-1-1 0,0 1 0,0 0 0,0-1 0,-1 1 0,0 0 0,0 1 0,0-1 0,-1 1 0,0 0 0,-12-11 0,-8-5 0,-2 1 0,0 2 0,-1 0 0,-1 2 0,-1 1 0,0 1 0,-1 2 0,-38-12 0,14 10 0,-1 2 0,0 3 0,-114-7 0,-413-20 0,271 16 0,-347-56 0,0 1 0,197 66 0,457 10 0,1 0 0,-1 0 0,0 0 0,0 1 0,1 0 0,-1 0 0,0 0 0,1 0 0,-1 1 0,1 0 0,-1 0 0,1 0 0,-6 4 0,8-3 0,-1 0 0,0 0 0,1 1 0,0-1 0,0 1 0,0-1 0,0 1 0,0-1 0,1 1 0,0 0 0,0 0 0,0 0 0,0 0 0,0 0 0,1 7 0,-3 48 0,6 91 0,1-48 0,-5-17 0,4 66 0,3-110 0,1-1 0,3 1 0,18 46 0,12 53 0,-30-78 0,-8-46 0,0 1 0,2-1 0,-1 0 0,2-1 0,0 1 0,1-1 0,0 0 0,11 17 0,0-8 0,1-1 0,1 0 0,1-1 0,25 20 0,-5-8 0,62 39 0,-87-63 0,1 0 0,0-1 0,0-1 0,1 0 0,0-1 0,0-1 0,1-1 0,-1-1 0,1 0 0,0-1 0,0-1 0,20 0 0,228-5-1365,-243 3-5461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14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24575,'11'1'0,"1"0"0,-1 1 0,0 0 0,12 4 0,17 4 0,110 8 0,173 0 0,141 17 0,-461-35 0,21 5 0,0-1 0,0-1 0,0-1 0,0-1 0,0-1 0,0-1 0,33-7 0,89-36 117,2-2-1599,-125 41-5344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16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24575,'5'0'0,"6"0"0,5 0 0,5 0 0,9-4 0,2-2 0,7-5 0,4 0 0,1 2 0,-4-2 0,-3 1 0,-4 1 0,-2 4 0,-7 1-8191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19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1330 24575,'149'2'0,"213"-9"0,-339 5 0,0-2 0,0 0 0,0-1 0,0-1 0,30-14 0,-43 16 0,-1-1 0,0 0 0,0 0 0,-1-1 0,1 0 0,-1 0 0,-1-1 0,1 0 0,-1-1 0,-1 1 0,1-1 0,-1-1 0,0 1 0,7-17 0,0-7 0,-1-1 0,-1 0 0,-2-1 0,-2 1 0,6-58 0,-9 22 0,-9-129 0,3 171 0,-1 0 0,-2 0 0,-8-27 0,10 42 0,-2 0 0,1 0 0,-2 1 0,1-1 0,-2 1 0,1 1 0,-1-1 0,-17-17 0,11 14 0,-21-22 0,-1 2 0,-2 1 0,-41-28 0,43 35 0,25 18 0,0 0 0,0 1 0,-22-11 0,-234-102 0,244 114 0,0 0 0,0 1 0,-1 1 0,1 2 0,-1 0 0,0 1 0,-40 4 0,13-2 0,41 0 0,0-1 0,1 1 0,-1 1 0,0 0 0,1 0 0,-1 0 0,1 1 0,0 0 0,0 1 0,0 0 0,0 0 0,1 1 0,-1 0 0,1 0 0,0 1 0,1 0 0,-1 0 0,1 0 0,1 1 0,-8 10 0,-1 5 0,1 0 0,2 1 0,0 1 0,1 0 0,-11 42 0,-11 23 0,21-62 0,1 1 0,-13 56 0,-26 129 0,44-173 0,2 1 0,2 0 0,6 69 0,-4-100 0,1 1 0,1 0 0,-1-1 0,2 0 0,-1 0 0,1 0 0,1 0 0,0 0 0,0-1 0,1 0 0,0 0 0,13 13 0,6 4 0,1-1 0,42 30 0,-20-17 0,-35-29 0,0-1 0,1 0 0,0 0 0,25 9 0,-21-10 0,1 2 0,19 12 0,-18-8-1365,-2-2-5461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21.9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892 1492 24575,'18'-1'0,"-1"-1"0,0-1 0,0 0 0,0-2 0,0 0 0,-1 0 0,1-2 0,-1 0 0,-1-1 0,0 0 0,0-1 0,0-1 0,-1 0 0,14-15 0,5-5 0,-2-1 0,-1-2 0,-2-1 0,34-53 0,-52 72 0,0 0 0,-1 0 0,-1-1 0,0 0 0,-1 0 0,-1-1 0,0 0 0,-2 0 0,0 0 0,0-1 0,-2 1 0,1-35 0,-7-401 0,4 443 0,-1 1 0,1-1 0,-2 1 0,1-1 0,-1 1 0,-1 0 0,0 0 0,0 0 0,0 0 0,-8-13 0,4 12 0,-1 0 0,1 0 0,-2 0 0,1 1 0,-1 1 0,0-1 0,-16-10 0,-56-35 0,-2 4 0,-111-50 0,166 88 0,0 1 0,0 2 0,0 0 0,-1 2 0,-1 1 0,1 2 0,-1 1 0,0 1 0,-51 3 0,58 0 0,-52 2 0,-104 18 0,155-16 0,0 0 0,1 2 0,0 1 0,0 0 0,1 2 0,0 1 0,1 0 0,-31 23 0,47-30 0,0 0 0,1 1 0,0 0 0,-1 0 0,2 0 0,-1 1 0,1-1 0,-1 1 0,1 0 0,1 0 0,-1 0 0,-2 10 0,-1 9 0,-5 48 0,7-44 0,-6 79 0,6 152 0,4-169 0,1-71 0,1-1 0,0 1 0,2-1 0,0 0 0,1 0 0,0 0 0,2-1 0,1 0 0,9 19 0,-5-16 0,1-1 0,1 0 0,0 0 0,1-2 0,1 1 0,37 30 0,-24-26 0,2 0 0,0-2 0,1-2 0,1-1 0,1-1 0,1-2 0,0-1 0,57 14 0,-1-3 33,-43-10-732,54 8 0,-79-19-6127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25.8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0 137 24575,'1'-1'0,"0"-1"0,-1 1 0,1 0 0,0 0 0,0-1 0,0 1 0,0 0 0,0 0 0,0 0 0,0 0 0,0 0 0,0 0 0,1 1 0,-1-1 0,0 0 0,0 1 0,3-2 0,2-2 0,9-5 0,0 1 0,1 0 0,0 1 0,0 1 0,0 0 0,1 1 0,0 1 0,0 0 0,27-1 0,17-6 0,-41 6 0,37-2 0,-31 4 0,38-8 0,-40 6 0,0 1 0,26-1 0,-24 5-1365,-3 0-5461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38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1 431 24575,'20'-1'0,"1"0"0,0-2 0,-1-1 0,35-10 0,76-37 0,-113 43 0,0-2 0,-1 0 0,0-2 0,-1 1 0,20-20 0,-27 25 0,0 0 0,1 1 0,-1 0 0,1 1 0,0 0 0,0 0 0,1 1 0,12-2 0,12-4 0,142-50 0,-174 58 0,-1 1 0,1-1 0,-1 0 0,1 0 0,-1 0 0,1 0 0,-1-1 0,0 1 0,1-1 0,-1 1 0,0-1 0,0 0 0,0 0 0,2-2 0,-3 2 0,-1 1 0,0 0 0,1-1 0,-1 1 0,0-1 0,0 1 0,0 0 0,0-1 0,0 1 0,0-1 0,0 1 0,0 0 0,-1-1 0,1 1 0,0 0 0,-1-1 0,1 1 0,-1 0 0,0 0 0,1-1 0,-1 1 0,0 0 0,0 0 0,1 0 0,-1 0 0,0 0 0,0 0 0,-3-2 0,-4-4 0,0 0 0,-1 0 0,0 1 0,0 0 0,0 0 0,-1 1 0,0 0 0,-19-6 0,-93-20 0,64 18 0,133 20 0,141 28 0,-202-32 0,100 25 0,-101-23 0,-1-1 0,0 2 0,1-1 0,-2 2 0,1 0 0,17 13 0,-25-16 0,-1 0 0,1 0 0,-1 0 0,0 0 0,0 1 0,-1-1 0,1 1 0,-1 0 0,0 0 0,0 0 0,0 0 0,-1 0 0,0 0 0,0 0 0,0 9 0,1 9 0,-2 1 0,-3 29 0,0-16 0,2 21-1365,0-34-5461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41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24575,'276'-16'0,"198"3"0,-305 15 0,-150-3 0,0-1 0,32-7 0,22-3 0,46 10 0,-76 2 0,0-1 0,63-10 0,-21 0 0,0 3 0,165 8 0,-113 2 0,-4-2-1365,-108 0-5461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44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0 111 24575,'1129'0'0,"-920"-15"0,-107 5 0,192-30 0,-185 22 0,215-9 0,-223 26 0,91 4 0,-112 14-1365,-56-12-5461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49.4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544 1002 24575,'707'0'0,"-648"3"0,65 11 0,-62-6 0,96 15 0,-55-7 0,131 3 0,-92-7 0,-9 1 0,294-11 0,-215-4 0,-182 0 0,0-2 0,0-1 0,0-1 0,-1-2 0,1 0 0,33-17 0,13-2 0,-12 5 0,114-33 0,-64 27 0,151-27 0,-261 54 0,1 0 0,0 0 0,0-1 0,0 1 0,-1-1 0,1 0 0,-1 0 0,0 0 0,1-1 0,-1 1 0,0-1 0,0 0 0,-1-1 0,1 1 0,-1-1 0,1 1 0,-1-1 0,0 0 0,0 0 0,-1 0 0,1-1 0,-1 1 0,0 0 0,0-1 0,-1 0 0,1 1 0,0-9 0,3-11 0,-2-1 0,0 0 0,-2 1 0,-2-33 0,0 28 0,2 3 0,-1 8 0,0 0 0,-4-29 0,4 43 0,-1 0 0,1 0 0,-1 1 0,-1-1 0,1 0 0,0 1 0,-1-1 0,0 1 0,1-1 0,-1 1 0,-1 0 0,1 0 0,0 0 0,-1 0 0,0 0 0,1 1 0,-1-1 0,-4-2 0,-26-12 0,-2 1 0,0 2 0,-40-11 0,19 7 0,-79-38 0,93 37 0,-1 1 0,-61-17 0,-85-27 0,159 53 0,-1 1 0,1 1 0,-53-3 0,42 5 0,-75-5 0,-171 9 0,132 3 0,-24 0 0,-209-5 0,201-13 0,77 5 0,-148-17 0,175 16 0,39 6 0,-51-2 0,-482 7 0,270 2 0,303-1 0,-1 1 0,0-1 0,0 1 0,1 0 0,-1 0 0,1 0 0,-1 0 0,1 1 0,-1 0 0,1 0 0,0 0 0,0 1 0,0-1 0,0 1 0,0 0 0,1 0 0,-1 0 0,1 0 0,0 1 0,0 0 0,0-1 0,0 1 0,1 0 0,0 0 0,-1 1 0,-1 5 0,-4 12 0,1 0 0,1 1 0,1 0 0,-2 30 0,-3 5 0,3-6 0,1 0 0,3 0 0,4 65 0,0-39 0,-1-74 0,0 1 0,1-1 0,-1 1 0,1 0 0,-1-1 0,1 1 0,1-1 0,-1 1 0,1-1 0,-1 0 0,1 1 0,1-1 0,-1 0 0,0 0 0,1-1 0,4 5 0,-3-4 0,0-1 0,0 0 0,1 0 0,-1 0 0,1 0 0,0-1 0,0 0 0,0 0 0,0 0 0,0-1 0,0 0 0,0 0 0,0 0 0,6 0 0,58 1 0,-46-2 0,0 1 0,30 5 0,105 31 0,-72-15 0,21 0-1365,-84-16-5461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29:55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1352 24575,'21'-19'0,"2"1"0,38-24 0,0-1 0,253-210 0,12-8 0,-275 224 0,3 3 0,0 2 0,66-27 0,15-13 0,-38 19 0,156-81 0,-230 119 0,-1-1 0,0-2 0,-1 0 0,-1-1 0,29-35 0,-23 27 0,-25 25 0,1 1 0,-1-1 0,1 1 0,-1-1 0,1 1 0,-1-1 0,0 0 0,0 0 0,0 1 0,0-1 0,0 0 0,0 0 0,-1 0 0,1 0 0,0 0 0,-1 0 0,0-1 0,1 1 0,-1 0 0,0 0 0,0 0 0,0 0 0,-1 0 0,1 0 0,0 0 0,-1 0 0,1 0 0,-1-1 0,-1-1 0,0 1 0,-1 0 0,1 1 0,-1-1 0,0 1 0,0-1 0,0 1 0,0 0 0,0 0 0,0 0 0,0 0 0,-1 1 0,1-1 0,-1 1 0,1 0 0,-8-1 0,-52-12 0,-91-6 0,382 21 0,-223 0 0,0 0 0,-1 0 0,1 0 0,0 0 0,-1 1 0,0 0 0,1-1 0,-1 2 0,0-1 0,0 0 0,0 1 0,0 0 0,0 0 0,-1 0 0,0 1 0,1-1 0,-1 1 0,0-1 0,0 1 0,-1 0 0,1 0 0,-1 1 0,0-1 0,0 0 0,2 9 0,1 6 0,0-1 0,-1 1 0,-1 0 0,-1 0 0,0 23 0,1-4 0,7 40 0,-4-41 0,2 52 0,-8-36-1365,-1-29-5461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11.2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0 243 24575,'131'1'0,"226"31"0,-170 0 0,155 22 0,-246-43 0,154-4 0,-225-9 0,0-1 0,0-1 0,-1-1 0,0-2 0,0 0 0,33-15 0,195-70 0,-114 43 0,-59 27 0,8-4 0,-85 26 0,-1 0 0,0 0 0,1-1 0,-1 1 0,0-1 0,1 1 0,-1-1 0,0 0 0,0 1 0,0-1 0,0 0 0,0 0 0,0 0 0,0 0 0,0 0 0,0 0 0,0 0 0,0 0 0,-1 0 0,1 0 0,0 0 0,-1-1 0,1 1 0,-1 0 0,1 0 0,-1-1 0,0 1 0,1 0 0,-1-1 0,0 1 0,0 0 0,0-1 0,0 1 0,0-1 0,0 1 0,-1 0 0,1-1 0,0 1 0,-1 0 0,1 0 0,-1-1 0,1 1 0,-1 0 0,0 0 0,1 0 0,-2-2 0,-2-2 0,0 0 0,0 1 0,0-1 0,0 1 0,-1 0 0,1 0 0,-1 1 0,0-1 0,-8-3 0,-28-6 0,35 12 0,0 0 0,1 0 0,-1-1 0,1 0 0,-1 0 0,1-1 0,-10-5 0,15 8 0,0 0 0,0 0 0,0 0 0,0 0 0,0 0 0,-1-1 0,1 1 0,0 0 0,0 0 0,0 0 0,0 0 0,0 0 0,0 0 0,0 0 0,0 0 0,0-1 0,0 1 0,0 0 0,0 0 0,0 0 0,0 0 0,0 0 0,0 0 0,0 0 0,0-1 0,0 1 0,0 0 0,0 0 0,0 0 0,0 0 0,0 0 0,0 0 0,0-1 0,0 1 0,0 0 0,0 0 0,0 0 0,0 0 0,0 0 0,0 0 0,0 0 0,0 0 0,1-1 0,-1 1 0,0 0 0,0 0 0,0 0 0,0 0 0,0 0 0,0 0 0,0 0 0,0 0 0,1 0 0,10-4 0,13 1 0,-9 3 0,-1 1 0,1 0 0,0 1 0,-1 1 0,1 0 0,-1 1 0,0 1 0,0 0 0,-1 1 0,1 0 0,-1 1 0,-1 1 0,1 0 0,22 19 0,-32-23 0,1-1 0,-1 1 0,1 0 0,-1 1 0,0-1 0,-1 0 0,1 1 0,-1 0 0,0-1 0,0 1 0,0 0 0,-1 0 0,1 0 0,-1 0 0,0 7 0,1 10 0,-1 0 0,-3 30 0,1-19 0,-1 57-1365,2-55-5461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15.7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24575,'0'-1'0,"1"-1"0,-1 1 0,1-1 0,-1 1 0,1-1 0,0 1 0,0-1 0,-1 1 0,1 0 0,0 0 0,0-1 0,1 1 0,-1 0 0,0 0 0,0 0 0,0 0 0,1 0 0,2-1 0,29-16 0,-28 16 0,12-5 0,-1 0 0,1 2 0,1 0 0,-1 1 0,1 0 0,22 0 0,109 2 0,-92 3 0,-43 0 0,-1 1 0,1 0 0,0 0 0,-1 2 0,24 8 0,62 32 0,-34-16 0,1-4 0,0-2 0,99 18 0,-116-33 0,0-2 0,-1-2 0,81-6 0,-25 1 0,-1 1 0,276 12 0,351 8 0,-484-21 0,486 2 0,-705-2 43,0-1 0,31-6 0,-28 3-790,42-2 0,-49 8-6079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31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0 24575,'0'35'0,"-1"4"0,2 0 0,1 0 0,13 65 0,-3-55 0,-2 0 0,-3 1 0,3 88 0,-10-85-1365,-1-29-5461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33.2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24575,'0'542'-1365,"0"-519"-5461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40.8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24575,'5'0'0,"5"0"0,7 0 0,4 0 0,4 0 0,1 0 0,2 0 0,-4 0-8191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45.3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1 516 24575,'29'-1'0,"1"-2"0,-1 0 0,0-2 0,32-9 0,108-44 0,-129 39 0,0-1 0,-2-2 0,0-2 0,-1-1 0,57-51 0,-58 48 0,1 2 0,1 2 0,1 1 0,71-29 0,-108 51 0,0 0 0,1 0 0,-1-1 0,1 1 0,-1 0 0,0-1 0,0 1 0,0-1 0,0 0 0,0 1 0,0-1 0,-1 0 0,1 0 0,0-1 0,1-3 0,-3 5 0,1 0 0,-1 0 0,0-1 0,0 1 0,-1 0 0,1-1 0,0 1 0,0 0 0,-1 0 0,1 0 0,-1-1 0,1 1 0,-1 0 0,1 0 0,-1 0 0,0 0 0,1 0 0,-1 0 0,0 0 0,0 0 0,0 0 0,0 0 0,0 0 0,0 1 0,0-1 0,0 0 0,0 1 0,0-1 0,0 0 0,0 1 0,-1 0 0,-1-1 0,-18-7 0,-1 2 0,0 1 0,0 0 0,-34-1 0,54 6 0,41 0 0,0 3 0,50 9 0,-76-9 0,0 0 0,0 0 0,-1 2 0,1 0 0,-1 0 0,0 1 0,-1 0 0,1 1 0,-1 0 0,18 17 0,-25-20 0,-1 0 0,0 0 0,0 1 0,0-1 0,-1 1 0,0-1 0,0 1 0,0 0 0,0 0 0,-1 0 0,1 0 0,-1 0 0,0 8 0,1 10 0,-3 41 0,0-35 0,0 6-1365,1-5-5461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48.3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1 109 24032,'1459'-108'0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51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21389,'1783'0'0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3:58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21389,'1108'0'0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00.8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24575,'5'0'0,"5"0"0,7 0 0,9 0 0,9 0 0,8 0 0,2 0 0,-3 0 0,-8 0-8191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04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24575,'1'3'0,"0"0"0,0 0 0,0 0 0,0-1 0,1 1 0,-1 0 0,1 0 0,0-1 0,0 1 0,0-1 0,0 1 0,3 2 0,5 6 0,55 71 0,125 120 0,-164-174 0,-24-25 0,1 1 0,-1-1 0,1 1 0,0-1 0,1 0 0,-1 0 0,0-1 0,1 1 0,0-1 0,0 1 0,-1-1 0,1 0 0,0 0 0,1-1 0,-1 1 0,0-1 0,7 1 0,42 1 0,89-5 0,-40-1 0,50 5 0,148-4 0,-267-2 0,0-2 0,43-11 0,-47 9 0,1 1 0,-1 2 0,43-3 0,3 3 0,0-3 0,89-23 0,29-3 0,-51 10 0,-75 12 0,1 2 0,93-1 0,-88 10 0,98-13 0,-81 1-8,89-10-1349,-154 21-5469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19.8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24575,'1'9'0,"1"1"0,0-1 0,1 0 0,0 0 0,0 0 0,1 0 0,0-1 0,0 1 0,7 7 0,1 5 0,-12-20 0,16 30 0,2 0 0,1 0 0,24 29 0,-37-53 0,1 1 0,-1-2 0,1 1 0,1-1 0,-1 0 0,1 0 0,0-1 0,0 0 0,1 0 0,-1-1 0,1 0 0,0 0 0,0-1 0,0-1 0,1 1 0,16 1 0,136-6 0,-67-2 0,-33 0 0,0-3 0,96-23 0,-93 16 0,1 2 0,68-3 0,293 14 0,-199 4 0,-170-2-81,-34 0-133,0 0 0,0-2 0,1 0 0,-1-2 0,28-6 0,-34 3-6612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27.6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1 376 24575,'10'-1'0,"1"-1"0,-1-1 0,0 0 0,0 0 0,0-1 0,0 0 0,-1 0 0,1-1 0,16-12 0,36-17 0,221-81 0,-246 103 0,-22 8 0,0 0 0,0-2 0,-1 1 0,20-12 0,-32 16 0,0 0 0,0 0 0,0-1 0,0 1 0,0-1 0,0 0 0,0 1 0,0-1 0,0 0 0,-1 0 0,1 0 0,-1 0 0,0-1 0,0 1 0,1 0 0,-1 0 0,-1-1 0,1 1 0,0-1 0,0 1 0,-1-1 0,0 1 0,1-1 0,-1 1 0,0-1 0,0 1 0,0-1 0,-1 1 0,1-1 0,-1 1 0,1-1 0,-2-3 0,0 3 0,1 1 0,-1-1 0,1 1 0,-1-1 0,0 1 0,1 0 0,-1 0 0,-1 0 0,1 0 0,0 0 0,0 0 0,-1 1 0,1-1 0,-1 1 0,1-1 0,-5 0 0,-48-15 0,31 10 0,76 8 0,-39 2 0,-1 0 0,0 1 0,-1 1 0,1 0 0,-1 0 0,0 1 0,15 10 0,-21-12 0,1 0 0,-1 0 0,0 1 0,0-1 0,-1 1 0,0 0 0,1 1 0,-2-1 0,1 1 0,-1-1 0,1 1 0,-2 0 0,1 0 0,-1 1 0,3 10 0,0 26-7,-2 1-1,-5 75 0,-1-42-1334,3-49-5484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40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0 545 24575,'40'0'0,"87"-3"0,-111 1 0,0-1 0,0 0 0,0-1 0,-1 0 0,28-13 0,-12 4 0,0 2 0,56-12 0,33-12 0,-65 20 0,-41 11 0,1 1 0,19-9 0,148-62 0,-94 39 0,-83 34 0,-1-1 0,0 0 0,0-1 0,0 1 0,0-1 0,-1 1 0,7-7 0,-9 8 0,0 0 0,0-1 0,0 1 0,0 0 0,0 0 0,-1 0 0,1 0 0,0-1 0,-1 1 0,1 0 0,-1-1 0,1 1 0,-1-1 0,0 1 0,0 0 0,0-1 0,1 1 0,-1-1 0,0 1 0,-1 0 0,1-1 0,0 1 0,0-1 0,-1 1 0,1 0 0,-1-1 0,1 1 0,-1 0 0,0-2 0,-5-6 0,0 1 0,0 1 0,-1 0 0,1-1 0,-2 2 0,-11-10 0,-54-33 0,62 42 0,-124-74 0,134 81 0,0 0 0,0-1 0,1 1 0,-1 0 0,0-1 0,1 1 0,-1-1 0,0 1 0,1-1 0,-1 1 0,1-1 0,-1 0 0,1 1 0,-1-1 0,1 0 0,-1 1 0,1-1 0,0 0 0,-1 1 0,1-1 0,0-1 0,0 2 0,0-1 0,1 1 0,-1-1 0,0 1 0,1 0 0,-1-1 0,0 1 0,1 0 0,-1-1 0,1 1 0,-1 0 0,1-1 0,-1 1 0,0 0 0,1 0 0,-1 0 0,1-1 0,-1 1 0,1 0 0,0 0 0,-1 0 0,2 0 0,38-1 0,-13 4 0,-1 2 0,1 1 0,47 17 0,-39-11 0,-13-4 0,-1 2 0,0 1 0,-1 1 0,0 0 0,0 1 0,19 19 0,20 12 0,-55-41 0,0 0 0,0 0 0,0 0 0,-1 0 0,1 1 0,-1 0 0,0 0 0,0 0 0,0 0 0,0 0 0,-1 0 0,0 1 0,1-1 0,-2 1 0,1-1 0,0 1 0,-1 0 0,0 0 0,0 0 0,-1 0 0,1 9 0,2 30 60,-4 65 0,-1-91-272,0-1 0,-1 0 0,0 0-1,-2 0 1,0-1 0,-13 31 0,10-32-6614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42.6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0 379 24575,'194'1'0,"214"-3"0,-208-11 0,39-1 0,115 16 0,217-4 0,10-53 0,-6-45 0,-396 71 0,194-5 0,-225 25 0,228-8 0,364 40 0,-409 16 0,383 28 0,258-57 0,-548-40 0,-3-28 0,76-8 0,-479 64 0,716-61 0,-379 38-1365,-314 23-5461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56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23706,'1243'28'0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4:58.9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5:01.5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21389,'1999'0'0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5:08.0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21389,'946'0'0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35:11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24575,'2838'0'-1365,"-2815"0"-5461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16.8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24575,'3813'0'-1365,"-3790"0"-5461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19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165 892 24421,'-53'-892'0,"-58"1152"0,222-520 0,30 504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22.9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23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24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25.7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27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30.6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24503,'0'1411'0,"1063"-1411"0,-1063-1411 0,-1063 1411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34.3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 82 24575,'-35'0'0,"28"0"0,24 0 0,361 0 0,-353-2 0,0-1 0,0 0 0,34-11 0,11-2 0,210-25-1365,-253 39-5461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36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0 24575,'1'4'0,"0"-1"0,0 0 0,0 0 0,1 0 0,-1 0 0,1 0 0,-1 0 0,1-1 0,0 1 0,0-1 0,5 5 0,11 19 0,-14-14 0,0-1 0,-1 2 0,-1-1 0,0 0 0,1 24 0,-5 67 0,-1-40 0,3-61 0,0 24 0,-5 38 0,4-57 0,-1 0 0,1 0 0,-1 0 0,0-1 0,-1 1 0,0-1 0,0 1 0,0-1 0,0 0 0,-9 10 0,-12 15-1365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41.6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24575,'5'0'0,"6"0"0,10 0 0,7 0 0,2 0 0,1 0 0,1 5 0,-2 2 0,-1-1 0,0-2 0,-2 0 0,1-2 0,-1-1 0,0 0 0,-5-1-8191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42.1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44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1 165 24575,'774'0'0,"-736"-2"0,-1-2 0,0-2 0,62-17 0,-27 6 0,13-8 0,-62 17 0,-1 2 0,2 0 0,-1 1 0,32-2 0,106-6 0,48-1 0,108 0 0,-36 1 0,-222 12 0,143 4 0,-184 0-26,0 1 0,0 1 0,0 0 0,-1 2 0,21 10 0,-4-3-1183,-13-5-5617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45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24575,'866'0'-1365,"-843"0"-5461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47.7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1:49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0 165 24575,'5'-1'0,"0"1"0,0-1 0,0 0 0,0 0 0,0-1 0,4-2 0,17-3 0,569-77 0,-537 77 0,68-19 0,-94 17 0,1 2 0,0 1 0,34-1 0,316 6 93,-174 3-1551,-187-2-5368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26.6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1 812 24575,'226'-118'0,"145"-73"0,-243 128 0,211-91 0,-305 139 0,46-27 0,-8 4 0,241-86 0,-308 122 0,1 1 0,-1-1 0,0-1 0,0 1 0,6-5 0,-10 7 0,-1 0 0,1-1 0,-1 1 0,0-1 0,1 1 0,-1 0 0,1-1 0,-1 1 0,0-1 0,1 1 0,-1-1 0,0 0 0,1 1 0,-1-1 0,0 1 0,0-1 0,0 1 0,1-1 0,-1 0 0,0 1 0,0-1 0,0-1 0,-1 1 0,1 0 0,-1 0 0,1 0 0,-1 0 0,1 0 0,-1 0 0,0 0 0,0 0 0,1 1 0,-1-1 0,0 0 0,0 0 0,0 1 0,0-1 0,0 0 0,0 1 0,-1-1 0,-9-4 0,-1 1 0,0 1 0,1 0 0,-1 0 0,0 2 0,-1-1 0,-17 1 0,-34 2 0,69-1 0,0 0 0,0 0 0,0 1 0,0 0 0,0 0 0,0 0 0,0 0 0,0 1 0,-1 0 0,1 0 0,-1 0 0,6 4 0,-7-4 0,0 1 0,0 0 0,-1-1 0,1 1 0,-1 0 0,0 1 0,0-1 0,0 0 0,0 1 0,0-1 0,-1 1 0,0-1 0,1 1 0,-2 0 0,1 0 0,0-1 0,0 7 0,0 11 20,0 1 0,-2-1 0,0 0 0,-2 1 0,-8 37 0,-41 102-1505,43-139-5341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30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 24575,'92'-2'0,"-1"-3"0,143-29 0,-119 8 0,-65 13 0,0 3 0,95-9 0,168 22 0,-256 3 0,0 3 0,59 18 0,-35-8 0,19 0 0,131 10 0,-184-25 0,0 2 0,-1 3 0,0 1 0,86 32 0,-84-26 0,1-3 0,94 13 0,-58-12 0,242 40 0,-220-42 0,117-2 0,399-12 0,-593 2 0,-1-2 0,0-1 0,0-2 0,0 0 0,49-17 0,-40 7 0,0-1 0,-2-2 0,55-36 0,-19 6 0,-20 12 0,2 2 0,2 2 0,89-38 0,-128 64-455,1 1 0,19-2 0,-8 3-6371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33.1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23513,'2487'135'0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34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24575,'85'4'0,"115"20"0,-46-4 0,542 18 0,5-40 0,-249-1 0,-303 3-1365,-125 0-5461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37.6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0 979 24575,'10'-1'0,"0"0"0,0-1 0,0 0 0,0-1 0,-1 0 0,1 0 0,14-9 0,-7 5 0,390-200 0,-118 54 0,-88 59 0,4 8 0,4 9 0,3 10 0,233-43 0,-394 103 0,-38 6 0,0-1 0,0 0 0,0-1 0,14-5 0,-26 8 0,0 0 0,-1 0 0,1 0 0,-1 0 0,1 0 0,-1 0 0,1 0 0,0-1 0,-1 1 0,1 0 0,-1 0 0,1-1 0,-1 1 0,1 0 0,-1-1 0,0 1 0,1 0 0,-1-1 0,1 1 0,-1-1 0,0 1 0,1-1 0,-1 1 0,0-1 0,0 1 0,1-1 0,-1 1 0,0-1 0,0 1 0,0-1 0,1 1 0,-1-1 0,0 1 0,0-1 0,0 0 0,0 1 0,0-1 0,0 1 0,0-1 0,0 1 0,-1-1 0,1 0 0,0 1 0,0-1 0,0 1 0,-1-1 0,1 1 0,0-1 0,0 1 0,-1-1 0,1 1 0,-1-1 0,1 1 0,0 0 0,-1-1 0,1 1 0,-1 0 0,1-1 0,-1 1 0,1 0 0,-1-1 0,1 1 0,-1 0 0,0-1 0,-39-18 0,-140-30 0,65 21 0,159 25 0,9 2 0,-30 0 0,-1 1 0,0 0 0,0 2 0,36 7 0,-55-9 0,-1 1 0,1 1 0,0-1 0,0 0 0,-1 1 0,1-1 0,-1 1 0,0 0 0,1 0 0,-1 0 0,0 0 0,0 0 0,0 1 0,0-1 0,-1 0 0,1 1 0,0 0 0,-1-1 0,0 1 0,0 0 0,0 0 0,0-1 0,0 1 0,0 0 0,0 6 0,0 7 0,0-1 0,-1 0 0,-4 31 0,1-16 0,-1 161-1365,4-168-5461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42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24575,'1598'0'0,"-1380"14"131,-64-1-1627,-124-12-5330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44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 22968,'1164'0'0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47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1 652 24575,'36'-1'0,"0"-2"0,0-2 0,0-1 0,0-2 0,47-17 0,-2-5 0,83-44 0,-20-3 0,48-21 0,-24 27 0,-158 67 0,31-14 0,-38 17 0,-1-1 0,1 1 0,-1-1 0,0 1 0,0-1 0,1 0 0,-1 0 0,0 0 0,-1 0 0,1 0 0,0 0 0,1-3 0,-3 4 0,1 0 0,-1 0 0,0 0 0,0 0 0,0 0 0,0 0 0,0 0 0,0 0 0,-1-1 0,1 1 0,0 0 0,0 0 0,-1 0 0,1 0 0,-1 0 0,1 0 0,-1 0 0,1 1 0,-1-1 0,0 0 0,1 0 0,-1 0 0,0 0 0,1 1 0,-1-1 0,0 0 0,0 1 0,0-1 0,0 1 0,0-1 0,-1 0 0,-36-17 0,33 16 0,-147-51 0,88 33 0,-69-32 0,131 51 0,1 1 0,0-1 0,-1 1 0,1-1 0,-1 0 0,1 1 0,0-1 0,-1 0 0,1 0 0,0 0 0,0 0 0,0 0 0,0 0 0,0 0 0,0-1 0,0 1 0,-1-2 0,3 3 0,-1-1 0,0 1 0,0-1 0,1 0 0,-1 1 0,1-1 0,-1 1 0,0 0 0,1-1 0,-1 1 0,1-1 0,-1 1 0,1-1 0,-1 1 0,1 0 0,-1 0 0,1-1 0,0 1 0,-1 0 0,1 0 0,-1-1 0,1 1 0,0 0 0,-1 0 0,1 0 0,1 0 0,59-4 0,-56 4 0,451 3 0,-443-3 0,-1 1 0,1 0 0,-1 0 0,1 1 0,-1 1 0,0 0 0,0 1 0,14 6 0,-21-7 0,0 0 0,1 0 0,-1 0 0,0 0 0,-1 1 0,1 0 0,-1 0 0,0 0 0,0 1 0,0-1 0,0 1 0,-1 0 0,1 0 0,-2 0 0,1 1 0,0-1 0,-1 1 0,3 11 0,0 13 0,-2 0 0,-1 1 0,-1-1 0,-5 48 0,0-1 0,2-49-455,-1 1 0,-9 35 0,8-40-6371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53.3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24575,'625'16'0,"48"-5"-1365,-635-11-5461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56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24575,'23'-1'0,"39"-7"0,0 0 0,967-31 0,-755 42 0,254-5 0,-235-23-1365,-265 23-5461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2:59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0 351 23989,'540'-350'0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3:01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24575,'12'10'0,"1"-1"0,-1 0 0,1 0 0,1-1 0,0-1 0,0-1 0,0 0 0,18 5 0,-2-5 0,-23-5 0,-1 0 0,1 0 0,-1 1 0,0-1 0,11 6 0,-15-6 0,0 1 0,0-1 0,0 0 0,0 1 0,0 0 0,0 0 0,-1-1 0,1 1 0,-1 0 0,1 0 0,-1 0 0,0 1 0,1-1 0,-1 0 0,-1 0 0,1 1 0,0-1 0,0 0 0,0 4 0,1 15 28,0 1 0,-1-1 0,-3 33 0,1-34-323,0 0-1,2 0 1,0 0-1,5 25 1,-1-22-6531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3:04.8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24140,'1487'0'0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09:49:09.0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1004 2002 24575,'4'-2'0,"0"-1"0,1 0 0,-1 1 0,1 0 0,-1 0 0,1 0 0,0 0 0,0 1 0,0 0 0,0 0 0,0 0 0,7 1 0,7-3 0,676-69 0,-174 62 0,-429 10 0,-17 4 0,-1 4 0,85 19 0,88 9 0,384-28 0,-387-10 0,676 18 0,-138-5 0,-548-12 0,148-30 0,-237 15 0,-81 8 0,0-3 0,0-2 0,-2-4 0,0-2 0,97-44 0,-118 44 0,-1-2 0,-1-2 0,-1-2 0,-1-2 0,-2 0 0,0-3 0,-2-1 0,56-68 0,-59 60 0,-2-1 0,39-75 0,-57 94 0,-1-1 0,-1 0 0,-1 0 0,-1-1 0,-1 0 0,-1 0 0,2-44 0,-5 16 0,-1 0 0,-9-61 0,7 98 0,-1 0 0,0 0 0,-1 0 0,0 0 0,-1 1 0,-1 0 0,0 0 0,-1 0 0,0 0 0,-1 1 0,0 1 0,-18-20 0,-3 6 0,-2 1 0,-1 2 0,0 1 0,-40-18 0,8 3 0,-227-117 0,232 128 0,-1 2 0,-2 3 0,-70-14 0,-415-40 0,231 38 0,14 9 0,-96-16 0,242 13 0,36 5 0,-2 5 0,-135-4 0,-481 24 0,312 2 0,195 15 0,158-9 0,-223 40 0,21-3 0,-105-22 0,117-11 0,-16-4 0,-105 11 0,352-14 0,1 1 0,0 1 0,1 2 0,0 2 0,0 0 0,1 2 0,-46 28 0,43-20 0,0 1 0,2 2 0,1 1 0,1 1 0,1 1 0,-24 32 0,2 5 0,2 3 0,3 1 0,4 3 0,-36 83 0,68-133 0,1 0 0,1 0 0,1 1 0,1 0 0,-2 36 0,6 115 0,2-101 0,-2-47 0,2-1 0,0 1 0,2-1 0,0 1 0,2-1 0,1-1 0,0 1 0,2-1 0,1-1 0,1 1 0,0-2 0,19 26 0,-2-8 0,42 51 0,-60-79 0,0-1 0,0 0 0,1-1 0,1-1 0,0 0 0,13 7 0,2 2 0,0 0 0,31 27 0,-33-23 0,1-2 0,36 20 0,-38-27 0,0-1 0,1-1 0,0-1 0,1-1 0,-1-1 0,2-2 0,-1 0 0,1-2 0,-1-1 0,1-1 0,0-1 0,-1-1 0,1-2 0,0-1 0,-1 0 0,30-11 0,200-64 0,17-4 0,121-4 0,-313 75 0,0 4 0,160 3 0,-169 8-1365,-51-2-5461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0T10:00:32.2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908 1 24575,'-15'16'0,"1"1"0,1 1 0,-12 20 0,1-2 0,-71 112 6,-102 216 0,-36 179-655,144-305 585,-83 357 1,163-554 63,1 1 0,1 1 0,0 61 0,7-100 13,1 0 1,-1 0 0,1 0-1,0 0 1,0 0 0,0 0-1,0-1 1,1 1 0,-1 0-1,1-1 1,0 1 0,0-1 0,1 0-1,-1 1 1,1-1 0,-1 0-1,6 4 1,4 2 87,0 0 1,0-1-1,21 10 1,11 8 10,-29-14-112,0 1 0,0 1 0,-2 0 0,1 1 0,-2 0 0,0 1 0,-1 1 0,-1-1 0,0 2 0,-1-1 0,-1 2 0,-1-1 0,7 25 0,5 29 0,-4 0 0,8 85 0,-21-145 0,29 553 0,-13-128 0,75 232 0,32-203 0,-111-408 0,-1-1 0,6 76 0,1 8 0,-13-101-1365,-1-8-5461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F073778E-CD4D-41E2-82C2-A1D9A97309B1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116CA56-6F95-4AF8-9DEA-46E7B942746B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9678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6CA56-6F95-4AF8-9DEA-46E7B942746B}" type="slidenum">
              <a:rPr lang="ar-EG" smtClean="0"/>
              <a:t>10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4946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73A8-0B3D-02C2-F71F-2652C2B3A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ED18A-BEA3-09A4-4387-AE1DA6720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8781B-E46B-E387-CFA0-8D391FBC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E0F5E-439B-064E-564D-DC8AAB9F6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B810C-8C09-D77E-882E-738109CA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8933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4E95-5422-FFFE-684E-15288FA3E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923F2-5D70-4E61-AAF0-23DB0A0DF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8839E-C3D8-C951-4C40-4F6805B95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05E53-E31B-1C2E-EBC8-BECC05A8E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B6840-C3F7-2707-39CB-00C32E0D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9827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E2494-07D8-8627-6609-B3EB2B32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E01C4-C583-51AE-1208-930F7D495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B5D76-CB0F-5DB7-0D60-1798A161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550E8-8060-5C19-77FB-83B46C75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42DA8-6FEF-DF32-D603-3C9F17D4B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15448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676-8233-E04B-B14D-AEE63B9C8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6EC56-931E-EB02-176C-B92FE139A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5EBF1-F114-BD48-E823-7915B6129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0A51B-9512-75E4-7542-1FB6DC31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4C46B-2A24-C2B0-A809-13F8DEB2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75E0E-7777-071F-4ABF-8B4F063B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0934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13146-9D83-1B11-0726-6BF56A1E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A3563-8CF6-E259-0D7E-4E7AD3B48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8B6B8-7737-ED00-6945-9BA25F7EF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EA041-D911-C5ED-8D85-64D836F7B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C1BAF-1037-A528-271F-F696DF70B0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F14D79-449C-7DA5-CF42-4CAD475F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05AA72-2458-E9DD-B2E7-7E8D59616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A37C7-C774-D616-2BC0-97ECC26C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8934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D0C69-7FA3-56A1-AF4C-FD0F8FF3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1A7C22-744C-8F76-73C0-0E58E173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2C34B-746E-E9C6-BDCD-6879CA845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5728B-109F-BE08-AB22-FF94D133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27584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69131-4100-CEC0-9F5B-D8ACA7D9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3D303-19F2-3CF9-C009-CCA8C64B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AE535-2F84-CC91-67D4-F2B675360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3841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CCA7-E9BF-A664-2C88-1D766DC4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FDF9-335B-8362-E1C3-56DB6EE76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21284-9480-A775-6A72-3356C0B1B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3B8E5-924E-AD01-5FCF-370812F84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226A7-DBDC-F7A0-1827-7BEC73A56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CED98-50FE-1776-3A4E-408A953C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1507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A196E-7F06-DE20-9DAE-81271280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F2E55-5F89-1680-9F53-53A62F81A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C7CB1B-954A-5A10-DA9A-B57C9106C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92D17-0D90-AE0C-E0CF-5DCD2DE6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79AE0-E09F-7FBE-7D2E-71AC3EBF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D024E-BA53-A805-2E59-B79A7534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5010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BBB9-C0CA-2AD9-5061-3EAB538D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937FB-0B2F-CE88-5F64-D04C30663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BBD38-A4D4-461F-6914-689DE463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19D5-1582-2D26-02A4-94FF9898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2FE07-F03A-C21B-74EC-50CAF378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99920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9ED95-1FC2-0200-29B4-A40F780ED2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4AAF7-189E-E943-271B-3CD99DB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E168D-F154-8D6A-5286-5641EBD3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8E12-8D38-2AB2-70AE-427DD7CB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6A51-5B02-F7C2-77EF-CAF970DE2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0696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3CCB9-E3F6-694A-1533-9F894FCD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A04FA-6830-7C47-9DAD-D883BE417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E93C4-DE72-71AA-A561-FE627F9C3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84B05-0092-4161-8BA5-25458076D04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C804C-203B-6C9A-DA9D-406385739F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4D20E-227E-A8B8-ECBE-48DC3B18C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B1405-2656-4C0E-B839-33D49C397018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331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22.png"/><Relationship Id="rId18" Type="http://schemas.openxmlformats.org/officeDocument/2006/relationships/customXml" Target="../ink/ink22.xml"/><Relationship Id="rId26" Type="http://schemas.openxmlformats.org/officeDocument/2006/relationships/customXml" Target="../ink/ink26.xml"/><Relationship Id="rId3" Type="http://schemas.openxmlformats.org/officeDocument/2006/relationships/image" Target="../media/image17.png"/><Relationship Id="rId21" Type="http://schemas.openxmlformats.org/officeDocument/2006/relationships/image" Target="../media/image26.png"/><Relationship Id="rId7" Type="http://schemas.openxmlformats.org/officeDocument/2006/relationships/image" Target="../media/image19.png"/><Relationship Id="rId12" Type="http://schemas.openxmlformats.org/officeDocument/2006/relationships/customXml" Target="../ink/ink19.xml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21.xml"/><Relationship Id="rId20" Type="http://schemas.openxmlformats.org/officeDocument/2006/relationships/customXml" Target="../ink/ink23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21.png"/><Relationship Id="rId24" Type="http://schemas.openxmlformats.org/officeDocument/2006/relationships/customXml" Target="../ink/ink25.xml"/><Relationship Id="rId5" Type="http://schemas.openxmlformats.org/officeDocument/2006/relationships/image" Target="../media/image18.png"/><Relationship Id="rId15" Type="http://schemas.openxmlformats.org/officeDocument/2006/relationships/image" Target="../media/image23.png"/><Relationship Id="rId23" Type="http://schemas.openxmlformats.org/officeDocument/2006/relationships/image" Target="../media/image27.png"/><Relationship Id="rId28" Type="http://schemas.openxmlformats.org/officeDocument/2006/relationships/customXml" Target="../ink/ink27.xml"/><Relationship Id="rId10" Type="http://schemas.openxmlformats.org/officeDocument/2006/relationships/customXml" Target="../ink/ink18.xml"/><Relationship Id="rId19" Type="http://schemas.openxmlformats.org/officeDocument/2006/relationships/image" Target="../media/image25.png"/><Relationship Id="rId31" Type="http://schemas.openxmlformats.org/officeDocument/2006/relationships/image" Target="../media/image31.png"/><Relationship Id="rId4" Type="http://schemas.openxmlformats.org/officeDocument/2006/relationships/customXml" Target="../ink/ink15.xml"/><Relationship Id="rId9" Type="http://schemas.openxmlformats.org/officeDocument/2006/relationships/image" Target="../media/image20.png"/><Relationship Id="rId14" Type="http://schemas.openxmlformats.org/officeDocument/2006/relationships/customXml" Target="../ink/ink20.xml"/><Relationship Id="rId22" Type="http://schemas.openxmlformats.org/officeDocument/2006/relationships/customXml" Target="../ink/ink24.xml"/><Relationship Id="rId27" Type="http://schemas.openxmlformats.org/officeDocument/2006/relationships/image" Target="../media/image29.png"/><Relationship Id="rId30" Type="http://schemas.openxmlformats.org/officeDocument/2006/relationships/customXml" Target="../ink/ink2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customXml" Target="../ink/ink34.xml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12" Type="http://schemas.openxmlformats.org/officeDocument/2006/relationships/image" Target="../media/image37.png"/><Relationship Id="rId2" Type="http://schemas.openxmlformats.org/officeDocument/2006/relationships/image" Target="../media/image32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customXml" Target="../ink/ink33.xml"/><Relationship Id="rId5" Type="http://schemas.openxmlformats.org/officeDocument/2006/relationships/customXml" Target="../ink/ink30.xml"/><Relationship Id="rId15" Type="http://schemas.openxmlformats.org/officeDocument/2006/relationships/customXml" Target="../ink/ink35.xml"/><Relationship Id="rId10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customXml" Target="../ink/ink32.xml"/><Relationship Id="rId1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41.xml"/><Relationship Id="rId18" Type="http://schemas.openxmlformats.org/officeDocument/2006/relationships/image" Target="../media/image48.png"/><Relationship Id="rId26" Type="http://schemas.openxmlformats.org/officeDocument/2006/relationships/image" Target="../media/image52.png"/><Relationship Id="rId3" Type="http://schemas.openxmlformats.org/officeDocument/2006/relationships/customXml" Target="../ink/ink36.xml"/><Relationship Id="rId21" Type="http://schemas.openxmlformats.org/officeDocument/2006/relationships/customXml" Target="../ink/ink45.xml"/><Relationship Id="rId7" Type="http://schemas.openxmlformats.org/officeDocument/2006/relationships/customXml" Target="../ink/ink38.xml"/><Relationship Id="rId12" Type="http://schemas.openxmlformats.org/officeDocument/2006/relationships/image" Target="../media/image45.png"/><Relationship Id="rId17" Type="http://schemas.openxmlformats.org/officeDocument/2006/relationships/customXml" Target="../ink/ink43.xml"/><Relationship Id="rId25" Type="http://schemas.openxmlformats.org/officeDocument/2006/relationships/customXml" Target="../ink/ink47.xml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20" Type="http://schemas.openxmlformats.org/officeDocument/2006/relationships/image" Target="../media/image49.png"/><Relationship Id="rId29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customXml" Target="../ink/ink40.xml"/><Relationship Id="rId24" Type="http://schemas.openxmlformats.org/officeDocument/2006/relationships/image" Target="../media/image51.png"/><Relationship Id="rId5" Type="http://schemas.openxmlformats.org/officeDocument/2006/relationships/customXml" Target="../ink/ink37.xml"/><Relationship Id="rId15" Type="http://schemas.openxmlformats.org/officeDocument/2006/relationships/customXml" Target="../ink/ink42.xml"/><Relationship Id="rId23" Type="http://schemas.openxmlformats.org/officeDocument/2006/relationships/customXml" Target="../ink/ink46.xml"/><Relationship Id="rId28" Type="http://schemas.openxmlformats.org/officeDocument/2006/relationships/image" Target="../media/image53.png"/><Relationship Id="rId10" Type="http://schemas.openxmlformats.org/officeDocument/2006/relationships/image" Target="../media/image44.png"/><Relationship Id="rId19" Type="http://schemas.openxmlformats.org/officeDocument/2006/relationships/customXml" Target="../ink/ink44.xml"/><Relationship Id="rId4" Type="http://schemas.openxmlformats.org/officeDocument/2006/relationships/image" Target="../media/image41.png"/><Relationship Id="rId9" Type="http://schemas.openxmlformats.org/officeDocument/2006/relationships/customXml" Target="../ink/ink39.xml"/><Relationship Id="rId14" Type="http://schemas.openxmlformats.org/officeDocument/2006/relationships/image" Target="../media/image46.png"/><Relationship Id="rId22" Type="http://schemas.openxmlformats.org/officeDocument/2006/relationships/image" Target="../media/image50.png"/><Relationship Id="rId27" Type="http://schemas.openxmlformats.org/officeDocument/2006/relationships/customXml" Target="../ink/ink48.xml"/><Relationship Id="rId30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customXml" Target="../ink/ink55.xml"/><Relationship Id="rId18" Type="http://schemas.openxmlformats.org/officeDocument/2006/relationships/image" Target="../media/image63.png"/><Relationship Id="rId26" Type="http://schemas.openxmlformats.org/officeDocument/2006/relationships/image" Target="../media/image67.png"/><Relationship Id="rId39" Type="http://schemas.openxmlformats.org/officeDocument/2006/relationships/customXml" Target="../ink/ink68.xml"/><Relationship Id="rId3" Type="http://schemas.openxmlformats.org/officeDocument/2006/relationships/customXml" Target="../ink/ink50.xml"/><Relationship Id="rId21" Type="http://schemas.openxmlformats.org/officeDocument/2006/relationships/customXml" Target="../ink/ink59.xml"/><Relationship Id="rId34" Type="http://schemas.openxmlformats.org/officeDocument/2006/relationships/image" Target="../media/image71.png"/><Relationship Id="rId7" Type="http://schemas.openxmlformats.org/officeDocument/2006/relationships/customXml" Target="../ink/ink52.xml"/><Relationship Id="rId12" Type="http://schemas.openxmlformats.org/officeDocument/2006/relationships/image" Target="../media/image60.png"/><Relationship Id="rId17" Type="http://schemas.openxmlformats.org/officeDocument/2006/relationships/customXml" Target="../ink/ink57.xml"/><Relationship Id="rId25" Type="http://schemas.openxmlformats.org/officeDocument/2006/relationships/customXml" Target="../ink/ink61.xml"/><Relationship Id="rId33" Type="http://schemas.openxmlformats.org/officeDocument/2006/relationships/customXml" Target="../ink/ink65.xml"/><Relationship Id="rId38" Type="http://schemas.openxmlformats.org/officeDocument/2006/relationships/image" Target="../media/image73.png"/><Relationship Id="rId2" Type="http://schemas.openxmlformats.org/officeDocument/2006/relationships/image" Target="../media/image55.png"/><Relationship Id="rId16" Type="http://schemas.openxmlformats.org/officeDocument/2006/relationships/image" Target="../media/image62.png"/><Relationship Id="rId20" Type="http://schemas.openxmlformats.org/officeDocument/2006/relationships/image" Target="../media/image64.png"/><Relationship Id="rId29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customXml" Target="../ink/ink54.xml"/><Relationship Id="rId24" Type="http://schemas.openxmlformats.org/officeDocument/2006/relationships/image" Target="../media/image66.png"/><Relationship Id="rId32" Type="http://schemas.openxmlformats.org/officeDocument/2006/relationships/image" Target="../media/image70.png"/><Relationship Id="rId37" Type="http://schemas.openxmlformats.org/officeDocument/2006/relationships/customXml" Target="../ink/ink67.xml"/><Relationship Id="rId40" Type="http://schemas.openxmlformats.org/officeDocument/2006/relationships/image" Target="../media/image74.png"/><Relationship Id="rId5" Type="http://schemas.openxmlformats.org/officeDocument/2006/relationships/customXml" Target="../ink/ink51.xml"/><Relationship Id="rId15" Type="http://schemas.openxmlformats.org/officeDocument/2006/relationships/customXml" Target="../ink/ink56.xml"/><Relationship Id="rId23" Type="http://schemas.openxmlformats.org/officeDocument/2006/relationships/customXml" Target="../ink/ink60.xml"/><Relationship Id="rId28" Type="http://schemas.openxmlformats.org/officeDocument/2006/relationships/image" Target="../media/image68.png"/><Relationship Id="rId36" Type="http://schemas.openxmlformats.org/officeDocument/2006/relationships/image" Target="../media/image72.png"/><Relationship Id="rId10" Type="http://schemas.openxmlformats.org/officeDocument/2006/relationships/image" Target="../media/image59.png"/><Relationship Id="rId19" Type="http://schemas.openxmlformats.org/officeDocument/2006/relationships/customXml" Target="../ink/ink58.xml"/><Relationship Id="rId31" Type="http://schemas.openxmlformats.org/officeDocument/2006/relationships/customXml" Target="../ink/ink64.xml"/><Relationship Id="rId4" Type="http://schemas.openxmlformats.org/officeDocument/2006/relationships/image" Target="../media/image56.png"/><Relationship Id="rId9" Type="http://schemas.openxmlformats.org/officeDocument/2006/relationships/customXml" Target="../ink/ink53.xml"/><Relationship Id="rId14" Type="http://schemas.openxmlformats.org/officeDocument/2006/relationships/image" Target="../media/image61.png"/><Relationship Id="rId22" Type="http://schemas.openxmlformats.org/officeDocument/2006/relationships/image" Target="../media/image65.png"/><Relationship Id="rId27" Type="http://schemas.openxmlformats.org/officeDocument/2006/relationships/customXml" Target="../ink/ink62.xml"/><Relationship Id="rId30" Type="http://schemas.openxmlformats.org/officeDocument/2006/relationships/image" Target="../media/image69.png"/><Relationship Id="rId35" Type="http://schemas.openxmlformats.org/officeDocument/2006/relationships/customXml" Target="../ink/ink6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customXml" Target="../ink/ink74.xml"/><Relationship Id="rId18" Type="http://schemas.openxmlformats.org/officeDocument/2006/relationships/image" Target="../media/image83.png"/><Relationship Id="rId26" Type="http://schemas.openxmlformats.org/officeDocument/2006/relationships/image" Target="../media/image87.png"/><Relationship Id="rId3" Type="http://schemas.openxmlformats.org/officeDocument/2006/relationships/customXml" Target="../ink/ink69.xml"/><Relationship Id="rId21" Type="http://schemas.openxmlformats.org/officeDocument/2006/relationships/customXml" Target="../ink/ink78.xml"/><Relationship Id="rId7" Type="http://schemas.openxmlformats.org/officeDocument/2006/relationships/customXml" Target="../ink/ink71.xml"/><Relationship Id="rId12" Type="http://schemas.openxmlformats.org/officeDocument/2006/relationships/image" Target="../media/image80.png"/><Relationship Id="rId17" Type="http://schemas.openxmlformats.org/officeDocument/2006/relationships/customXml" Target="../ink/ink76.xml"/><Relationship Id="rId25" Type="http://schemas.openxmlformats.org/officeDocument/2006/relationships/customXml" Target="../ink/ink80.xml"/><Relationship Id="rId2" Type="http://schemas.openxmlformats.org/officeDocument/2006/relationships/image" Target="../media/image75.png"/><Relationship Id="rId16" Type="http://schemas.openxmlformats.org/officeDocument/2006/relationships/image" Target="../media/image82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customXml" Target="../ink/ink73.xml"/><Relationship Id="rId24" Type="http://schemas.openxmlformats.org/officeDocument/2006/relationships/image" Target="../media/image86.png"/><Relationship Id="rId5" Type="http://schemas.openxmlformats.org/officeDocument/2006/relationships/customXml" Target="../ink/ink70.xml"/><Relationship Id="rId15" Type="http://schemas.openxmlformats.org/officeDocument/2006/relationships/customXml" Target="../ink/ink75.xml"/><Relationship Id="rId23" Type="http://schemas.openxmlformats.org/officeDocument/2006/relationships/customXml" Target="../ink/ink79.xml"/><Relationship Id="rId28" Type="http://schemas.openxmlformats.org/officeDocument/2006/relationships/image" Target="../media/image88.png"/><Relationship Id="rId10" Type="http://schemas.openxmlformats.org/officeDocument/2006/relationships/image" Target="../media/image79.png"/><Relationship Id="rId19" Type="http://schemas.openxmlformats.org/officeDocument/2006/relationships/customXml" Target="../ink/ink77.xml"/><Relationship Id="rId4" Type="http://schemas.openxmlformats.org/officeDocument/2006/relationships/image" Target="../media/image76.png"/><Relationship Id="rId9" Type="http://schemas.openxmlformats.org/officeDocument/2006/relationships/customXml" Target="../ink/ink72.xml"/><Relationship Id="rId14" Type="http://schemas.openxmlformats.org/officeDocument/2006/relationships/image" Target="../media/image81.png"/><Relationship Id="rId22" Type="http://schemas.openxmlformats.org/officeDocument/2006/relationships/image" Target="../media/image85.png"/><Relationship Id="rId27" Type="http://schemas.openxmlformats.org/officeDocument/2006/relationships/customXml" Target="../ink/ink8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customXml" Target="../ink/ink87.xml"/><Relationship Id="rId18" Type="http://schemas.openxmlformats.org/officeDocument/2006/relationships/image" Target="../media/image97.png"/><Relationship Id="rId26" Type="http://schemas.openxmlformats.org/officeDocument/2006/relationships/image" Target="../media/image101.png"/><Relationship Id="rId3" Type="http://schemas.openxmlformats.org/officeDocument/2006/relationships/customXml" Target="../ink/ink82.xml"/><Relationship Id="rId21" Type="http://schemas.openxmlformats.org/officeDocument/2006/relationships/customXml" Target="../ink/ink91.xml"/><Relationship Id="rId34" Type="http://schemas.openxmlformats.org/officeDocument/2006/relationships/image" Target="../media/image104.png"/><Relationship Id="rId7" Type="http://schemas.openxmlformats.org/officeDocument/2006/relationships/customXml" Target="../ink/ink84.xml"/><Relationship Id="rId12" Type="http://schemas.openxmlformats.org/officeDocument/2006/relationships/image" Target="../media/image94.png"/><Relationship Id="rId17" Type="http://schemas.openxmlformats.org/officeDocument/2006/relationships/customXml" Target="../ink/ink89.xml"/><Relationship Id="rId25" Type="http://schemas.openxmlformats.org/officeDocument/2006/relationships/customXml" Target="../ink/ink93.xml"/><Relationship Id="rId33" Type="http://schemas.openxmlformats.org/officeDocument/2006/relationships/customXml" Target="../ink/ink97.xml"/><Relationship Id="rId2" Type="http://schemas.openxmlformats.org/officeDocument/2006/relationships/image" Target="../media/image89.png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29" Type="http://schemas.openxmlformats.org/officeDocument/2006/relationships/customXml" Target="../ink/ink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customXml" Target="../ink/ink86.xml"/><Relationship Id="rId24" Type="http://schemas.openxmlformats.org/officeDocument/2006/relationships/image" Target="../media/image100.png"/><Relationship Id="rId32" Type="http://schemas.openxmlformats.org/officeDocument/2006/relationships/image" Target="../media/image103.png"/><Relationship Id="rId5" Type="http://schemas.openxmlformats.org/officeDocument/2006/relationships/customXml" Target="../ink/ink83.xml"/><Relationship Id="rId15" Type="http://schemas.openxmlformats.org/officeDocument/2006/relationships/customXml" Target="../ink/ink88.xml"/><Relationship Id="rId23" Type="http://schemas.openxmlformats.org/officeDocument/2006/relationships/customXml" Target="../ink/ink92.xml"/><Relationship Id="rId28" Type="http://schemas.openxmlformats.org/officeDocument/2006/relationships/image" Target="../media/image52.png"/><Relationship Id="rId10" Type="http://schemas.openxmlformats.org/officeDocument/2006/relationships/image" Target="../media/image93.png"/><Relationship Id="rId19" Type="http://schemas.openxmlformats.org/officeDocument/2006/relationships/customXml" Target="../ink/ink90.xml"/><Relationship Id="rId31" Type="http://schemas.openxmlformats.org/officeDocument/2006/relationships/customXml" Target="../ink/ink96.xml"/><Relationship Id="rId4" Type="http://schemas.openxmlformats.org/officeDocument/2006/relationships/image" Target="../media/image90.png"/><Relationship Id="rId9" Type="http://schemas.openxmlformats.org/officeDocument/2006/relationships/customXml" Target="../ink/ink85.xml"/><Relationship Id="rId14" Type="http://schemas.openxmlformats.org/officeDocument/2006/relationships/image" Target="../media/image95.png"/><Relationship Id="rId22" Type="http://schemas.openxmlformats.org/officeDocument/2006/relationships/image" Target="../media/image99.png"/><Relationship Id="rId27" Type="http://schemas.openxmlformats.org/officeDocument/2006/relationships/customXml" Target="../ink/ink94.xml"/><Relationship Id="rId30" Type="http://schemas.openxmlformats.org/officeDocument/2006/relationships/image" Target="../media/image102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3.xml"/><Relationship Id="rId18" Type="http://schemas.openxmlformats.org/officeDocument/2006/relationships/image" Target="../media/image113.png"/><Relationship Id="rId26" Type="http://schemas.openxmlformats.org/officeDocument/2006/relationships/image" Target="../media/image117.png"/><Relationship Id="rId39" Type="http://schemas.openxmlformats.org/officeDocument/2006/relationships/customXml" Target="../ink/ink116.xml"/><Relationship Id="rId21" Type="http://schemas.openxmlformats.org/officeDocument/2006/relationships/customXml" Target="../ink/ink107.xml"/><Relationship Id="rId34" Type="http://schemas.openxmlformats.org/officeDocument/2006/relationships/image" Target="../media/image121.png"/><Relationship Id="rId42" Type="http://schemas.openxmlformats.org/officeDocument/2006/relationships/image" Target="../media/image125.png"/><Relationship Id="rId47" Type="http://schemas.openxmlformats.org/officeDocument/2006/relationships/customXml" Target="../ink/ink120.xml"/><Relationship Id="rId50" Type="http://schemas.openxmlformats.org/officeDocument/2006/relationships/image" Target="../media/image129.png"/><Relationship Id="rId55" Type="http://schemas.openxmlformats.org/officeDocument/2006/relationships/customXml" Target="../ink/ink124.xml"/><Relationship Id="rId7" Type="http://schemas.openxmlformats.org/officeDocument/2006/relationships/customXml" Target="../ink/ink100.xml"/><Relationship Id="rId2" Type="http://schemas.openxmlformats.org/officeDocument/2006/relationships/image" Target="../media/image105.png"/><Relationship Id="rId16" Type="http://schemas.openxmlformats.org/officeDocument/2006/relationships/image" Target="../media/image112.png"/><Relationship Id="rId20" Type="http://schemas.openxmlformats.org/officeDocument/2006/relationships/image" Target="../media/image114.png"/><Relationship Id="rId29" Type="http://schemas.openxmlformats.org/officeDocument/2006/relationships/customXml" Target="../ink/ink111.xml"/><Relationship Id="rId41" Type="http://schemas.openxmlformats.org/officeDocument/2006/relationships/customXml" Target="../ink/ink117.xml"/><Relationship Id="rId54" Type="http://schemas.openxmlformats.org/officeDocument/2006/relationships/image" Target="../media/image131.png"/><Relationship Id="rId6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customXml" Target="../ink/ink102.xml"/><Relationship Id="rId24" Type="http://schemas.openxmlformats.org/officeDocument/2006/relationships/image" Target="../media/image116.png"/><Relationship Id="rId32" Type="http://schemas.openxmlformats.org/officeDocument/2006/relationships/image" Target="../media/image120.png"/><Relationship Id="rId37" Type="http://schemas.openxmlformats.org/officeDocument/2006/relationships/customXml" Target="../ink/ink115.xml"/><Relationship Id="rId40" Type="http://schemas.openxmlformats.org/officeDocument/2006/relationships/image" Target="../media/image124.png"/><Relationship Id="rId45" Type="http://schemas.openxmlformats.org/officeDocument/2006/relationships/customXml" Target="../ink/ink119.xml"/><Relationship Id="rId53" Type="http://schemas.openxmlformats.org/officeDocument/2006/relationships/customXml" Target="../ink/ink123.xml"/><Relationship Id="rId58" Type="http://schemas.openxmlformats.org/officeDocument/2006/relationships/image" Target="../media/image133.png"/><Relationship Id="rId5" Type="http://schemas.openxmlformats.org/officeDocument/2006/relationships/customXml" Target="../ink/ink99.xml"/><Relationship Id="rId15" Type="http://schemas.openxmlformats.org/officeDocument/2006/relationships/customXml" Target="../ink/ink104.xml"/><Relationship Id="rId23" Type="http://schemas.openxmlformats.org/officeDocument/2006/relationships/customXml" Target="../ink/ink108.xml"/><Relationship Id="rId28" Type="http://schemas.openxmlformats.org/officeDocument/2006/relationships/image" Target="../media/image118.png"/><Relationship Id="rId36" Type="http://schemas.openxmlformats.org/officeDocument/2006/relationships/image" Target="../media/image122.png"/><Relationship Id="rId49" Type="http://schemas.openxmlformats.org/officeDocument/2006/relationships/customXml" Target="../ink/ink121.xml"/><Relationship Id="rId57" Type="http://schemas.openxmlformats.org/officeDocument/2006/relationships/customXml" Target="../ink/ink125.xml"/><Relationship Id="rId61" Type="http://schemas.openxmlformats.org/officeDocument/2006/relationships/customXml" Target="../ink/ink127.xml"/><Relationship Id="rId10" Type="http://schemas.openxmlformats.org/officeDocument/2006/relationships/image" Target="../media/image109.png"/><Relationship Id="rId19" Type="http://schemas.openxmlformats.org/officeDocument/2006/relationships/customXml" Target="../ink/ink106.xml"/><Relationship Id="rId31" Type="http://schemas.openxmlformats.org/officeDocument/2006/relationships/customXml" Target="../ink/ink112.xml"/><Relationship Id="rId44" Type="http://schemas.openxmlformats.org/officeDocument/2006/relationships/image" Target="../media/image126.png"/><Relationship Id="rId52" Type="http://schemas.openxmlformats.org/officeDocument/2006/relationships/image" Target="../media/image130.png"/><Relationship Id="rId60" Type="http://schemas.openxmlformats.org/officeDocument/2006/relationships/image" Target="../media/image134.png"/><Relationship Id="rId4" Type="http://schemas.openxmlformats.org/officeDocument/2006/relationships/image" Target="../media/image106.png"/><Relationship Id="rId9" Type="http://schemas.openxmlformats.org/officeDocument/2006/relationships/customXml" Target="../ink/ink101.xml"/><Relationship Id="rId14" Type="http://schemas.openxmlformats.org/officeDocument/2006/relationships/image" Target="../media/image111.png"/><Relationship Id="rId22" Type="http://schemas.openxmlformats.org/officeDocument/2006/relationships/image" Target="../media/image115.png"/><Relationship Id="rId27" Type="http://schemas.openxmlformats.org/officeDocument/2006/relationships/customXml" Target="../ink/ink110.xml"/><Relationship Id="rId30" Type="http://schemas.openxmlformats.org/officeDocument/2006/relationships/image" Target="../media/image119.png"/><Relationship Id="rId35" Type="http://schemas.openxmlformats.org/officeDocument/2006/relationships/customXml" Target="../ink/ink114.xml"/><Relationship Id="rId43" Type="http://schemas.openxmlformats.org/officeDocument/2006/relationships/customXml" Target="../ink/ink118.xml"/><Relationship Id="rId48" Type="http://schemas.openxmlformats.org/officeDocument/2006/relationships/image" Target="../media/image128.png"/><Relationship Id="rId56" Type="http://schemas.openxmlformats.org/officeDocument/2006/relationships/image" Target="../media/image132.png"/><Relationship Id="rId8" Type="http://schemas.openxmlformats.org/officeDocument/2006/relationships/image" Target="../media/image108.png"/><Relationship Id="rId51" Type="http://schemas.openxmlformats.org/officeDocument/2006/relationships/customXml" Target="../ink/ink122.xml"/><Relationship Id="rId3" Type="http://schemas.openxmlformats.org/officeDocument/2006/relationships/customXml" Target="../ink/ink98.xml"/><Relationship Id="rId12" Type="http://schemas.openxmlformats.org/officeDocument/2006/relationships/image" Target="../media/image110.png"/><Relationship Id="rId17" Type="http://schemas.openxmlformats.org/officeDocument/2006/relationships/customXml" Target="../ink/ink105.xml"/><Relationship Id="rId25" Type="http://schemas.openxmlformats.org/officeDocument/2006/relationships/customXml" Target="../ink/ink109.xml"/><Relationship Id="rId33" Type="http://schemas.openxmlformats.org/officeDocument/2006/relationships/customXml" Target="../ink/ink113.xml"/><Relationship Id="rId38" Type="http://schemas.openxmlformats.org/officeDocument/2006/relationships/image" Target="../media/image123.png"/><Relationship Id="rId46" Type="http://schemas.openxmlformats.org/officeDocument/2006/relationships/image" Target="../media/image127.png"/><Relationship Id="rId59" Type="http://schemas.openxmlformats.org/officeDocument/2006/relationships/customXml" Target="../ink/ink126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3.xml"/><Relationship Id="rId18" Type="http://schemas.openxmlformats.org/officeDocument/2006/relationships/image" Target="../media/image142.png"/><Relationship Id="rId26" Type="http://schemas.openxmlformats.org/officeDocument/2006/relationships/image" Target="../media/image146.png"/><Relationship Id="rId39" Type="http://schemas.openxmlformats.org/officeDocument/2006/relationships/customXml" Target="../ink/ink146.xml"/><Relationship Id="rId3" Type="http://schemas.openxmlformats.org/officeDocument/2006/relationships/customXml" Target="../ink/ink128.xml"/><Relationship Id="rId21" Type="http://schemas.openxmlformats.org/officeDocument/2006/relationships/customXml" Target="../ink/ink137.xml"/><Relationship Id="rId34" Type="http://schemas.openxmlformats.org/officeDocument/2006/relationships/image" Target="../media/image150.png"/><Relationship Id="rId42" Type="http://schemas.openxmlformats.org/officeDocument/2006/relationships/image" Target="../media/image154.png"/><Relationship Id="rId47" Type="http://schemas.openxmlformats.org/officeDocument/2006/relationships/customXml" Target="../ink/ink150.xml"/><Relationship Id="rId50" Type="http://schemas.openxmlformats.org/officeDocument/2006/relationships/customXml" Target="../ink/ink152.xml"/><Relationship Id="rId7" Type="http://schemas.openxmlformats.org/officeDocument/2006/relationships/customXml" Target="../ink/ink130.xml"/><Relationship Id="rId12" Type="http://schemas.openxmlformats.org/officeDocument/2006/relationships/image" Target="../media/image139.png"/><Relationship Id="rId17" Type="http://schemas.openxmlformats.org/officeDocument/2006/relationships/customXml" Target="../ink/ink135.xml"/><Relationship Id="rId25" Type="http://schemas.openxmlformats.org/officeDocument/2006/relationships/customXml" Target="../ink/ink139.xml"/><Relationship Id="rId33" Type="http://schemas.openxmlformats.org/officeDocument/2006/relationships/customXml" Target="../ink/ink143.xml"/><Relationship Id="rId38" Type="http://schemas.openxmlformats.org/officeDocument/2006/relationships/image" Target="../media/image152.png"/><Relationship Id="rId46" Type="http://schemas.openxmlformats.org/officeDocument/2006/relationships/image" Target="../media/image156.png"/><Relationship Id="rId2" Type="http://schemas.openxmlformats.org/officeDocument/2006/relationships/image" Target="../media/image135.png"/><Relationship Id="rId16" Type="http://schemas.openxmlformats.org/officeDocument/2006/relationships/image" Target="../media/image141.png"/><Relationship Id="rId20" Type="http://schemas.openxmlformats.org/officeDocument/2006/relationships/image" Target="../media/image143.png"/><Relationship Id="rId29" Type="http://schemas.openxmlformats.org/officeDocument/2006/relationships/customXml" Target="../ink/ink141.xml"/><Relationship Id="rId41" Type="http://schemas.openxmlformats.org/officeDocument/2006/relationships/customXml" Target="../ink/ink1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customXml" Target="../ink/ink132.xml"/><Relationship Id="rId24" Type="http://schemas.openxmlformats.org/officeDocument/2006/relationships/image" Target="../media/image145.png"/><Relationship Id="rId32" Type="http://schemas.openxmlformats.org/officeDocument/2006/relationships/image" Target="../media/image149.png"/><Relationship Id="rId37" Type="http://schemas.openxmlformats.org/officeDocument/2006/relationships/customXml" Target="../ink/ink145.xml"/><Relationship Id="rId40" Type="http://schemas.openxmlformats.org/officeDocument/2006/relationships/image" Target="../media/image153.png"/><Relationship Id="rId45" Type="http://schemas.openxmlformats.org/officeDocument/2006/relationships/customXml" Target="../ink/ink149.xml"/><Relationship Id="rId53" Type="http://schemas.openxmlformats.org/officeDocument/2006/relationships/image" Target="../media/image158.png"/><Relationship Id="rId5" Type="http://schemas.openxmlformats.org/officeDocument/2006/relationships/customXml" Target="../ink/ink129.xml"/><Relationship Id="rId15" Type="http://schemas.openxmlformats.org/officeDocument/2006/relationships/customXml" Target="../ink/ink134.xml"/><Relationship Id="rId23" Type="http://schemas.openxmlformats.org/officeDocument/2006/relationships/customXml" Target="../ink/ink138.xml"/><Relationship Id="rId28" Type="http://schemas.openxmlformats.org/officeDocument/2006/relationships/image" Target="../media/image147.png"/><Relationship Id="rId36" Type="http://schemas.openxmlformats.org/officeDocument/2006/relationships/image" Target="../media/image151.png"/><Relationship Id="rId49" Type="http://schemas.openxmlformats.org/officeDocument/2006/relationships/customXml" Target="../ink/ink151.xml"/><Relationship Id="rId10" Type="http://schemas.openxmlformats.org/officeDocument/2006/relationships/image" Target="../media/image138.png"/><Relationship Id="rId19" Type="http://schemas.openxmlformats.org/officeDocument/2006/relationships/customXml" Target="../ink/ink136.xml"/><Relationship Id="rId31" Type="http://schemas.openxmlformats.org/officeDocument/2006/relationships/customXml" Target="../ink/ink142.xml"/><Relationship Id="rId44" Type="http://schemas.openxmlformats.org/officeDocument/2006/relationships/image" Target="../media/image155.png"/><Relationship Id="rId52" Type="http://schemas.openxmlformats.org/officeDocument/2006/relationships/customXml" Target="../ink/ink154.xml"/><Relationship Id="rId4" Type="http://schemas.openxmlformats.org/officeDocument/2006/relationships/image" Target="../media/image136.png"/><Relationship Id="rId9" Type="http://schemas.openxmlformats.org/officeDocument/2006/relationships/customXml" Target="../ink/ink131.xml"/><Relationship Id="rId14" Type="http://schemas.openxmlformats.org/officeDocument/2006/relationships/image" Target="../media/image140.png"/><Relationship Id="rId22" Type="http://schemas.openxmlformats.org/officeDocument/2006/relationships/image" Target="../media/image144.png"/><Relationship Id="rId27" Type="http://schemas.openxmlformats.org/officeDocument/2006/relationships/customXml" Target="../ink/ink140.xml"/><Relationship Id="rId30" Type="http://schemas.openxmlformats.org/officeDocument/2006/relationships/image" Target="../media/image148.png"/><Relationship Id="rId35" Type="http://schemas.openxmlformats.org/officeDocument/2006/relationships/customXml" Target="../ink/ink144.xml"/><Relationship Id="rId43" Type="http://schemas.openxmlformats.org/officeDocument/2006/relationships/customXml" Target="../ink/ink148.xml"/><Relationship Id="rId48" Type="http://schemas.openxmlformats.org/officeDocument/2006/relationships/image" Target="../media/image157.png"/><Relationship Id="rId8" Type="http://schemas.openxmlformats.org/officeDocument/2006/relationships/image" Target="../media/image97.png"/><Relationship Id="rId51" Type="http://schemas.openxmlformats.org/officeDocument/2006/relationships/customXml" Target="../ink/ink15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customXml" Target="../ink/ink160.xml"/><Relationship Id="rId18" Type="http://schemas.openxmlformats.org/officeDocument/2006/relationships/image" Target="../media/image167.png"/><Relationship Id="rId26" Type="http://schemas.openxmlformats.org/officeDocument/2006/relationships/image" Target="../media/image171.png"/><Relationship Id="rId39" Type="http://schemas.openxmlformats.org/officeDocument/2006/relationships/customXml" Target="../ink/ink173.xml"/><Relationship Id="rId3" Type="http://schemas.openxmlformats.org/officeDocument/2006/relationships/customXml" Target="../ink/ink155.xml"/><Relationship Id="rId21" Type="http://schemas.openxmlformats.org/officeDocument/2006/relationships/customXml" Target="../ink/ink164.xml"/><Relationship Id="rId34" Type="http://schemas.openxmlformats.org/officeDocument/2006/relationships/image" Target="../media/image175.png"/><Relationship Id="rId7" Type="http://schemas.openxmlformats.org/officeDocument/2006/relationships/customXml" Target="../ink/ink157.xml"/><Relationship Id="rId12" Type="http://schemas.openxmlformats.org/officeDocument/2006/relationships/image" Target="../media/image164.png"/><Relationship Id="rId17" Type="http://schemas.openxmlformats.org/officeDocument/2006/relationships/customXml" Target="../ink/ink162.xml"/><Relationship Id="rId25" Type="http://schemas.openxmlformats.org/officeDocument/2006/relationships/customXml" Target="../ink/ink166.xml"/><Relationship Id="rId33" Type="http://schemas.openxmlformats.org/officeDocument/2006/relationships/customXml" Target="../ink/ink170.xml"/><Relationship Id="rId38" Type="http://schemas.openxmlformats.org/officeDocument/2006/relationships/image" Target="../media/image177.png"/><Relationship Id="rId2" Type="http://schemas.openxmlformats.org/officeDocument/2006/relationships/image" Target="../media/image159.png"/><Relationship Id="rId16" Type="http://schemas.openxmlformats.org/officeDocument/2006/relationships/image" Target="../media/image166.png"/><Relationship Id="rId20" Type="http://schemas.openxmlformats.org/officeDocument/2006/relationships/image" Target="../media/image168.png"/><Relationship Id="rId29" Type="http://schemas.openxmlformats.org/officeDocument/2006/relationships/customXml" Target="../ink/ink1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customXml" Target="../ink/ink159.xml"/><Relationship Id="rId24" Type="http://schemas.openxmlformats.org/officeDocument/2006/relationships/image" Target="../media/image170.png"/><Relationship Id="rId32" Type="http://schemas.openxmlformats.org/officeDocument/2006/relationships/image" Target="../media/image174.png"/><Relationship Id="rId37" Type="http://schemas.openxmlformats.org/officeDocument/2006/relationships/customXml" Target="../ink/ink172.xml"/><Relationship Id="rId40" Type="http://schemas.openxmlformats.org/officeDocument/2006/relationships/image" Target="../media/image178.png"/><Relationship Id="rId5" Type="http://schemas.openxmlformats.org/officeDocument/2006/relationships/customXml" Target="../ink/ink156.xml"/><Relationship Id="rId15" Type="http://schemas.openxmlformats.org/officeDocument/2006/relationships/customXml" Target="../ink/ink161.xml"/><Relationship Id="rId23" Type="http://schemas.openxmlformats.org/officeDocument/2006/relationships/customXml" Target="../ink/ink165.xml"/><Relationship Id="rId28" Type="http://schemas.openxmlformats.org/officeDocument/2006/relationships/image" Target="../media/image172.png"/><Relationship Id="rId36" Type="http://schemas.openxmlformats.org/officeDocument/2006/relationships/image" Target="../media/image176.png"/><Relationship Id="rId10" Type="http://schemas.openxmlformats.org/officeDocument/2006/relationships/image" Target="../media/image163.png"/><Relationship Id="rId19" Type="http://schemas.openxmlformats.org/officeDocument/2006/relationships/customXml" Target="../ink/ink163.xml"/><Relationship Id="rId31" Type="http://schemas.openxmlformats.org/officeDocument/2006/relationships/customXml" Target="../ink/ink169.xml"/><Relationship Id="rId4" Type="http://schemas.openxmlformats.org/officeDocument/2006/relationships/image" Target="../media/image160.png"/><Relationship Id="rId9" Type="http://schemas.openxmlformats.org/officeDocument/2006/relationships/customXml" Target="../ink/ink158.xml"/><Relationship Id="rId14" Type="http://schemas.openxmlformats.org/officeDocument/2006/relationships/image" Target="../media/image165.png"/><Relationship Id="rId22" Type="http://schemas.openxmlformats.org/officeDocument/2006/relationships/image" Target="../media/image169.png"/><Relationship Id="rId27" Type="http://schemas.openxmlformats.org/officeDocument/2006/relationships/customXml" Target="../ink/ink167.xml"/><Relationship Id="rId30" Type="http://schemas.openxmlformats.org/officeDocument/2006/relationships/image" Target="../media/image173.png"/><Relationship Id="rId35" Type="http://schemas.openxmlformats.org/officeDocument/2006/relationships/customXml" Target="../ink/ink17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7.xml"/><Relationship Id="rId3" Type="http://schemas.openxmlformats.org/officeDocument/2006/relationships/image" Target="../media/image179.png"/><Relationship Id="rId7" Type="http://schemas.openxmlformats.org/officeDocument/2006/relationships/image" Target="../media/image181.png"/><Relationship Id="rId2" Type="http://schemas.openxmlformats.org/officeDocument/2006/relationships/customXml" Target="../ink/ink17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6.xml"/><Relationship Id="rId11" Type="http://schemas.openxmlformats.org/officeDocument/2006/relationships/image" Target="../media/image183.png"/><Relationship Id="rId5" Type="http://schemas.openxmlformats.org/officeDocument/2006/relationships/image" Target="../media/image180.png"/><Relationship Id="rId10" Type="http://schemas.openxmlformats.org/officeDocument/2006/relationships/customXml" Target="../ink/ink178.xml"/><Relationship Id="rId4" Type="http://schemas.openxmlformats.org/officeDocument/2006/relationships/customXml" Target="../ink/ink175.xml"/><Relationship Id="rId9" Type="http://schemas.openxmlformats.org/officeDocument/2006/relationships/image" Target="../media/image18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2.xml"/><Relationship Id="rId13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6.png"/><Relationship Id="rId12" Type="http://schemas.openxmlformats.org/officeDocument/2006/relationships/customXml" Target="../ink/ink184.xml"/><Relationship Id="rId2" Type="http://schemas.openxmlformats.org/officeDocument/2006/relationships/customXml" Target="../ink/ink17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1.xml"/><Relationship Id="rId11" Type="http://schemas.openxmlformats.org/officeDocument/2006/relationships/image" Target="../media/image188.png"/><Relationship Id="rId5" Type="http://schemas.openxmlformats.org/officeDocument/2006/relationships/image" Target="../media/image185.png"/><Relationship Id="rId10" Type="http://schemas.openxmlformats.org/officeDocument/2006/relationships/customXml" Target="../ink/ink183.xml"/><Relationship Id="rId4" Type="http://schemas.openxmlformats.org/officeDocument/2006/relationships/customXml" Target="../ink/ink180.xml"/><Relationship Id="rId9" Type="http://schemas.openxmlformats.org/officeDocument/2006/relationships/image" Target="../media/image1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customXml" Target="../ink/ink185.xml"/><Relationship Id="rId7" Type="http://schemas.openxmlformats.org/officeDocument/2006/relationships/customXml" Target="../ink/ink187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5" Type="http://schemas.openxmlformats.org/officeDocument/2006/relationships/customXml" Target="../ink/ink186.xml"/><Relationship Id="rId4" Type="http://schemas.openxmlformats.org/officeDocument/2006/relationships/image" Target="../media/image19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customXml" Target="../ink/ink188.xml"/><Relationship Id="rId7" Type="http://schemas.openxmlformats.org/officeDocument/2006/relationships/customXml" Target="../ink/ink190.xml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6.png"/><Relationship Id="rId5" Type="http://schemas.openxmlformats.org/officeDocument/2006/relationships/customXml" Target="../ink/ink189.xml"/><Relationship Id="rId10" Type="http://schemas.openxmlformats.org/officeDocument/2006/relationships/image" Target="../media/image198.png"/><Relationship Id="rId4" Type="http://schemas.openxmlformats.org/officeDocument/2006/relationships/image" Target="../media/image195.png"/><Relationship Id="rId9" Type="http://schemas.openxmlformats.org/officeDocument/2006/relationships/customXml" Target="../ink/ink19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customXml" Target="../ink/ink197.xml"/><Relationship Id="rId18" Type="http://schemas.openxmlformats.org/officeDocument/2006/relationships/image" Target="../media/image207.png"/><Relationship Id="rId26" Type="http://schemas.openxmlformats.org/officeDocument/2006/relationships/image" Target="../media/image211.png"/><Relationship Id="rId3" Type="http://schemas.openxmlformats.org/officeDocument/2006/relationships/customXml" Target="../ink/ink192.xml"/><Relationship Id="rId21" Type="http://schemas.openxmlformats.org/officeDocument/2006/relationships/customXml" Target="../ink/ink201.xml"/><Relationship Id="rId7" Type="http://schemas.openxmlformats.org/officeDocument/2006/relationships/customXml" Target="../ink/ink194.xml"/><Relationship Id="rId12" Type="http://schemas.openxmlformats.org/officeDocument/2006/relationships/image" Target="../media/image204.png"/><Relationship Id="rId17" Type="http://schemas.openxmlformats.org/officeDocument/2006/relationships/customXml" Target="../ink/ink199.xml"/><Relationship Id="rId25" Type="http://schemas.openxmlformats.org/officeDocument/2006/relationships/customXml" Target="../ink/ink203.xml"/><Relationship Id="rId2" Type="http://schemas.openxmlformats.org/officeDocument/2006/relationships/image" Target="../media/image199.png"/><Relationship Id="rId16" Type="http://schemas.openxmlformats.org/officeDocument/2006/relationships/image" Target="../media/image206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customXml" Target="../ink/ink196.xml"/><Relationship Id="rId24" Type="http://schemas.openxmlformats.org/officeDocument/2006/relationships/image" Target="../media/image210.png"/><Relationship Id="rId5" Type="http://schemas.openxmlformats.org/officeDocument/2006/relationships/customXml" Target="../ink/ink193.xml"/><Relationship Id="rId15" Type="http://schemas.openxmlformats.org/officeDocument/2006/relationships/customXml" Target="../ink/ink198.xml"/><Relationship Id="rId23" Type="http://schemas.openxmlformats.org/officeDocument/2006/relationships/customXml" Target="../ink/ink202.xml"/><Relationship Id="rId28" Type="http://schemas.openxmlformats.org/officeDocument/2006/relationships/image" Target="../media/image212.png"/><Relationship Id="rId10" Type="http://schemas.openxmlformats.org/officeDocument/2006/relationships/image" Target="../media/image203.png"/><Relationship Id="rId19" Type="http://schemas.openxmlformats.org/officeDocument/2006/relationships/customXml" Target="../ink/ink200.xml"/><Relationship Id="rId4" Type="http://schemas.openxmlformats.org/officeDocument/2006/relationships/image" Target="../media/image200.png"/><Relationship Id="rId9" Type="http://schemas.openxmlformats.org/officeDocument/2006/relationships/customXml" Target="../ink/ink195.xml"/><Relationship Id="rId14" Type="http://schemas.openxmlformats.org/officeDocument/2006/relationships/image" Target="../media/image205.png"/><Relationship Id="rId22" Type="http://schemas.openxmlformats.org/officeDocument/2006/relationships/image" Target="../media/image209.png"/><Relationship Id="rId27" Type="http://schemas.openxmlformats.org/officeDocument/2006/relationships/customXml" Target="../ink/ink20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customXml" Target="../ink/ink205.xml"/><Relationship Id="rId7" Type="http://schemas.openxmlformats.org/officeDocument/2006/relationships/customXml" Target="../ink/ink207.xml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5" Type="http://schemas.openxmlformats.org/officeDocument/2006/relationships/customXml" Target="../ink/ink206.xml"/><Relationship Id="rId10" Type="http://schemas.openxmlformats.org/officeDocument/2006/relationships/image" Target="../media/image217.png"/><Relationship Id="rId4" Type="http://schemas.openxmlformats.org/officeDocument/2006/relationships/image" Target="../media/image214.png"/><Relationship Id="rId9" Type="http://schemas.openxmlformats.org/officeDocument/2006/relationships/customXml" Target="../ink/ink20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customXml" Target="../ink/ink214.xml"/><Relationship Id="rId18" Type="http://schemas.openxmlformats.org/officeDocument/2006/relationships/image" Target="../media/image226.png"/><Relationship Id="rId3" Type="http://schemas.openxmlformats.org/officeDocument/2006/relationships/customXml" Target="../ink/ink209.xml"/><Relationship Id="rId21" Type="http://schemas.openxmlformats.org/officeDocument/2006/relationships/customXml" Target="../ink/ink218.xml"/><Relationship Id="rId7" Type="http://schemas.openxmlformats.org/officeDocument/2006/relationships/customXml" Target="../ink/ink211.xml"/><Relationship Id="rId12" Type="http://schemas.openxmlformats.org/officeDocument/2006/relationships/image" Target="../media/image223.png"/><Relationship Id="rId17" Type="http://schemas.openxmlformats.org/officeDocument/2006/relationships/customXml" Target="../ink/ink216.xml"/><Relationship Id="rId2" Type="http://schemas.openxmlformats.org/officeDocument/2006/relationships/image" Target="../media/image218.png"/><Relationship Id="rId16" Type="http://schemas.openxmlformats.org/officeDocument/2006/relationships/image" Target="../media/image225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customXml" Target="../ink/ink213.xml"/><Relationship Id="rId24" Type="http://schemas.openxmlformats.org/officeDocument/2006/relationships/image" Target="../media/image229.png"/><Relationship Id="rId5" Type="http://schemas.openxmlformats.org/officeDocument/2006/relationships/customXml" Target="../ink/ink210.xml"/><Relationship Id="rId15" Type="http://schemas.openxmlformats.org/officeDocument/2006/relationships/customXml" Target="../ink/ink215.xml"/><Relationship Id="rId23" Type="http://schemas.openxmlformats.org/officeDocument/2006/relationships/customXml" Target="../ink/ink219.xml"/><Relationship Id="rId10" Type="http://schemas.openxmlformats.org/officeDocument/2006/relationships/image" Target="../media/image222.png"/><Relationship Id="rId19" Type="http://schemas.openxmlformats.org/officeDocument/2006/relationships/customXml" Target="../ink/ink217.xml"/><Relationship Id="rId4" Type="http://schemas.openxmlformats.org/officeDocument/2006/relationships/image" Target="../media/image219.png"/><Relationship Id="rId9" Type="http://schemas.openxmlformats.org/officeDocument/2006/relationships/customXml" Target="../ink/ink212.xml"/><Relationship Id="rId14" Type="http://schemas.openxmlformats.org/officeDocument/2006/relationships/image" Target="../media/image224.png"/><Relationship Id="rId22" Type="http://schemas.openxmlformats.org/officeDocument/2006/relationships/image" Target="../media/image22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customXml" Target="../ink/ink225.xml"/><Relationship Id="rId18" Type="http://schemas.openxmlformats.org/officeDocument/2006/relationships/image" Target="../media/image238.png"/><Relationship Id="rId26" Type="http://schemas.openxmlformats.org/officeDocument/2006/relationships/image" Target="../media/image242.png"/><Relationship Id="rId39" Type="http://schemas.openxmlformats.org/officeDocument/2006/relationships/customXml" Target="../ink/ink238.xml"/><Relationship Id="rId3" Type="http://schemas.openxmlformats.org/officeDocument/2006/relationships/customXml" Target="../ink/ink220.xml"/><Relationship Id="rId21" Type="http://schemas.openxmlformats.org/officeDocument/2006/relationships/customXml" Target="../ink/ink229.xml"/><Relationship Id="rId34" Type="http://schemas.openxmlformats.org/officeDocument/2006/relationships/image" Target="../media/image246.png"/><Relationship Id="rId42" Type="http://schemas.openxmlformats.org/officeDocument/2006/relationships/image" Target="../media/image249.png"/><Relationship Id="rId7" Type="http://schemas.openxmlformats.org/officeDocument/2006/relationships/customXml" Target="../ink/ink222.xml"/><Relationship Id="rId12" Type="http://schemas.openxmlformats.org/officeDocument/2006/relationships/image" Target="../media/image235.png"/><Relationship Id="rId17" Type="http://schemas.openxmlformats.org/officeDocument/2006/relationships/customXml" Target="../ink/ink227.xml"/><Relationship Id="rId25" Type="http://schemas.openxmlformats.org/officeDocument/2006/relationships/customXml" Target="../ink/ink231.xml"/><Relationship Id="rId33" Type="http://schemas.openxmlformats.org/officeDocument/2006/relationships/customXml" Target="../ink/ink235.xml"/><Relationship Id="rId38" Type="http://schemas.openxmlformats.org/officeDocument/2006/relationships/image" Target="../media/image247.png"/><Relationship Id="rId2" Type="http://schemas.openxmlformats.org/officeDocument/2006/relationships/image" Target="../media/image230.png"/><Relationship Id="rId16" Type="http://schemas.openxmlformats.org/officeDocument/2006/relationships/image" Target="../media/image237.png"/><Relationship Id="rId20" Type="http://schemas.openxmlformats.org/officeDocument/2006/relationships/image" Target="../media/image239.png"/><Relationship Id="rId29" Type="http://schemas.openxmlformats.org/officeDocument/2006/relationships/customXml" Target="../ink/ink233.xml"/><Relationship Id="rId41" Type="http://schemas.openxmlformats.org/officeDocument/2006/relationships/customXml" Target="../ink/ink2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2.png"/><Relationship Id="rId11" Type="http://schemas.openxmlformats.org/officeDocument/2006/relationships/customXml" Target="../ink/ink224.xml"/><Relationship Id="rId24" Type="http://schemas.openxmlformats.org/officeDocument/2006/relationships/image" Target="../media/image241.png"/><Relationship Id="rId32" Type="http://schemas.openxmlformats.org/officeDocument/2006/relationships/image" Target="../media/image245.png"/><Relationship Id="rId37" Type="http://schemas.openxmlformats.org/officeDocument/2006/relationships/customXml" Target="../ink/ink237.xml"/><Relationship Id="rId40" Type="http://schemas.openxmlformats.org/officeDocument/2006/relationships/image" Target="../media/image248.png"/><Relationship Id="rId5" Type="http://schemas.openxmlformats.org/officeDocument/2006/relationships/customXml" Target="../ink/ink221.xml"/><Relationship Id="rId15" Type="http://schemas.openxmlformats.org/officeDocument/2006/relationships/customXml" Target="../ink/ink226.xml"/><Relationship Id="rId23" Type="http://schemas.openxmlformats.org/officeDocument/2006/relationships/customXml" Target="../ink/ink230.xml"/><Relationship Id="rId28" Type="http://schemas.openxmlformats.org/officeDocument/2006/relationships/image" Target="../media/image243.png"/><Relationship Id="rId36" Type="http://schemas.openxmlformats.org/officeDocument/2006/relationships/image" Target="../media/image97.png"/><Relationship Id="rId10" Type="http://schemas.openxmlformats.org/officeDocument/2006/relationships/image" Target="../media/image234.png"/><Relationship Id="rId19" Type="http://schemas.openxmlformats.org/officeDocument/2006/relationships/customXml" Target="../ink/ink228.xml"/><Relationship Id="rId31" Type="http://schemas.openxmlformats.org/officeDocument/2006/relationships/customXml" Target="../ink/ink234.xml"/><Relationship Id="rId4" Type="http://schemas.openxmlformats.org/officeDocument/2006/relationships/image" Target="../media/image231.png"/><Relationship Id="rId9" Type="http://schemas.openxmlformats.org/officeDocument/2006/relationships/customXml" Target="../ink/ink223.xml"/><Relationship Id="rId14" Type="http://schemas.openxmlformats.org/officeDocument/2006/relationships/image" Target="../media/image236.png"/><Relationship Id="rId22" Type="http://schemas.openxmlformats.org/officeDocument/2006/relationships/image" Target="../media/image240.png"/><Relationship Id="rId27" Type="http://schemas.openxmlformats.org/officeDocument/2006/relationships/customXml" Target="../ink/ink232.xml"/><Relationship Id="rId30" Type="http://schemas.openxmlformats.org/officeDocument/2006/relationships/image" Target="../media/image244.png"/><Relationship Id="rId35" Type="http://schemas.openxmlformats.org/officeDocument/2006/relationships/customXml" Target="../ink/ink23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3.xml"/><Relationship Id="rId13" Type="http://schemas.openxmlformats.org/officeDocument/2006/relationships/image" Target="../media/image252.png"/><Relationship Id="rId18" Type="http://schemas.openxmlformats.org/officeDocument/2006/relationships/customXml" Target="../ink/ink250.xml"/><Relationship Id="rId26" Type="http://schemas.openxmlformats.org/officeDocument/2006/relationships/customXml" Target="../ink/ink255.xml"/><Relationship Id="rId3" Type="http://schemas.openxmlformats.org/officeDocument/2006/relationships/image" Target="../media/image250.png"/><Relationship Id="rId21" Type="http://schemas.openxmlformats.org/officeDocument/2006/relationships/customXml" Target="../ink/ink252.xml"/><Relationship Id="rId7" Type="http://schemas.openxmlformats.org/officeDocument/2006/relationships/image" Target="../media/image97.png"/><Relationship Id="rId12" Type="http://schemas.openxmlformats.org/officeDocument/2006/relationships/customXml" Target="../ink/ink247.xml"/><Relationship Id="rId17" Type="http://schemas.openxmlformats.org/officeDocument/2006/relationships/image" Target="../media/image254.png"/><Relationship Id="rId25" Type="http://schemas.openxmlformats.org/officeDocument/2006/relationships/customXml" Target="../ink/ink254.xml"/><Relationship Id="rId2" Type="http://schemas.openxmlformats.org/officeDocument/2006/relationships/customXml" Target="../ink/ink240.xml"/><Relationship Id="rId16" Type="http://schemas.openxmlformats.org/officeDocument/2006/relationships/customXml" Target="../ink/ink249.xml"/><Relationship Id="rId20" Type="http://schemas.openxmlformats.org/officeDocument/2006/relationships/customXml" Target="../ink/ink2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2.xml"/><Relationship Id="rId11" Type="http://schemas.openxmlformats.org/officeDocument/2006/relationships/customXml" Target="../ink/ink246.xml"/><Relationship Id="rId24" Type="http://schemas.openxmlformats.org/officeDocument/2006/relationships/image" Target="../media/image257.png"/><Relationship Id="rId5" Type="http://schemas.openxmlformats.org/officeDocument/2006/relationships/image" Target="../media/image251.png"/><Relationship Id="rId15" Type="http://schemas.openxmlformats.org/officeDocument/2006/relationships/image" Target="../media/image253.png"/><Relationship Id="rId23" Type="http://schemas.openxmlformats.org/officeDocument/2006/relationships/customXml" Target="../ink/ink253.xml"/><Relationship Id="rId10" Type="http://schemas.openxmlformats.org/officeDocument/2006/relationships/customXml" Target="../ink/ink245.xml"/><Relationship Id="rId19" Type="http://schemas.openxmlformats.org/officeDocument/2006/relationships/image" Target="../media/image255.png"/><Relationship Id="rId4" Type="http://schemas.openxmlformats.org/officeDocument/2006/relationships/customXml" Target="../ink/ink241.xml"/><Relationship Id="rId9" Type="http://schemas.openxmlformats.org/officeDocument/2006/relationships/customXml" Target="../ink/ink244.xml"/><Relationship Id="rId14" Type="http://schemas.openxmlformats.org/officeDocument/2006/relationships/customXml" Target="../ink/ink248.xml"/><Relationship Id="rId22" Type="http://schemas.openxmlformats.org/officeDocument/2006/relationships/image" Target="../media/image256.png"/><Relationship Id="rId27" Type="http://schemas.openxmlformats.org/officeDocument/2006/relationships/image" Target="../media/image25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9.xml"/><Relationship Id="rId13" Type="http://schemas.openxmlformats.org/officeDocument/2006/relationships/image" Target="../media/image264.png"/><Relationship Id="rId18" Type="http://schemas.openxmlformats.org/officeDocument/2006/relationships/customXml" Target="../ink/ink264.xml"/><Relationship Id="rId26" Type="http://schemas.openxmlformats.org/officeDocument/2006/relationships/customXml" Target="../ink/ink268.xml"/><Relationship Id="rId3" Type="http://schemas.openxmlformats.org/officeDocument/2006/relationships/image" Target="../media/image259.png"/><Relationship Id="rId21" Type="http://schemas.openxmlformats.org/officeDocument/2006/relationships/image" Target="../media/image268.png"/><Relationship Id="rId7" Type="http://schemas.openxmlformats.org/officeDocument/2006/relationships/image" Target="../media/image261.png"/><Relationship Id="rId12" Type="http://schemas.openxmlformats.org/officeDocument/2006/relationships/customXml" Target="../ink/ink261.xml"/><Relationship Id="rId17" Type="http://schemas.openxmlformats.org/officeDocument/2006/relationships/image" Target="../media/image266.png"/><Relationship Id="rId25" Type="http://schemas.openxmlformats.org/officeDocument/2006/relationships/image" Target="../media/image270.png"/><Relationship Id="rId2" Type="http://schemas.openxmlformats.org/officeDocument/2006/relationships/customXml" Target="../ink/ink256.xml"/><Relationship Id="rId16" Type="http://schemas.openxmlformats.org/officeDocument/2006/relationships/customXml" Target="../ink/ink263.xml"/><Relationship Id="rId20" Type="http://schemas.openxmlformats.org/officeDocument/2006/relationships/customXml" Target="../ink/ink265.xml"/><Relationship Id="rId29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8.xml"/><Relationship Id="rId11" Type="http://schemas.openxmlformats.org/officeDocument/2006/relationships/image" Target="../media/image263.png"/><Relationship Id="rId24" Type="http://schemas.openxmlformats.org/officeDocument/2006/relationships/customXml" Target="../ink/ink267.xml"/><Relationship Id="rId5" Type="http://schemas.openxmlformats.org/officeDocument/2006/relationships/image" Target="../media/image260.png"/><Relationship Id="rId15" Type="http://schemas.openxmlformats.org/officeDocument/2006/relationships/image" Target="../media/image265.png"/><Relationship Id="rId23" Type="http://schemas.openxmlformats.org/officeDocument/2006/relationships/image" Target="../media/image269.png"/><Relationship Id="rId28" Type="http://schemas.openxmlformats.org/officeDocument/2006/relationships/customXml" Target="../ink/ink269.xml"/><Relationship Id="rId10" Type="http://schemas.openxmlformats.org/officeDocument/2006/relationships/customXml" Target="../ink/ink260.xml"/><Relationship Id="rId19" Type="http://schemas.openxmlformats.org/officeDocument/2006/relationships/image" Target="../media/image267.png"/><Relationship Id="rId31" Type="http://schemas.openxmlformats.org/officeDocument/2006/relationships/image" Target="../media/image273.png"/><Relationship Id="rId4" Type="http://schemas.openxmlformats.org/officeDocument/2006/relationships/customXml" Target="../ink/ink257.xml"/><Relationship Id="rId9" Type="http://schemas.openxmlformats.org/officeDocument/2006/relationships/image" Target="../media/image262.png"/><Relationship Id="rId14" Type="http://schemas.openxmlformats.org/officeDocument/2006/relationships/customXml" Target="../ink/ink262.xml"/><Relationship Id="rId22" Type="http://schemas.openxmlformats.org/officeDocument/2006/relationships/customXml" Target="../ink/ink266.xml"/><Relationship Id="rId27" Type="http://schemas.openxmlformats.org/officeDocument/2006/relationships/image" Target="../media/image271.png"/><Relationship Id="rId30" Type="http://schemas.openxmlformats.org/officeDocument/2006/relationships/customXml" Target="../ink/ink27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1DD615-8812-5C83-59E2-C8E6A63D5B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101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08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7234DE4-DAF0-A2AF-A79F-08392B28C4E3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✍Lecture 3: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F7192C7-31E4-8CA4-44D5-D7DFDDC2A363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/>
              <a:t>Primitive Data types . </a:t>
            </a:r>
          </a:p>
          <a:p>
            <a:r>
              <a:rPr lang="en-US" sz="2200"/>
              <a:t>Literals in java . </a:t>
            </a:r>
          </a:p>
          <a:p>
            <a:r>
              <a:rPr lang="en-US" sz="2200"/>
              <a:t>Variables . </a:t>
            </a:r>
          </a:p>
          <a:p>
            <a:r>
              <a:rPr lang="en-US" sz="2200"/>
              <a:t>Type Casting . </a:t>
            </a:r>
          </a:p>
          <a:p>
            <a:r>
              <a:rPr lang="en-US" sz="2200"/>
              <a:t>Arrays . </a:t>
            </a:r>
          </a:p>
          <a:p>
            <a:pPr marL="0"/>
            <a:endParaRPr lang="en-US" sz="2200"/>
          </a:p>
          <a:p>
            <a:r>
              <a:rPr lang="en-US" sz="2200" b="1"/>
              <a:t>Lab 3.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13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FCD30-1263-435C-312F-DA8520B1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✍Lecture 4 : 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CCC9E-59ED-54B9-E153-58238B7BA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100"/>
              <a:t>The Arithmetic and Bitwise Operators</a:t>
            </a:r>
          </a:p>
          <a:p>
            <a:r>
              <a:rPr lang="ar-EG" sz="1100"/>
              <a:t>The Relational and Boolean Logical Operators</a:t>
            </a:r>
          </a:p>
          <a:p>
            <a:r>
              <a:rPr lang="ar-EG" sz="1100"/>
              <a:t>The Ternary and instanceof Operators</a:t>
            </a:r>
          </a:p>
          <a:p>
            <a:r>
              <a:rPr lang="ar-EG" sz="1100"/>
              <a:t>Tha Arrow Operator and Lambda Expression</a:t>
            </a:r>
          </a:p>
          <a:p>
            <a:r>
              <a:rPr lang="ar-EG" sz="1100"/>
              <a:t>Selection Statements</a:t>
            </a:r>
          </a:p>
          <a:p>
            <a:r>
              <a:rPr lang="ar-EG" sz="1100"/>
              <a:t>Iteration Statements</a:t>
            </a:r>
          </a:p>
          <a:p>
            <a:r>
              <a:rPr lang="ar-EG" sz="1100"/>
              <a:t>Jump Statements</a:t>
            </a:r>
          </a:p>
          <a:p>
            <a:r>
              <a:rPr lang="ar-EG" sz="1100"/>
              <a:t>Java String</a:t>
            </a:r>
          </a:p>
          <a:p>
            <a:r>
              <a:rPr lang="ar-EG" sz="1100"/>
              <a:t>String Methods</a:t>
            </a:r>
          </a:p>
          <a:p>
            <a:r>
              <a:rPr lang="ar-EG" sz="1100"/>
              <a:t>StringBuffer, StringBuilder and StringTokenizer</a:t>
            </a:r>
            <a:endParaRPr lang="en-US" sz="1100"/>
          </a:p>
          <a:p>
            <a:r>
              <a:rPr lang="en-US" sz="1100" b="1"/>
              <a:t>Lab 4 . </a:t>
            </a:r>
            <a:endParaRPr lang="ar-EG" sz="1100" b="1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954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E5EC-5AD8-3069-80D5-040109AE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63AA0-FCDE-A265-E057-E92F399C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40D910F-87BB-F216-A903-D0BB48A9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131AF8-1145-4B52-E964-46DE6B41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0F9D78-FB2C-3C3D-1F94-3112500EA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7A92B7-B1F3-17AF-5D21-093DA5A0C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25E39B-064E-89FB-AF41-891F1E327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9CF243D-8C48-6BDF-2C7E-DE7A443BE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A77310-81CD-CE01-B1D8-4B9785AFB321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✍Lecture 5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335AC49-154D-A687-F97A-F1FD0F21AC90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J</a:t>
            </a:r>
            <a:r>
              <a:rPr lang="ar-EG" sz="1500"/>
              <a:t>ava Packages </a:t>
            </a:r>
          </a:p>
          <a:p>
            <a:r>
              <a:rPr lang="ar-EG" sz="1500"/>
              <a:t>Import Packages </a:t>
            </a:r>
          </a:p>
          <a:p>
            <a:r>
              <a:rPr lang="ar-EG" sz="1500"/>
              <a:t>Interfaces </a:t>
            </a:r>
          </a:p>
          <a:p>
            <a:r>
              <a:rPr lang="ar-EG" sz="1500"/>
              <a:t>Implementing Interfaces </a:t>
            </a:r>
          </a:p>
          <a:p>
            <a:r>
              <a:rPr lang="ar-EG" sz="1500"/>
              <a:t>General Considerations </a:t>
            </a:r>
          </a:p>
          <a:p>
            <a:r>
              <a:rPr lang="ar-EG" sz="1500"/>
              <a:t>Functional Interfaces </a:t>
            </a:r>
          </a:p>
          <a:p>
            <a:r>
              <a:rPr lang="ar-EG" sz="1500"/>
              <a:t>Predefined Functional Interfaces </a:t>
            </a:r>
          </a:p>
          <a:p>
            <a:endParaRPr lang="ar-EG" sz="1500"/>
          </a:p>
          <a:p>
            <a:r>
              <a:rPr lang="en-US" sz="1500"/>
              <a:t>Lab 5 .</a:t>
            </a:r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2EA5E0-2A91-55F0-3700-F2476E58F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0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F7186D9-BF64-C6BB-574A-3EA187FB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F94853-CCBB-681E-695B-6B6B27CBA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173026-0CC4-4B18-8D7F-1FB1B9C74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8D1CAF-3DC9-F685-FA05-1245D34C4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3C11C8-363C-6B79-13EF-B8FD55D40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73D2F-79AE-0A03-D6E3-D01DBC0CE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F0F9B5-A781-5037-0A1D-AB65AE36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✍Lecture 6 :</a:t>
            </a:r>
            <a:endParaRPr lang="ar-EG" sz="48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4517901-529E-D690-FB56-66AEA8D01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000" dirty="0"/>
              <a:t>Wrapper Classes</a:t>
            </a:r>
          </a:p>
          <a:p>
            <a:r>
              <a:rPr lang="ar-EG" sz="2000" dirty="0"/>
              <a:t>Annotations</a:t>
            </a:r>
          </a:p>
          <a:p>
            <a:r>
              <a:rPr lang="ar-EG" sz="2000" dirty="0"/>
              <a:t>Annotations Basics</a:t>
            </a:r>
          </a:p>
          <a:p>
            <a:pPr marL="0" lvl="0" indent="0">
              <a:buNone/>
            </a:pPr>
            <a:endParaRPr lang="ar-EG" sz="1800" dirty="0"/>
          </a:p>
          <a:p>
            <a:pPr lvl="0"/>
            <a:r>
              <a:rPr lang="en-US" sz="2400" b="1" dirty="0"/>
              <a:t>Lab 6 .</a:t>
            </a:r>
            <a:endParaRPr lang="ar-EG" sz="2400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9E5F07-FC0A-1F6D-CCB5-18FAD5566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97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554D-8154-7F1C-E92C-288FD790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41256-F793-E146-FBD0-3EAA6D8F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AD9D09F8-360C-11B9-9156-4A90940FE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B3887F-634D-CD31-8923-5BACB3571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12384D-A8A2-C496-F55F-A2FAB317E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6B9DA3-67BF-5ABC-983B-34EBA4DC3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AE9DFF-4039-751B-9984-DA9FB2953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44CFC31-D7ED-6B20-FBC5-7C6C3641A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FE90D3-1158-F8BB-4B58-EA578E2DB448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7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B22D171-2106-515F-B5D2-44B170E3D79D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Exception</a:t>
            </a:r>
          </a:p>
          <a:p>
            <a:r>
              <a:rPr lang="en-US" sz="2000" dirty="0"/>
              <a:t>Exception </a:t>
            </a:r>
            <a:r>
              <a:rPr lang="en-US" sz="2000" dirty="0" err="1"/>
              <a:t>Handlling</a:t>
            </a:r>
            <a:r>
              <a:rPr lang="en-US" sz="2000" dirty="0"/>
              <a:t> 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ar-EG" sz="1800" dirty="0"/>
          </a:p>
          <a:p>
            <a:r>
              <a:rPr lang="en-US" sz="2400" b="1" dirty="0"/>
              <a:t>Lab 7 .</a:t>
            </a:r>
            <a:endParaRPr lang="ar-EG" sz="2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70B18F-C28A-02E5-8894-6ED0B30F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66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2B5EF-7D4E-16AC-106F-5D77648B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</a:t>
            </a:r>
            <a:r>
              <a:rPr lang="en-US" sz="4800" dirty="0"/>
              <a:t>Lecture 8 :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8E11E-B0CB-0E49-F8E2-E3CF61096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500" b="1" dirty="0"/>
              <a:t>Introduction to Generic Programming</a:t>
            </a:r>
          </a:p>
          <a:p>
            <a:r>
              <a:rPr lang="ar-EG" sz="1500" b="1" dirty="0"/>
              <a:t>Simple Generic Example Demo</a:t>
            </a:r>
          </a:p>
          <a:p>
            <a:r>
              <a:rPr lang="ar-EG" sz="1500" b="1" dirty="0"/>
              <a:t>Bounded Type Parameters</a:t>
            </a:r>
          </a:p>
          <a:p>
            <a:r>
              <a:rPr lang="ar-EG" sz="1500" b="1" dirty="0"/>
              <a:t>Wildcards</a:t>
            </a:r>
          </a:p>
          <a:p>
            <a:r>
              <a:rPr lang="ar-EG" sz="1500" b="1" dirty="0"/>
              <a:t>Lambda Expressions</a:t>
            </a:r>
          </a:p>
          <a:p>
            <a:r>
              <a:rPr lang="ar-EG" sz="1500" b="1" dirty="0"/>
              <a:t>Single Lambda Expressions</a:t>
            </a:r>
          </a:p>
          <a:p>
            <a:r>
              <a:rPr lang="ar-EG" sz="1500" b="1" dirty="0"/>
              <a:t>Block Lambda Expressions</a:t>
            </a:r>
          </a:p>
          <a:p>
            <a:r>
              <a:rPr lang="ar-EG" sz="1500" b="1" dirty="0"/>
              <a:t>Method Reference</a:t>
            </a:r>
          </a:p>
          <a:p>
            <a:r>
              <a:rPr lang="ar-EG" sz="1500" b="1" dirty="0"/>
              <a:t>Examples of Method Reference types</a:t>
            </a:r>
          </a:p>
          <a:p>
            <a:endParaRPr lang="ar-EG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39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E58B3-2583-CE1D-9E94-10D3349D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✍Why Generic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590A2-8544-7114-41DC-4E6269377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Write </a:t>
            </a:r>
            <a:r>
              <a:rPr lang="ar-EG" sz="2400" b="1" dirty="0"/>
              <a:t>reusable code</a:t>
            </a:r>
            <a:r>
              <a:rPr lang="ar-EG" sz="2400" dirty="0"/>
              <a:t> </a:t>
            </a:r>
          </a:p>
          <a:p>
            <a:pPr lvl="0"/>
            <a:r>
              <a:rPr lang="ar-EG" sz="2400" dirty="0"/>
              <a:t>Work with different data types </a:t>
            </a:r>
          </a:p>
          <a:p>
            <a:pPr lvl="0"/>
            <a:r>
              <a:rPr lang="ar-EG" sz="2400" dirty="0"/>
              <a:t>Reduce code duplication </a:t>
            </a:r>
          </a:p>
          <a:p>
            <a:pPr lvl="0"/>
            <a:r>
              <a:rPr lang="ar-EG" sz="2400" dirty="0"/>
              <a:t>Provide </a:t>
            </a:r>
            <a:r>
              <a:rPr lang="ar-EG" sz="2400" b="1" dirty="0"/>
              <a:t>type safety</a:t>
            </a:r>
            <a:r>
              <a:rPr lang="ar-EG" sz="2400" dirty="0"/>
              <a:t> </a:t>
            </a:r>
          </a:p>
          <a:p>
            <a:pPr lvl="0"/>
            <a:r>
              <a:rPr lang="ar-EG" sz="2400" dirty="0"/>
              <a:t>Avoid unnecessary casting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400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D5C3D-A417-CC6E-9CC4-275C04B5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✍The Problem Before Generics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98B14-B6D1-99AB-28FA-6D8300064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lvl="0"/>
            <a:r>
              <a:rPr lang="ar-EG" sz="2000"/>
              <a:t>Problems</a:t>
            </a:r>
            <a:r>
              <a:rPr lang="en-US" sz="2000"/>
              <a:t>:</a:t>
            </a:r>
          </a:p>
          <a:p>
            <a:pPr lvl="0"/>
            <a:r>
              <a:rPr lang="ar-EG" sz="2000"/>
              <a:t>Returns Object </a:t>
            </a:r>
          </a:p>
          <a:p>
            <a:pPr lvl="0"/>
            <a:r>
              <a:rPr lang="ar-EG" sz="2000"/>
              <a:t>Requires casting </a:t>
            </a:r>
          </a:p>
          <a:p>
            <a:pPr lvl="0"/>
            <a:r>
              <a:rPr lang="ar-EG" sz="2000"/>
              <a:t>No compile-time type checking</a:t>
            </a:r>
          </a:p>
          <a:p>
            <a:endParaRPr lang="ar-EG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C2FDB-27DD-DCCD-0699-FD59D583E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307563"/>
            <a:ext cx="5150277" cy="20676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16B793-CB20-0E40-8406-73F4F23E9D9B}"/>
                  </a:ext>
                </a:extLst>
              </p14:cNvPr>
              <p14:cNvContentPartPr/>
              <p14:nvPr/>
            </p14:nvContentPartPr>
            <p14:xfrm>
              <a:off x="6400241" y="3832445"/>
              <a:ext cx="845640" cy="10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16B793-CB20-0E40-8406-73F4F23E9D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82601" y="3814805"/>
                <a:ext cx="8812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E295EA-EC1B-0823-9F7E-B2A1C1ADDEEC}"/>
                  </a:ext>
                </a:extLst>
              </p14:cNvPr>
              <p14:cNvContentPartPr/>
              <p14:nvPr/>
            </p14:nvContentPartPr>
            <p14:xfrm>
              <a:off x="7528481" y="3783845"/>
              <a:ext cx="438480" cy="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E295EA-EC1B-0823-9F7E-B2A1C1ADDEE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10841" y="3765845"/>
                <a:ext cx="4741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20AAF86-C336-4D81-8B0E-B7EEA0D8D022}"/>
                  </a:ext>
                </a:extLst>
              </p14:cNvPr>
              <p14:cNvContentPartPr/>
              <p14:nvPr/>
            </p14:nvContentPartPr>
            <p14:xfrm>
              <a:off x="7348481" y="2927405"/>
              <a:ext cx="424080" cy="424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20AAF86-C336-4D81-8B0E-B7EEA0D8D02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30841" y="2909765"/>
                <a:ext cx="45972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9F3000-A035-AB90-543B-D6F12DC721C6}"/>
                  </a:ext>
                </a:extLst>
              </p14:cNvPr>
              <p14:cNvContentPartPr/>
              <p14:nvPr/>
            </p14:nvContentPartPr>
            <p14:xfrm>
              <a:off x="7354241" y="3209645"/>
              <a:ext cx="156600" cy="202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9F3000-A035-AB90-543B-D6F12DC721C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36601" y="3192005"/>
                <a:ext cx="19224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5073AF4-85B5-8B9B-34AA-FC2267644350}"/>
                  </a:ext>
                </a:extLst>
              </p14:cNvPr>
              <p14:cNvContentPartPr/>
              <p14:nvPr/>
            </p14:nvContentPartPr>
            <p14:xfrm>
              <a:off x="5651441" y="4695365"/>
              <a:ext cx="605880" cy="265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5073AF4-85B5-8B9B-34AA-FC226764435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33441" y="4677725"/>
                <a:ext cx="6415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020ABF1-CE05-9027-39E3-1803CD52B20D}"/>
                  </a:ext>
                </a:extLst>
              </p14:cNvPr>
              <p14:cNvContentPartPr/>
              <p14:nvPr/>
            </p14:nvContentPartPr>
            <p14:xfrm>
              <a:off x="7878761" y="4863485"/>
              <a:ext cx="867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020ABF1-CE05-9027-39E3-1803CD52B20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61121" y="4845485"/>
                <a:ext cx="122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32A68D4-0F48-8E20-CE52-BE132FBCC107}"/>
                  </a:ext>
                </a:extLst>
              </p14:cNvPr>
              <p14:cNvContentPartPr/>
              <p14:nvPr/>
            </p14:nvContentPartPr>
            <p14:xfrm>
              <a:off x="9104561" y="4950965"/>
              <a:ext cx="690840" cy="38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32A68D4-0F48-8E20-CE52-BE132FBCC10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86561" y="4932965"/>
                <a:ext cx="7264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75FC3AD-C8DE-DCA1-F95C-CBBCA74C8764}"/>
                  </a:ext>
                </a:extLst>
              </p14:cNvPr>
              <p14:cNvContentPartPr/>
              <p14:nvPr/>
            </p14:nvContentPartPr>
            <p14:xfrm>
              <a:off x="9950921" y="4445885"/>
              <a:ext cx="360" cy="126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75FC3AD-C8DE-DCA1-F95C-CBBCA74C876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33281" y="4428245"/>
                <a:ext cx="360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2402BAD-FFF7-C075-3626-4B2A087A1534}"/>
                  </a:ext>
                </a:extLst>
              </p14:cNvPr>
              <p14:cNvContentPartPr/>
              <p14:nvPr/>
            </p14:nvContentPartPr>
            <p14:xfrm>
              <a:off x="8044361" y="4930805"/>
              <a:ext cx="446760" cy="39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2402BAD-FFF7-C075-3626-4B2A087A153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026361" y="4912805"/>
                <a:ext cx="4824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EC3497F-4DD0-0111-76E9-C43B60B7DD19}"/>
                  </a:ext>
                </a:extLst>
              </p14:cNvPr>
              <p14:cNvContentPartPr/>
              <p14:nvPr/>
            </p14:nvContentPartPr>
            <p14:xfrm>
              <a:off x="330281" y="3999485"/>
              <a:ext cx="536760" cy="290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EC3497F-4DD0-0111-76E9-C43B60B7DD1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12641" y="3981845"/>
                <a:ext cx="57240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05233B-8311-29C4-AAFB-0D78431741D5}"/>
                  </a:ext>
                </a:extLst>
              </p14:cNvPr>
              <p14:cNvContentPartPr/>
              <p14:nvPr/>
            </p14:nvContentPartPr>
            <p14:xfrm>
              <a:off x="7829441" y="4590965"/>
              <a:ext cx="936360" cy="371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05233B-8311-29C4-AAFB-0D78431741D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811441" y="4572965"/>
                <a:ext cx="97200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56EAEAF-D5B0-838C-A1DE-F4B902C6C4E1}"/>
                  </a:ext>
                </a:extLst>
              </p14:cNvPr>
              <p14:cNvContentPartPr/>
              <p14:nvPr/>
            </p14:nvContentPartPr>
            <p14:xfrm>
              <a:off x="6361361" y="4464245"/>
              <a:ext cx="506520" cy="20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56EAEAF-D5B0-838C-A1DE-F4B902C6C4E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43361" y="4446245"/>
                <a:ext cx="5421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F9BA672-9418-59A4-3B66-C7A3ABF8E484}"/>
                  </a:ext>
                </a:extLst>
              </p14:cNvPr>
              <p14:cNvContentPartPr/>
              <p14:nvPr/>
            </p14:nvContentPartPr>
            <p14:xfrm>
              <a:off x="7441361" y="4464245"/>
              <a:ext cx="437760" cy="10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F9BA672-9418-59A4-3B66-C7A3ABF8E48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423361" y="4446245"/>
                <a:ext cx="4734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43A82C6-34E1-FB92-B517-126DC81B7CC4}"/>
                  </a:ext>
                </a:extLst>
              </p14:cNvPr>
              <p14:cNvContentPartPr/>
              <p14:nvPr/>
            </p14:nvContentPartPr>
            <p14:xfrm>
              <a:off x="1166921" y="1652645"/>
              <a:ext cx="300960" cy="30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43A82C6-34E1-FB92-B517-126DC81B7CC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48921" y="1635005"/>
                <a:ext cx="336600" cy="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5841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C2C1F-D925-0925-756F-FB8F4501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✍What is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E2B33-03AB-2343-ECA2-87590399E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Generics allow us to define a class, interface, or method with a </a:t>
            </a:r>
            <a:r>
              <a:rPr lang="ar-EG" sz="2400" b="1" dirty="0"/>
              <a:t>type parameter</a:t>
            </a:r>
            <a:r>
              <a:rPr lang="ar-EG" sz="2400" dirty="0"/>
              <a:t>.</a:t>
            </a:r>
            <a:endParaRPr lang="en-US" sz="2400" dirty="0"/>
          </a:p>
          <a:p>
            <a:endParaRPr lang="en-US" sz="2400" dirty="0"/>
          </a:p>
          <a:p>
            <a:pPr lvl="0"/>
            <a:r>
              <a:rPr lang="ar-EG" sz="2400" dirty="0"/>
              <a:t>ArrayList → Generic class </a:t>
            </a:r>
          </a:p>
          <a:p>
            <a:pPr lvl="0"/>
            <a:r>
              <a:rPr lang="ar-EG" sz="2400" dirty="0"/>
              <a:t>String → Type argument </a:t>
            </a:r>
          </a:p>
          <a:p>
            <a:pPr lvl="0"/>
            <a:r>
              <a:rPr lang="ar-EG" sz="2400" dirty="0"/>
              <a:t>&lt;String&gt; → specifies the type</a:t>
            </a:r>
          </a:p>
          <a:p>
            <a:endParaRPr lang="ar-EG" sz="24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26FC2FA-8A4C-E130-E081-5839C508D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1" y="4244506"/>
            <a:ext cx="3779120" cy="14146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3E79DB-850E-64A7-47C9-38A110879DC9}"/>
                  </a:ext>
                </a:extLst>
              </p14:cNvPr>
              <p14:cNvContentPartPr/>
              <p14:nvPr/>
            </p14:nvContentPartPr>
            <p14:xfrm>
              <a:off x="1721321" y="1984205"/>
              <a:ext cx="807840" cy="59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3E79DB-850E-64A7-47C9-38A110879D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03681" y="1966205"/>
                <a:ext cx="8434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224239-7A15-BE25-E2A1-246F6EDA2A16}"/>
                  </a:ext>
                </a:extLst>
              </p14:cNvPr>
              <p14:cNvContentPartPr/>
              <p14:nvPr/>
            </p14:nvContentPartPr>
            <p14:xfrm>
              <a:off x="6507161" y="5096765"/>
              <a:ext cx="953640" cy="4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224239-7A15-BE25-E2A1-246F6EDA2A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9521" y="5078765"/>
                <a:ext cx="98928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E7CEBF-39B2-94BC-EEF1-E534741F3842}"/>
                  </a:ext>
                </a:extLst>
              </p14:cNvPr>
              <p14:cNvContentPartPr/>
              <p14:nvPr/>
            </p14:nvContentPartPr>
            <p14:xfrm>
              <a:off x="7742681" y="5126285"/>
              <a:ext cx="720720" cy="6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E7CEBF-39B2-94BC-EEF1-E534741F38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25041" y="5108285"/>
                <a:ext cx="7563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267CACB-7EA7-95DA-49D5-CDA3E1330D08}"/>
                  </a:ext>
                </a:extLst>
              </p14:cNvPr>
              <p14:cNvContentPartPr/>
              <p14:nvPr/>
            </p14:nvContentPartPr>
            <p14:xfrm>
              <a:off x="7340921" y="3510245"/>
              <a:ext cx="1531800" cy="673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267CACB-7EA7-95DA-49D5-CDA3E1330D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23281" y="3492245"/>
                <a:ext cx="1567440" cy="70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7CF9CB6-F37C-5C27-0AD3-872554681B63}"/>
              </a:ext>
            </a:extLst>
          </p:cNvPr>
          <p:cNvGrpSpPr/>
          <p:nvPr/>
        </p:nvGrpSpPr>
        <p:grpSpPr>
          <a:xfrm>
            <a:off x="7668161" y="3459845"/>
            <a:ext cx="960120" cy="582120"/>
            <a:chOff x="7668161" y="3459845"/>
            <a:chExt cx="96012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C609811-6D2A-3705-B730-EFFD6C858F55}"/>
                    </a:ext>
                  </a:extLst>
                </p14:cNvPr>
                <p14:cNvContentPartPr/>
                <p14:nvPr/>
              </p14:nvContentPartPr>
              <p14:xfrm>
                <a:off x="7668161" y="3783845"/>
                <a:ext cx="221040" cy="182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C609811-6D2A-3705-B730-EFFD6C858F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50521" y="3765845"/>
                  <a:ext cx="256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5A7E7A-6E03-E152-52E2-628FC03F37AB}"/>
                    </a:ext>
                  </a:extLst>
                </p14:cNvPr>
                <p14:cNvContentPartPr/>
                <p14:nvPr/>
              </p14:nvContentPartPr>
              <p14:xfrm>
                <a:off x="8297441" y="3735245"/>
                <a:ext cx="330840" cy="30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5A7E7A-6E03-E152-52E2-628FC03F37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79801" y="3717245"/>
                  <a:ext cx="3664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FE2964A-57FB-7543-78BA-C18A3A809EB5}"/>
                    </a:ext>
                  </a:extLst>
                </p14:cNvPr>
                <p14:cNvContentPartPr/>
                <p14:nvPr/>
              </p14:nvContentPartPr>
              <p14:xfrm>
                <a:off x="8046161" y="3459845"/>
                <a:ext cx="164880" cy="489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FE2964A-57FB-7543-78BA-C18A3A809EB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28161" y="3441845"/>
                  <a:ext cx="200520" cy="525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F045592-D7C3-93D4-0D02-31B3DD32FFE6}"/>
                  </a:ext>
                </a:extLst>
              </p14:cNvPr>
              <p14:cNvContentPartPr/>
              <p14:nvPr/>
            </p14:nvContentPartPr>
            <p14:xfrm>
              <a:off x="8724041" y="4668005"/>
              <a:ext cx="879840" cy="584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F045592-D7C3-93D4-0D02-31B3DD32FFE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06401" y="4650365"/>
                <a:ext cx="915480" cy="62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D393EB82-2011-3750-8FA2-97A9CA1AA7A6}"/>
                  </a:ext>
                </a:extLst>
              </p14:cNvPr>
              <p14:cNvContentPartPr/>
              <p14:nvPr/>
            </p14:nvContentPartPr>
            <p14:xfrm>
              <a:off x="913841" y="4268045"/>
              <a:ext cx="468720" cy="517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D393EB82-2011-3750-8FA2-97A9CA1AA7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96201" y="4250405"/>
                <a:ext cx="50436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2940AB3-830C-0577-F298-63DE287C5598}"/>
                  </a:ext>
                </a:extLst>
              </p14:cNvPr>
              <p14:cNvContentPartPr/>
              <p14:nvPr/>
            </p14:nvContentPartPr>
            <p14:xfrm>
              <a:off x="3044681" y="4668005"/>
              <a:ext cx="1429200" cy="496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2940AB3-830C-0577-F298-63DE287C559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026681" y="4650365"/>
                <a:ext cx="14648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C865562-3C5E-6058-3089-FA6998DEAC1B}"/>
                  </a:ext>
                </a:extLst>
              </p14:cNvPr>
              <p14:cNvContentPartPr/>
              <p14:nvPr/>
            </p14:nvContentPartPr>
            <p14:xfrm>
              <a:off x="2509001" y="5174885"/>
              <a:ext cx="1771200" cy="198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C865562-3C5E-6058-3089-FA6998DEAC1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1001" y="5156885"/>
                <a:ext cx="1806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24C81C0-66A1-3078-57B1-51825FC53F2D}"/>
                  </a:ext>
                </a:extLst>
              </p14:cNvPr>
              <p14:cNvContentPartPr/>
              <p14:nvPr/>
            </p14:nvContentPartPr>
            <p14:xfrm>
              <a:off x="2742641" y="5670965"/>
              <a:ext cx="2081160" cy="889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24C81C0-66A1-3078-57B1-51825FC53F2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24641" y="5652965"/>
                <a:ext cx="211680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C1F4448-AC46-FE06-40CE-F2670B255E78}"/>
                  </a:ext>
                </a:extLst>
              </p14:cNvPr>
              <p14:cNvContentPartPr/>
              <p14:nvPr/>
            </p14:nvContentPartPr>
            <p14:xfrm>
              <a:off x="8802881" y="5349845"/>
              <a:ext cx="408960" cy="545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C1F4448-AC46-FE06-40CE-F2670B255E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785241" y="5331845"/>
                <a:ext cx="44460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18C25D9-2A17-4860-CF36-AA88B35E6E5E}"/>
                  </a:ext>
                </a:extLst>
              </p14:cNvPr>
              <p14:cNvContentPartPr/>
              <p14:nvPr/>
            </p14:nvContentPartPr>
            <p14:xfrm>
              <a:off x="8800361" y="5797325"/>
              <a:ext cx="311760" cy="148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18C25D9-2A17-4860-CF36-AA88B35E6E5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782361" y="5779325"/>
                <a:ext cx="347400" cy="18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956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47164-D8C5-C4B0-7B20-7D800B378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✍Advantages of Type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2436E-DA6B-7C4A-89E0-D6741FC74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ar-EG" sz="2400"/>
              <a:t>Type Safety</a:t>
            </a:r>
            <a:r>
              <a:rPr lang="en-US" sz="2400"/>
              <a:t> </a:t>
            </a:r>
            <a:endParaRPr lang="ar-EG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2951F71-58E3-87D1-0378-BFB571C8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579091"/>
            <a:ext cx="4808113" cy="20015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AA647896-6E39-F31F-EFBE-4F823523D024}"/>
              </a:ext>
            </a:extLst>
          </p:cNvPr>
          <p:cNvGrpSpPr/>
          <p:nvPr/>
        </p:nvGrpSpPr>
        <p:grpSpPr>
          <a:xfrm>
            <a:off x="5048441" y="4726325"/>
            <a:ext cx="1004760" cy="944640"/>
            <a:chOff x="5048441" y="4726325"/>
            <a:chExt cx="1004760" cy="94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3B01E6-BF01-6BA4-A00D-91D3A0D3994B}"/>
                    </a:ext>
                  </a:extLst>
                </p14:cNvPr>
                <p14:cNvContentPartPr/>
                <p14:nvPr/>
              </p14:nvContentPartPr>
              <p14:xfrm>
                <a:off x="5048441" y="4726325"/>
                <a:ext cx="1004760" cy="458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3B01E6-BF01-6BA4-A00D-91D3A0D3994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30441" y="4708685"/>
                  <a:ext cx="104040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10FE52-31C8-5F67-935B-5F450924E677}"/>
                    </a:ext>
                  </a:extLst>
                </p14:cNvPr>
                <p14:cNvContentPartPr/>
                <p14:nvPr/>
              </p14:nvContentPartPr>
              <p14:xfrm>
                <a:off x="5320961" y="5125565"/>
                <a:ext cx="730800" cy="545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10FE52-31C8-5F67-935B-5F450924E67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02961" y="5107925"/>
                  <a:ext cx="766440" cy="58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573CAF-66B2-19A3-0209-D8BFC0D383E6}"/>
              </a:ext>
            </a:extLst>
          </p:cNvPr>
          <p:cNvGrpSpPr/>
          <p:nvPr/>
        </p:nvGrpSpPr>
        <p:grpSpPr>
          <a:xfrm>
            <a:off x="8219321" y="4960685"/>
            <a:ext cx="362160" cy="216720"/>
            <a:chOff x="8219321" y="4960685"/>
            <a:chExt cx="36216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1E78F0C-C58D-507C-7BBB-4CA065B36B0C}"/>
                    </a:ext>
                  </a:extLst>
                </p14:cNvPr>
                <p14:cNvContentPartPr/>
                <p14:nvPr/>
              </p14:nvContentPartPr>
              <p14:xfrm>
                <a:off x="8294201" y="4960685"/>
                <a:ext cx="178560" cy="216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1E78F0C-C58D-507C-7BBB-4CA065B36B0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76561" y="4943045"/>
                  <a:ext cx="214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E3C281F-48E3-4A93-2459-0124044D2B8E}"/>
                    </a:ext>
                  </a:extLst>
                </p14:cNvPr>
                <p14:cNvContentPartPr/>
                <p14:nvPr/>
              </p14:nvContentPartPr>
              <p14:xfrm>
                <a:off x="8219321" y="5028725"/>
                <a:ext cx="362160" cy="89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E3C281F-48E3-4A93-2459-0124044D2B8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01681" y="5011085"/>
                  <a:ext cx="39780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EA69D2-A6DF-3656-BA15-26EB06F115B9}"/>
                  </a:ext>
                </a:extLst>
              </p14:cNvPr>
              <p14:cNvContentPartPr/>
              <p14:nvPr/>
            </p14:nvContentPartPr>
            <p14:xfrm>
              <a:off x="6974081" y="5213405"/>
              <a:ext cx="2145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EA69D2-A6DF-3656-BA15-26EB06F115B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56441" y="5195405"/>
                <a:ext cx="250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F818373-1C3B-8D18-C92B-B0458AA49648}"/>
                  </a:ext>
                </a:extLst>
              </p14:cNvPr>
              <p14:cNvContentPartPr/>
              <p14:nvPr/>
            </p14:nvContentPartPr>
            <p14:xfrm>
              <a:off x="6984161" y="4316645"/>
              <a:ext cx="466920" cy="52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F818373-1C3B-8D18-C92B-B0458AA4964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66161" y="4299005"/>
                <a:ext cx="50256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A219035-E3FA-5FBB-BB0E-167D5BC6FD1B}"/>
                  </a:ext>
                </a:extLst>
              </p14:cNvPr>
              <p14:cNvContentPartPr/>
              <p14:nvPr/>
            </p14:nvContentPartPr>
            <p14:xfrm>
              <a:off x="710081" y="3912365"/>
              <a:ext cx="1136520" cy="829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A219035-E3FA-5FBB-BB0E-167D5BC6FD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2081" y="3894365"/>
                <a:ext cx="1172160" cy="86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657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377FE-1315-10EE-C28A-4DCDD0A3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✍Advantages of Type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1E9D4-0D3B-6864-EF4C-A29C8F2D2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2. </a:t>
            </a:r>
            <a:r>
              <a:rPr lang="ar-EG" sz="2400" dirty="0"/>
              <a:t>No Casting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3.</a:t>
            </a:r>
            <a:r>
              <a:rPr lang="ar-EG" sz="2400" dirty="0"/>
              <a:t> Reusable Code</a:t>
            </a:r>
            <a:endParaRPr lang="en-US" sz="2400" dirty="0"/>
          </a:p>
          <a:p>
            <a:pPr lvl="1"/>
            <a:r>
              <a:rPr lang="ar-EG" sz="2000" dirty="0"/>
              <a:t>One class → different types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C62EE28-6F80-389F-4F8A-78FCE0C0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430" y="3560534"/>
            <a:ext cx="3998067" cy="16729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E82D64-82BF-9C52-EFAB-0711E2968D66}"/>
                  </a:ext>
                </a:extLst>
              </p14:cNvPr>
              <p14:cNvContentPartPr/>
              <p14:nvPr/>
            </p14:nvContentPartPr>
            <p14:xfrm>
              <a:off x="1068281" y="3702485"/>
              <a:ext cx="325080" cy="460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E82D64-82BF-9C52-EFAB-0711E2968D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0641" y="3684845"/>
                <a:ext cx="360720" cy="49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A7BF79E-7121-13B9-81FE-654AE24D452A}"/>
              </a:ext>
            </a:extLst>
          </p:cNvPr>
          <p:cNvGrpSpPr/>
          <p:nvPr/>
        </p:nvGrpSpPr>
        <p:grpSpPr>
          <a:xfrm>
            <a:off x="6780041" y="4454525"/>
            <a:ext cx="2382840" cy="49680"/>
            <a:chOff x="6780041" y="4454525"/>
            <a:chExt cx="2382840" cy="4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3097B5-4DF9-DE36-E326-15E45CD00A43}"/>
                    </a:ext>
                  </a:extLst>
                </p14:cNvPr>
                <p14:cNvContentPartPr/>
                <p14:nvPr/>
              </p14:nvContentPartPr>
              <p14:xfrm>
                <a:off x="6780041" y="4454525"/>
                <a:ext cx="621720" cy="40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3097B5-4DF9-DE36-E326-15E45CD00A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762041" y="4436885"/>
                  <a:ext cx="6573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7ABE02B-27F7-191F-C05E-30062C73D139}"/>
                    </a:ext>
                  </a:extLst>
                </p14:cNvPr>
                <p14:cNvContentPartPr/>
                <p14:nvPr/>
              </p14:nvContentPartPr>
              <p14:xfrm>
                <a:off x="7986041" y="4493765"/>
                <a:ext cx="1176840" cy="10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7ABE02B-27F7-191F-C05E-30062C73D13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68041" y="4476125"/>
                  <a:ext cx="1212480" cy="4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5935446-DD51-CFF1-3F4E-5A88040D3ADD}"/>
                  </a:ext>
                </a:extLst>
              </p14:cNvPr>
              <p14:cNvContentPartPr/>
              <p14:nvPr/>
            </p14:nvContentPartPr>
            <p14:xfrm>
              <a:off x="8193041" y="3284525"/>
              <a:ext cx="278280" cy="742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5935446-DD51-CFF1-3F4E-5A88040D3A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75041" y="3266525"/>
                <a:ext cx="313920" cy="77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F118F51-8669-07EE-8BE2-DD5847DCCF30}"/>
              </a:ext>
            </a:extLst>
          </p:cNvPr>
          <p:cNvGrpSpPr/>
          <p:nvPr/>
        </p:nvGrpSpPr>
        <p:grpSpPr>
          <a:xfrm>
            <a:off x="7789841" y="2483885"/>
            <a:ext cx="1121040" cy="504720"/>
            <a:chOff x="7789841" y="2483885"/>
            <a:chExt cx="112104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4D338ED-7099-A4B1-D8FA-ED3F4DF5C8D7}"/>
                    </a:ext>
                  </a:extLst>
                </p14:cNvPr>
                <p14:cNvContentPartPr/>
                <p14:nvPr/>
              </p14:nvContentPartPr>
              <p14:xfrm>
                <a:off x="7789841" y="2654885"/>
                <a:ext cx="296280" cy="333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4D338ED-7099-A4B1-D8FA-ED3F4DF5C8D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772201" y="2636885"/>
                  <a:ext cx="331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3FCF17C-FADC-8C29-CF40-701C889944B4}"/>
                    </a:ext>
                  </a:extLst>
                </p14:cNvPr>
                <p14:cNvContentPartPr/>
                <p14:nvPr/>
              </p14:nvContentPartPr>
              <p14:xfrm>
                <a:off x="8297441" y="2587205"/>
                <a:ext cx="233280" cy="351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3FCF17C-FADC-8C29-CF40-701C889944B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79801" y="2569205"/>
                  <a:ext cx="26892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037731-2F80-9FD0-175F-D558EEF482D7}"/>
                    </a:ext>
                  </a:extLst>
                </p14:cNvPr>
                <p14:cNvContentPartPr/>
                <p14:nvPr/>
              </p14:nvContentPartPr>
              <p14:xfrm>
                <a:off x="8204561" y="2700605"/>
                <a:ext cx="277920" cy="33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037731-2F80-9FD0-175F-D558EEF482D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186921" y="2682605"/>
                  <a:ext cx="3135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5EF861-C1B0-9CCA-0476-4FC870A09668}"/>
                    </a:ext>
                  </a:extLst>
                </p14:cNvPr>
                <p14:cNvContentPartPr/>
                <p14:nvPr/>
              </p14:nvContentPartPr>
              <p14:xfrm>
                <a:off x="8686241" y="2483885"/>
                <a:ext cx="224640" cy="415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5EF861-C1B0-9CCA-0476-4FC870A0966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68601" y="2465885"/>
                  <a:ext cx="260280" cy="45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97E8AFB-3B3E-08E2-0539-E12FD95B860F}"/>
                  </a:ext>
                </a:extLst>
              </p14:cNvPr>
              <p14:cNvContentPartPr/>
              <p14:nvPr/>
            </p14:nvContentPartPr>
            <p14:xfrm>
              <a:off x="1067921" y="4493045"/>
              <a:ext cx="383400" cy="642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97E8AFB-3B3E-08E2-0539-E12FD95B860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50281" y="4475405"/>
                <a:ext cx="419040" cy="67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5864FA81-A5C9-9404-D419-BEB23FFCD54C}"/>
              </a:ext>
            </a:extLst>
          </p:cNvPr>
          <p:cNvGrpSpPr/>
          <p:nvPr/>
        </p:nvGrpSpPr>
        <p:grpSpPr>
          <a:xfrm>
            <a:off x="670841" y="3097685"/>
            <a:ext cx="824400" cy="885600"/>
            <a:chOff x="670841" y="3097685"/>
            <a:chExt cx="824400" cy="88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C7D8307-9019-B341-0003-11B75472EB6B}"/>
                    </a:ext>
                  </a:extLst>
                </p14:cNvPr>
                <p14:cNvContentPartPr/>
                <p14:nvPr/>
              </p14:nvContentPartPr>
              <p14:xfrm>
                <a:off x="709001" y="3097685"/>
                <a:ext cx="786240" cy="885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C7D8307-9019-B341-0003-11B75472EB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1001" y="3080045"/>
                  <a:ext cx="821880" cy="9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494ACA-D926-C75E-8DBB-7B8D608A2EE2}"/>
                    </a:ext>
                  </a:extLst>
                </p14:cNvPr>
                <p14:cNvContentPartPr/>
                <p14:nvPr/>
              </p14:nvContentPartPr>
              <p14:xfrm>
                <a:off x="670841" y="3793565"/>
                <a:ext cx="360" cy="185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494ACA-D926-C75E-8DBB-7B8D608A2EE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3201" y="3775565"/>
                  <a:ext cx="36000" cy="22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B83E8B8-43C7-B76B-5CB6-DB55FD8FABDD}"/>
                  </a:ext>
                </a:extLst>
              </p14:cNvPr>
              <p14:cNvContentPartPr/>
              <p14:nvPr/>
            </p14:nvContentPartPr>
            <p14:xfrm>
              <a:off x="1906361" y="5466845"/>
              <a:ext cx="84564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B83E8B8-43C7-B76B-5CB6-DB55FD8FABD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888361" y="5448845"/>
                <a:ext cx="881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5467E70-8516-0CDC-4D1D-724B4EDEE101}"/>
                  </a:ext>
                </a:extLst>
              </p14:cNvPr>
              <p14:cNvContentPartPr/>
              <p14:nvPr/>
            </p14:nvContentPartPr>
            <p14:xfrm>
              <a:off x="3199841" y="5359565"/>
              <a:ext cx="866160" cy="586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5467E70-8516-0CDC-4D1D-724B4EDEE1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182201" y="5341925"/>
                <a:ext cx="9018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A9D9FCE-E40C-FFFD-884F-7DFADBEBEF0F}"/>
                  </a:ext>
                </a:extLst>
              </p14:cNvPr>
              <p14:cNvContentPartPr/>
              <p14:nvPr/>
            </p14:nvContentPartPr>
            <p14:xfrm>
              <a:off x="640601" y="4570805"/>
              <a:ext cx="838800" cy="530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5A9D9FCE-E40C-FFFD-884F-7DFADBEBEF0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2961" y="4553165"/>
                <a:ext cx="874440" cy="56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923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FABCDB-4E18-3BE1-64F1-4D40D01E7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74" y="2984992"/>
            <a:ext cx="501422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✍Generic Class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6F2DEFE-73FA-83FB-5093-D31B07DF33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3891" y="666728"/>
            <a:ext cx="5233203" cy="54657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AF1401-C226-4237-DF1A-033F8D8F5272}"/>
                  </a:ext>
                </a:extLst>
              </p14:cNvPr>
              <p14:cNvContentPartPr/>
              <p14:nvPr/>
            </p14:nvContentPartPr>
            <p14:xfrm>
              <a:off x="5660801" y="879005"/>
              <a:ext cx="1014840" cy="434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AF1401-C226-4237-DF1A-033F8D8F52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43161" y="861365"/>
                <a:ext cx="1050480" cy="46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EFFB79A-9E38-D136-004F-0ED423514446}"/>
              </a:ext>
            </a:extLst>
          </p:cNvPr>
          <p:cNvGrpSpPr/>
          <p:nvPr/>
        </p:nvGrpSpPr>
        <p:grpSpPr>
          <a:xfrm>
            <a:off x="7597601" y="174845"/>
            <a:ext cx="770760" cy="690840"/>
            <a:chOff x="7597601" y="174845"/>
            <a:chExt cx="770760" cy="69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A1F8F6-463B-AAA3-A71A-3D75DA29D15F}"/>
                    </a:ext>
                  </a:extLst>
                </p14:cNvPr>
                <p14:cNvContentPartPr/>
                <p14:nvPr/>
              </p14:nvContentPartPr>
              <p14:xfrm>
                <a:off x="7658801" y="610445"/>
                <a:ext cx="228240" cy="255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BA1F8F6-463B-AAA3-A71A-3D75DA29D15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41161" y="592805"/>
                  <a:ext cx="2638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8D09E11-51B7-5D52-F2A2-297D27A09A59}"/>
                    </a:ext>
                  </a:extLst>
                </p14:cNvPr>
                <p14:cNvContentPartPr/>
                <p14:nvPr/>
              </p14:nvContentPartPr>
              <p14:xfrm>
                <a:off x="7683641" y="184565"/>
                <a:ext cx="130320" cy="228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8D09E11-51B7-5D52-F2A2-297D27A09A5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66001" y="166565"/>
                  <a:ext cx="1659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A32870-D266-61CD-D1A0-6B611EA7EE27}"/>
                    </a:ext>
                  </a:extLst>
                </p14:cNvPr>
                <p14:cNvContentPartPr/>
                <p14:nvPr/>
              </p14:nvContentPartPr>
              <p14:xfrm>
                <a:off x="7597601" y="174845"/>
                <a:ext cx="252720" cy="19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A32870-D266-61CD-D1A0-6B611EA7EE2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79601" y="156845"/>
                  <a:ext cx="2883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23158D-7CC8-189E-0F62-E44BA08034B4}"/>
                    </a:ext>
                  </a:extLst>
                </p14:cNvPr>
                <p14:cNvContentPartPr/>
                <p14:nvPr/>
              </p14:nvContentPartPr>
              <p14:xfrm>
                <a:off x="8054081" y="261965"/>
                <a:ext cx="360" cy="1458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23158D-7CC8-189E-0F62-E44BA08034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36081" y="244325"/>
                  <a:ext cx="360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3212CA-C200-0109-C828-D7CF296C6E75}"/>
                    </a:ext>
                  </a:extLst>
                </p14:cNvPr>
                <p14:cNvContentPartPr/>
                <p14:nvPr/>
              </p14:nvContentPartPr>
              <p14:xfrm>
                <a:off x="8170721" y="203645"/>
                <a:ext cx="197640" cy="275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3212CA-C200-0109-C828-D7CF296C6E7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52721" y="186005"/>
                  <a:ext cx="23328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DCDAAF-EBD2-CF6B-E4A8-9AD253DEF733}"/>
                    </a:ext>
                  </a:extLst>
                </p14:cNvPr>
                <p14:cNvContentPartPr/>
                <p14:nvPr/>
              </p14:nvContentPartPr>
              <p14:xfrm>
                <a:off x="7928801" y="301205"/>
                <a:ext cx="136080" cy="234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DCDAAF-EBD2-CF6B-E4A8-9AD253DEF7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11161" y="283205"/>
                  <a:ext cx="171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9578B80-DC5F-FF21-852E-8D6CDD5B00CD}"/>
                    </a:ext>
                  </a:extLst>
                </p14:cNvPr>
                <p14:cNvContentPartPr/>
                <p14:nvPr/>
              </p14:nvContentPartPr>
              <p14:xfrm>
                <a:off x="7993961" y="261965"/>
                <a:ext cx="58320" cy="89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9578B80-DC5F-FF21-852E-8D6CDD5B00C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76321" y="244325"/>
                  <a:ext cx="9396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D0FFC12-56A8-E315-E82F-F9DA3959CE58}"/>
                  </a:ext>
                </a:extLst>
              </p14:cNvPr>
              <p14:cNvContentPartPr/>
              <p14:nvPr/>
            </p14:nvContentPartPr>
            <p14:xfrm>
              <a:off x="6419681" y="1392005"/>
              <a:ext cx="98640" cy="154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D0FFC12-56A8-E315-E82F-F9DA3959CE5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02041" y="1374005"/>
                <a:ext cx="1342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369E51-C4FF-3433-B68C-7DDC7C67B94E}"/>
                  </a:ext>
                </a:extLst>
              </p14:cNvPr>
              <p14:cNvContentPartPr/>
              <p14:nvPr/>
            </p14:nvContentPartPr>
            <p14:xfrm>
              <a:off x="6390881" y="1702325"/>
              <a:ext cx="88560" cy="126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369E51-C4FF-3433-B68C-7DDC7C67B94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72881" y="1684685"/>
                <a:ext cx="1242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FB0DD704-D1D2-A93D-E7AB-6A8D8D973CDC}"/>
                  </a:ext>
                </a:extLst>
              </p14:cNvPr>
              <p14:cNvContentPartPr/>
              <p14:nvPr/>
            </p14:nvContentPartPr>
            <p14:xfrm>
              <a:off x="6303041" y="2180765"/>
              <a:ext cx="265680" cy="221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FB0DD704-D1D2-A93D-E7AB-6A8D8D973C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285041" y="2162765"/>
                <a:ext cx="30132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19C1E6A-7EF4-E6F1-10C3-075D1EF125BB}"/>
                  </a:ext>
                </a:extLst>
              </p14:cNvPr>
              <p14:cNvContentPartPr/>
              <p14:nvPr/>
            </p14:nvContentPartPr>
            <p14:xfrm>
              <a:off x="6624161" y="2508725"/>
              <a:ext cx="340920" cy="176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19C1E6A-7EF4-E6F1-10C3-075D1EF125B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06521" y="2490725"/>
                <a:ext cx="3765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38CEA78-B30B-5E74-3D39-0A3D29364F6D}"/>
                  </a:ext>
                </a:extLst>
              </p14:cNvPr>
              <p14:cNvContentPartPr/>
              <p14:nvPr/>
            </p14:nvContentPartPr>
            <p14:xfrm>
              <a:off x="8102681" y="2304965"/>
              <a:ext cx="16560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38CEA78-B30B-5E74-3D39-0A3D29364F6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084681" y="2286965"/>
                <a:ext cx="201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7399460-CBAE-2288-1677-3F6676BA50C9}"/>
                  </a:ext>
                </a:extLst>
              </p14:cNvPr>
              <p14:cNvContentPartPr/>
              <p14:nvPr/>
            </p14:nvContentPartPr>
            <p14:xfrm>
              <a:off x="8443241" y="2906525"/>
              <a:ext cx="417600" cy="50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7399460-CBAE-2288-1677-3F6676BA50C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5241" y="2888525"/>
                <a:ext cx="4532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F3BEA65-C3B8-4617-B5DC-C0CA176AEF67}"/>
                  </a:ext>
                </a:extLst>
              </p14:cNvPr>
              <p14:cNvContentPartPr/>
              <p14:nvPr/>
            </p14:nvContentPartPr>
            <p14:xfrm>
              <a:off x="7330481" y="1419725"/>
              <a:ext cx="130320" cy="68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F3BEA65-C3B8-4617-B5DC-C0CA176AEF6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12841" y="1402085"/>
                <a:ext cx="165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34EEFE-52E7-559E-4830-ECAC3F3D9B25}"/>
                  </a:ext>
                </a:extLst>
              </p14:cNvPr>
              <p14:cNvContentPartPr/>
              <p14:nvPr/>
            </p14:nvContentPartPr>
            <p14:xfrm>
              <a:off x="7383041" y="1808885"/>
              <a:ext cx="86400" cy="19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34EEFE-52E7-559E-4830-ECAC3F3D9B2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65041" y="1790885"/>
                <a:ext cx="1220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32DCE98-60E3-C9B3-8177-2421A92B6F9A}"/>
                  </a:ext>
                </a:extLst>
              </p14:cNvPr>
              <p14:cNvContentPartPr/>
              <p14:nvPr/>
            </p14:nvContentPartPr>
            <p14:xfrm>
              <a:off x="6264521" y="3600245"/>
              <a:ext cx="213840" cy="2318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32DCE98-60E3-C9B3-8177-2421A92B6F9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246521" y="3582245"/>
                <a:ext cx="2494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0A601B8-01A0-3C4D-7A0C-C0EE057E23E3}"/>
                  </a:ext>
                </a:extLst>
              </p14:cNvPr>
              <p14:cNvContentPartPr/>
              <p14:nvPr/>
            </p14:nvContentPartPr>
            <p14:xfrm>
              <a:off x="7567721" y="3763685"/>
              <a:ext cx="457560" cy="20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0A601B8-01A0-3C4D-7A0C-C0EE057E23E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549721" y="3746045"/>
                <a:ext cx="4932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8380D87-DE32-B2D8-9CFC-C0BD5F4D4B14}"/>
                  </a:ext>
                </a:extLst>
              </p14:cNvPr>
              <p14:cNvContentPartPr/>
              <p14:nvPr/>
            </p14:nvContentPartPr>
            <p14:xfrm>
              <a:off x="7110521" y="4133765"/>
              <a:ext cx="350640" cy="9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8380D87-DE32-B2D8-9CFC-C0BD5F4D4B1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092521" y="4116125"/>
                <a:ext cx="386280" cy="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96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4BDB0-97A5-43B0-0CE1-B828D976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✍Generic Method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4DD7BD-50A2-B2DB-B022-F6A29B446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058" y="2322373"/>
            <a:ext cx="11097349" cy="37436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473AAC-2A9F-605D-4E7C-810B6F9DDC5E}"/>
                  </a:ext>
                </a:extLst>
              </p14:cNvPr>
              <p14:cNvContentPartPr/>
              <p14:nvPr/>
            </p14:nvContentPartPr>
            <p14:xfrm>
              <a:off x="495881" y="1219205"/>
              <a:ext cx="635040" cy="396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473AAC-2A9F-605D-4E7C-810B6F9DDC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881" y="1201205"/>
                <a:ext cx="670680" cy="43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9B7A6D9-81F3-D9F0-1CB4-14C6B0B38CA0}"/>
              </a:ext>
            </a:extLst>
          </p:cNvPr>
          <p:cNvGrpSpPr/>
          <p:nvPr/>
        </p:nvGrpSpPr>
        <p:grpSpPr>
          <a:xfrm>
            <a:off x="1585601" y="1381205"/>
            <a:ext cx="2781720" cy="29160"/>
            <a:chOff x="1585601" y="1381205"/>
            <a:chExt cx="2781720" cy="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D3D8E5-C35B-B706-492D-07373029E349}"/>
                    </a:ext>
                  </a:extLst>
                </p14:cNvPr>
                <p14:cNvContentPartPr/>
                <p14:nvPr/>
              </p14:nvContentPartPr>
              <p14:xfrm>
                <a:off x="1585601" y="1381205"/>
                <a:ext cx="2051640" cy="20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D3D8E5-C35B-B706-492D-07373029E3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67601" y="1363205"/>
                  <a:ext cx="20872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FDF45D-3394-F4C1-A2F6-8CB5F534D120}"/>
                    </a:ext>
                  </a:extLst>
                </p14:cNvPr>
                <p14:cNvContentPartPr/>
                <p14:nvPr/>
              </p14:nvContentPartPr>
              <p14:xfrm>
                <a:off x="3647681" y="1400285"/>
                <a:ext cx="719640" cy="10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FDF45D-3394-F4C1-A2F6-8CB5F534D1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29681" y="1382645"/>
                  <a:ext cx="75528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64E3519-0E08-4B4D-CE30-F77FF9163A55}"/>
              </a:ext>
            </a:extLst>
          </p:cNvPr>
          <p:cNvGrpSpPr/>
          <p:nvPr/>
        </p:nvGrpSpPr>
        <p:grpSpPr>
          <a:xfrm>
            <a:off x="690281" y="2391725"/>
            <a:ext cx="4592880" cy="555480"/>
            <a:chOff x="690281" y="2391725"/>
            <a:chExt cx="4592880" cy="55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015E4D-C0A1-C6B4-8CA4-7ACB42AB4286}"/>
                    </a:ext>
                  </a:extLst>
                </p14:cNvPr>
                <p14:cNvContentPartPr/>
                <p14:nvPr/>
              </p14:nvContentPartPr>
              <p14:xfrm>
                <a:off x="690281" y="2556965"/>
                <a:ext cx="782280" cy="30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015E4D-C0A1-C6B4-8CA4-7ACB42AB428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72281" y="2539325"/>
                  <a:ext cx="8179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3EE2A5-5A87-95F7-8378-760EDF5AE34B}"/>
                    </a:ext>
                  </a:extLst>
                </p14:cNvPr>
                <p14:cNvContentPartPr/>
                <p14:nvPr/>
              </p14:nvContentPartPr>
              <p14:xfrm>
                <a:off x="1993841" y="2871245"/>
                <a:ext cx="795600" cy="27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3EE2A5-5A87-95F7-8378-760EDF5AE34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76201" y="2853605"/>
                  <a:ext cx="8312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FC8599-E9C4-4B25-666B-539DE3772BA1}"/>
                    </a:ext>
                  </a:extLst>
                </p14:cNvPr>
                <p14:cNvContentPartPr/>
                <p14:nvPr/>
              </p14:nvContentPartPr>
              <p14:xfrm>
                <a:off x="3462641" y="2897885"/>
                <a:ext cx="417960" cy="21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FC8599-E9C4-4B25-666B-539DE3772B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445001" y="2880245"/>
                  <a:ext cx="4536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8B55A9F-9373-9A14-CD3B-3F697DF204B2}"/>
                    </a:ext>
                  </a:extLst>
                </p14:cNvPr>
                <p14:cNvContentPartPr/>
                <p14:nvPr/>
              </p14:nvContentPartPr>
              <p14:xfrm>
                <a:off x="4540841" y="2391725"/>
                <a:ext cx="742320" cy="555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8B55A9F-9373-9A14-CD3B-3F697DF204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22841" y="2373725"/>
                  <a:ext cx="777960" cy="59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7627B86-0FDB-AA82-3E99-34F527A5C98B}"/>
                  </a:ext>
                </a:extLst>
              </p14:cNvPr>
              <p14:cNvContentPartPr/>
              <p14:nvPr/>
            </p14:nvContentPartPr>
            <p14:xfrm>
              <a:off x="4620401" y="2888525"/>
              <a:ext cx="426960" cy="20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7627B86-0FDB-AA82-3E99-34F527A5C98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02761" y="2870885"/>
                <a:ext cx="46260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1320E71-4188-B4D6-1B1D-825A9ADF22B2}"/>
                  </a:ext>
                </a:extLst>
              </p14:cNvPr>
              <p14:cNvContentPartPr/>
              <p14:nvPr/>
            </p14:nvContentPartPr>
            <p14:xfrm>
              <a:off x="4816601" y="2032805"/>
              <a:ext cx="208800" cy="28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1320E71-4188-B4D6-1B1D-825A9ADF22B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98961" y="2014805"/>
                <a:ext cx="244440" cy="3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B4A1D80-13FC-EFA1-07BC-F9FFB93A3326}"/>
              </a:ext>
            </a:extLst>
          </p:cNvPr>
          <p:cNvGrpSpPr/>
          <p:nvPr/>
        </p:nvGrpSpPr>
        <p:grpSpPr>
          <a:xfrm>
            <a:off x="5573681" y="2823005"/>
            <a:ext cx="1497600" cy="57960"/>
            <a:chOff x="5573681" y="2823005"/>
            <a:chExt cx="1497600" cy="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E0C3A5E-BD1D-20F1-D012-FFA2E134CE76}"/>
                    </a:ext>
                  </a:extLst>
                </p14:cNvPr>
                <p14:cNvContentPartPr/>
                <p14:nvPr/>
              </p14:nvContentPartPr>
              <p14:xfrm>
                <a:off x="6439481" y="2839565"/>
                <a:ext cx="631800" cy="41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E0C3A5E-BD1D-20F1-D012-FFA2E134CE7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21481" y="2821925"/>
                  <a:ext cx="667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D48F79F-19C1-3802-C7FB-089CD99EDD22}"/>
                    </a:ext>
                  </a:extLst>
                </p14:cNvPr>
                <p14:cNvContentPartPr/>
                <p14:nvPr/>
              </p14:nvContentPartPr>
              <p14:xfrm>
                <a:off x="5573681" y="2823005"/>
                <a:ext cx="459000" cy="47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D48F79F-19C1-3802-C7FB-089CD99EDD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55681" y="2805005"/>
                  <a:ext cx="494640" cy="8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5DAE170-0CEA-002B-69CE-F3AEEA2BD467}"/>
                  </a:ext>
                </a:extLst>
              </p14:cNvPr>
              <p14:cNvContentPartPr/>
              <p14:nvPr/>
            </p14:nvContentPartPr>
            <p14:xfrm>
              <a:off x="7254521" y="2402165"/>
              <a:ext cx="422640" cy="5652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5DAE170-0CEA-002B-69CE-F3AEEA2BD46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36881" y="2384165"/>
                <a:ext cx="458280" cy="60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64EA735-967F-6B36-DF93-5AEE26B2C38D}"/>
                  </a:ext>
                </a:extLst>
              </p14:cNvPr>
              <p14:cNvContentPartPr/>
              <p14:nvPr/>
            </p14:nvContentPartPr>
            <p14:xfrm>
              <a:off x="2237201" y="3530405"/>
              <a:ext cx="87552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64EA735-967F-6B36-DF93-5AEE26B2C38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219201" y="3512765"/>
                <a:ext cx="9111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7498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49CB6-A578-0C4A-868E-E68CF95C6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✍Type Parameter Bounds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082D1-85B0-EDC4-F8ED-198CE8909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Sometimes we want to restrict the allowed types.</a:t>
            </a:r>
          </a:p>
          <a:p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BC68D-F2EC-B173-7BB7-07463B33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22" b="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2CC4BED-41E6-5415-B24E-1C7506A40E0B}"/>
                  </a:ext>
                </a:extLst>
              </p14:cNvPr>
              <p14:cNvContentPartPr/>
              <p14:nvPr/>
            </p14:nvContentPartPr>
            <p14:xfrm>
              <a:off x="6565841" y="3044045"/>
              <a:ext cx="18504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2CC4BED-41E6-5415-B24E-1C7506A40E0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47841" y="3026405"/>
                <a:ext cx="220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C76344-32C2-A6CC-54DD-B728AEC0ECC0}"/>
                  </a:ext>
                </a:extLst>
              </p14:cNvPr>
              <p14:cNvContentPartPr/>
              <p14:nvPr/>
            </p14:nvContentPartPr>
            <p14:xfrm>
              <a:off x="8053721" y="3034685"/>
              <a:ext cx="1022040" cy="9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C76344-32C2-A6CC-54DD-B728AEC0EC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36081" y="3016685"/>
                <a:ext cx="10576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84C8A47-4373-8644-37D6-67A2E56C171B}"/>
                  </a:ext>
                </a:extLst>
              </p14:cNvPr>
              <p14:cNvContentPartPr/>
              <p14:nvPr/>
            </p14:nvContentPartPr>
            <p14:xfrm>
              <a:off x="9075401" y="3044405"/>
              <a:ext cx="17604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84C8A47-4373-8644-37D6-67A2E56C17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57761" y="3026405"/>
                <a:ext cx="211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7C8A391-67F9-6A5E-E6BC-64492585FCD8}"/>
                  </a:ext>
                </a:extLst>
              </p14:cNvPr>
              <p14:cNvContentPartPr/>
              <p14:nvPr/>
            </p14:nvContentPartPr>
            <p14:xfrm>
              <a:off x="6546401" y="3550205"/>
              <a:ext cx="1342800" cy="38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7C8A391-67F9-6A5E-E6BC-64492585FCD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28761" y="3532205"/>
                <a:ext cx="1378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B130AF1-6E4F-ACFA-289F-1BE121DC7CBF}"/>
                  </a:ext>
                </a:extLst>
              </p14:cNvPr>
              <p14:cNvContentPartPr/>
              <p14:nvPr/>
            </p14:nvContentPartPr>
            <p14:xfrm>
              <a:off x="5865281" y="3375965"/>
              <a:ext cx="567720" cy="223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B130AF1-6E4F-ACFA-289F-1BE121DC7C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47641" y="3358325"/>
                <a:ext cx="60336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7098DC4-5190-7B04-2F01-53D5D049B9A8}"/>
                  </a:ext>
                </a:extLst>
              </p14:cNvPr>
              <p14:cNvContentPartPr/>
              <p14:nvPr/>
            </p14:nvContentPartPr>
            <p14:xfrm>
              <a:off x="6147521" y="3949085"/>
              <a:ext cx="282600" cy="155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7098DC4-5190-7B04-2F01-53D5D049B9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29881" y="3931445"/>
                <a:ext cx="3182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A69695D-0808-116E-140D-61DE970D6A24}"/>
                  </a:ext>
                </a:extLst>
              </p14:cNvPr>
              <p14:cNvContentPartPr/>
              <p14:nvPr/>
            </p14:nvContentPartPr>
            <p14:xfrm>
              <a:off x="6371441" y="3870965"/>
              <a:ext cx="104400" cy="160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A69695D-0808-116E-140D-61DE970D6A2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53441" y="3853325"/>
                <a:ext cx="14004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E03718D-3FF3-E93A-A99A-D56972C2934B}"/>
                  </a:ext>
                </a:extLst>
              </p14:cNvPr>
              <p14:cNvContentPartPr/>
              <p14:nvPr/>
            </p14:nvContentPartPr>
            <p14:xfrm>
              <a:off x="7246961" y="408516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E03718D-3FF3-E93A-A99A-D56972C2934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28961" y="40675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4A259F9-3CFD-6FDE-95A3-6978C1807E78}"/>
                  </a:ext>
                </a:extLst>
              </p14:cNvPr>
              <p14:cNvContentPartPr/>
              <p14:nvPr/>
            </p14:nvContentPartPr>
            <p14:xfrm>
              <a:off x="7110521" y="3978245"/>
              <a:ext cx="846720" cy="39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4A259F9-3CFD-6FDE-95A3-6978C1807E7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92521" y="3960245"/>
                <a:ext cx="8823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AA65EE-A01C-9E01-8B9A-162A71999B76}"/>
                  </a:ext>
                </a:extLst>
              </p14:cNvPr>
              <p14:cNvContentPartPr/>
              <p14:nvPr/>
            </p14:nvContentPartPr>
            <p14:xfrm>
              <a:off x="8013041" y="3968165"/>
              <a:ext cx="830880" cy="3722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AA65EE-A01C-9E01-8B9A-162A71999B7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95041" y="3950165"/>
                <a:ext cx="86652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C59C51F-89FE-1CA9-33C8-C1C2D66F0F6E}"/>
                  </a:ext>
                </a:extLst>
              </p14:cNvPr>
              <p14:cNvContentPartPr/>
              <p14:nvPr/>
            </p14:nvContentPartPr>
            <p14:xfrm>
              <a:off x="5982281" y="4873565"/>
              <a:ext cx="496440" cy="194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C59C51F-89FE-1CA9-33C8-C1C2D66F0F6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964281" y="4855925"/>
                <a:ext cx="5320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CC02566-ACEA-5819-94A8-C8EB0F954A8E}"/>
                  </a:ext>
                </a:extLst>
              </p14:cNvPr>
              <p14:cNvContentPartPr/>
              <p14:nvPr/>
            </p14:nvContentPartPr>
            <p14:xfrm>
              <a:off x="7256321" y="4931525"/>
              <a:ext cx="671400" cy="29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CC02566-ACEA-5819-94A8-C8EB0F954A8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238681" y="4913525"/>
                <a:ext cx="7070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575F9DB-41ED-A057-B8E8-2BE105F2F407}"/>
                  </a:ext>
                </a:extLst>
              </p14:cNvPr>
              <p14:cNvContentPartPr/>
              <p14:nvPr/>
            </p14:nvContentPartPr>
            <p14:xfrm>
              <a:off x="6964721" y="5233205"/>
              <a:ext cx="84564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575F9DB-41ED-A057-B8E8-2BE105F2F40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47081" y="5215565"/>
                <a:ext cx="881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ADB2471-CCDD-4C22-D4BC-23E3E7D94E1A}"/>
                  </a:ext>
                </a:extLst>
              </p14:cNvPr>
              <p14:cNvContentPartPr/>
              <p14:nvPr/>
            </p14:nvContentPartPr>
            <p14:xfrm>
              <a:off x="8706041" y="5242565"/>
              <a:ext cx="865800" cy="19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ADB2471-CCDD-4C22-D4BC-23E3E7D94E1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88041" y="5224925"/>
                <a:ext cx="9014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B0A5F2F-E5FD-CAD1-A1FD-B0874A035493}"/>
                  </a:ext>
                </a:extLst>
              </p14:cNvPr>
              <p14:cNvContentPartPr/>
              <p14:nvPr/>
            </p14:nvContentPartPr>
            <p14:xfrm>
              <a:off x="7548281" y="5507525"/>
              <a:ext cx="323640" cy="28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B0A5F2F-E5FD-CAD1-A1FD-B0874A03549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530641" y="5489525"/>
                <a:ext cx="359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6CF149C-F7F9-1606-D8B9-E20F3A1B869C}"/>
                  </a:ext>
                </a:extLst>
              </p14:cNvPr>
              <p14:cNvContentPartPr/>
              <p14:nvPr/>
            </p14:nvContentPartPr>
            <p14:xfrm>
              <a:off x="8083241" y="5524805"/>
              <a:ext cx="389880" cy="29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6CF149C-F7F9-1606-D8B9-E20F3A1B869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65241" y="5507165"/>
                <a:ext cx="425520" cy="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3964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5DD7D-B10D-7392-B29C-C79D7B04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ar-EG" sz="3200"/>
              <a:t>✍Multiple Bounds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7215A-EF1F-3D18-51C4-F11036D6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ar-EG" sz="2000"/>
              <a:t>A type parameter can have multiple bounds: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30A4B-6ADB-F850-E640-0EF5C470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19" y="771753"/>
            <a:ext cx="5010418" cy="53160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A66E5EF-F83E-5C0D-A73D-999B816D8244}"/>
                  </a:ext>
                </a:extLst>
              </p14:cNvPr>
              <p14:cNvContentPartPr/>
              <p14:nvPr/>
            </p14:nvContentPartPr>
            <p14:xfrm>
              <a:off x="601001" y="641045"/>
              <a:ext cx="3494880" cy="127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A66E5EF-F83E-5C0D-A73D-999B816D82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3001" y="623405"/>
                <a:ext cx="3530520" cy="13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7C1FA61-6BA3-7B7B-9014-DD2F43808706}"/>
                  </a:ext>
                </a:extLst>
              </p14:cNvPr>
              <p14:cNvContentPartPr/>
              <p14:nvPr/>
            </p14:nvContentPartPr>
            <p14:xfrm>
              <a:off x="7324361" y="2693765"/>
              <a:ext cx="2530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7C1FA61-6BA3-7B7B-9014-DD2F438087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6361" y="2676125"/>
                <a:ext cx="288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3FA0CA3-1D2E-689B-097B-3E9A59A9ED93}"/>
                  </a:ext>
                </a:extLst>
              </p14:cNvPr>
              <p14:cNvContentPartPr/>
              <p14:nvPr/>
            </p14:nvContentPartPr>
            <p14:xfrm>
              <a:off x="7840241" y="2684405"/>
              <a:ext cx="46764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3FA0CA3-1D2E-689B-097B-3E9A59A9ED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2241" y="2648405"/>
                <a:ext cx="5032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219D477-DBAB-9C7C-8AFC-1C5091DBEA64}"/>
                  </a:ext>
                </a:extLst>
              </p14:cNvPr>
              <p14:cNvContentPartPr/>
              <p14:nvPr/>
            </p14:nvContentPartPr>
            <p14:xfrm>
              <a:off x="8530721" y="2703845"/>
              <a:ext cx="114804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219D477-DBAB-9C7C-8AFC-1C5091DBEA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513081" y="2667845"/>
                <a:ext cx="1183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3D13B4E-66B6-B6D3-4EEF-BB9004EDA1F6}"/>
                  </a:ext>
                </a:extLst>
              </p14:cNvPr>
              <p14:cNvContentPartPr/>
              <p14:nvPr/>
            </p14:nvContentPartPr>
            <p14:xfrm>
              <a:off x="6624161" y="972605"/>
              <a:ext cx="214560" cy="136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3D13B4E-66B6-B6D3-4EEF-BB9004EDA1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06521" y="954605"/>
                <a:ext cx="2502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54B5712-3BE3-05BF-FC80-547D57C29599}"/>
                  </a:ext>
                </a:extLst>
              </p14:cNvPr>
              <p14:cNvContentPartPr/>
              <p14:nvPr/>
            </p14:nvContentPartPr>
            <p14:xfrm>
              <a:off x="6643601" y="1777925"/>
              <a:ext cx="207720" cy="1382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54B5712-3BE3-05BF-FC80-547D57C2959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25601" y="1759925"/>
                <a:ext cx="24336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992F49B-1F37-37AF-9071-437B221FF42B}"/>
                  </a:ext>
                </a:extLst>
              </p14:cNvPr>
              <p14:cNvContentPartPr/>
              <p14:nvPr/>
            </p14:nvContentPartPr>
            <p14:xfrm>
              <a:off x="6780041" y="952805"/>
              <a:ext cx="79560" cy="155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992F49B-1F37-37AF-9071-437B221FF42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62041" y="934805"/>
                <a:ext cx="1152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1BCF9E8-351C-1471-5E82-3C465A6C0778}"/>
                  </a:ext>
                </a:extLst>
              </p14:cNvPr>
              <p14:cNvContentPartPr/>
              <p14:nvPr/>
            </p14:nvContentPartPr>
            <p14:xfrm>
              <a:off x="7217441" y="1341605"/>
              <a:ext cx="516600" cy="78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1BCF9E8-351C-1471-5E82-3C465A6C077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199801" y="1323605"/>
                <a:ext cx="5522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66B33F-A3F8-24B5-CBD1-C25D3F804B29}"/>
                  </a:ext>
                </a:extLst>
              </p14:cNvPr>
              <p14:cNvContentPartPr/>
              <p14:nvPr/>
            </p14:nvContentPartPr>
            <p14:xfrm>
              <a:off x="7188641" y="2150525"/>
              <a:ext cx="553320" cy="67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66B33F-A3F8-24B5-CBD1-C25D3F804B2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70641" y="2132525"/>
                <a:ext cx="5889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EDC4F99-BFEF-3939-1DDE-253BF3696CD4}"/>
                  </a:ext>
                </a:extLst>
              </p14:cNvPr>
              <p14:cNvContentPartPr/>
              <p14:nvPr/>
            </p14:nvContentPartPr>
            <p14:xfrm>
              <a:off x="7752401" y="2694125"/>
              <a:ext cx="7668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EDC4F99-BFEF-3939-1DDE-253BF3696CD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34761" y="2676485"/>
                <a:ext cx="112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53FC338-8B59-FC38-B76B-3D469453953F}"/>
                  </a:ext>
                </a:extLst>
              </p14:cNvPr>
              <p14:cNvContentPartPr/>
              <p14:nvPr/>
            </p14:nvContentPartPr>
            <p14:xfrm>
              <a:off x="8734841" y="3268325"/>
              <a:ext cx="836640" cy="291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53FC338-8B59-FC38-B76B-3D469453953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717201" y="3250325"/>
                <a:ext cx="8722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12071D6-6683-11EF-3C9E-C283556029FB}"/>
                  </a:ext>
                </a:extLst>
              </p14:cNvPr>
              <p14:cNvContentPartPr/>
              <p14:nvPr/>
            </p14:nvContentPartPr>
            <p14:xfrm>
              <a:off x="8686241" y="4075445"/>
              <a:ext cx="807480" cy="29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12071D6-6683-11EF-3C9E-C283556029F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68601" y="4057445"/>
                <a:ext cx="84312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615476E-4210-1E32-D62A-208D84A0B271}"/>
                  </a:ext>
                </a:extLst>
              </p14:cNvPr>
              <p14:cNvContentPartPr/>
              <p14:nvPr/>
            </p14:nvContentPartPr>
            <p14:xfrm>
              <a:off x="7334081" y="4881845"/>
              <a:ext cx="622080" cy="59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615476E-4210-1E32-D62A-208D84A0B27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316441" y="4864205"/>
                <a:ext cx="65772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7E5E995-7399-90AA-3563-733770B6B966}"/>
                  </a:ext>
                </a:extLst>
              </p14:cNvPr>
              <p14:cNvContentPartPr/>
              <p14:nvPr/>
            </p14:nvContentPartPr>
            <p14:xfrm>
              <a:off x="7315001" y="4902365"/>
              <a:ext cx="36972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7E5E995-7399-90AA-3563-733770B6B96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97001" y="4884365"/>
                <a:ext cx="405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175F29D-145D-0A4B-F630-061A5C373FD7}"/>
                  </a:ext>
                </a:extLst>
              </p14:cNvPr>
              <p14:cNvContentPartPr/>
              <p14:nvPr/>
            </p14:nvContentPartPr>
            <p14:xfrm>
              <a:off x="9299321" y="4892645"/>
              <a:ext cx="992880" cy="29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175F29D-145D-0A4B-F630-061A5C373FD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281321" y="4875005"/>
                <a:ext cx="10285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91370F9-A8F2-4D95-8052-0A955DCFB67D}"/>
                  </a:ext>
                </a:extLst>
              </p14:cNvPr>
              <p14:cNvContentPartPr/>
              <p14:nvPr/>
            </p14:nvContentPartPr>
            <p14:xfrm>
              <a:off x="8686241" y="943085"/>
              <a:ext cx="360" cy="174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91370F9-A8F2-4D95-8052-0A955DCFB67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68601" y="925445"/>
                <a:ext cx="3600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A47A3A-72BF-EDD3-F298-9CC4ACFC2F0E}"/>
                  </a:ext>
                </a:extLst>
              </p14:cNvPr>
              <p14:cNvContentPartPr/>
              <p14:nvPr/>
            </p14:nvContentPartPr>
            <p14:xfrm>
              <a:off x="8637641" y="1731485"/>
              <a:ext cx="10800" cy="193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A47A3A-72BF-EDD3-F298-9CC4ACFC2F0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19641" y="1713485"/>
                <a:ext cx="4644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ADE2CFF-0073-AD43-6FE2-39F7E241FF30}"/>
                  </a:ext>
                </a:extLst>
              </p14:cNvPr>
              <p14:cNvContentPartPr/>
              <p14:nvPr/>
            </p14:nvContentPartPr>
            <p14:xfrm>
              <a:off x="10018961" y="2509445"/>
              <a:ext cx="49680" cy="335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ADE2CFF-0073-AD43-6FE2-39F7E241FF3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001321" y="2491445"/>
                <a:ext cx="8532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1761FB8-E92D-83C9-079F-1BD0DCB44524}"/>
                  </a:ext>
                </a:extLst>
              </p14:cNvPr>
              <p14:cNvContentPartPr/>
              <p14:nvPr/>
            </p14:nvContentPartPr>
            <p14:xfrm>
              <a:off x="10904201" y="4649645"/>
              <a:ext cx="360" cy="150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1761FB8-E92D-83C9-079F-1BD0DCB4452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886561" y="4631645"/>
                <a:ext cx="3600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962B6D2-9314-3B5B-4740-72C324C3A0A4}"/>
                  </a:ext>
                </a:extLst>
              </p14:cNvPr>
              <p14:cNvContentPartPr/>
              <p14:nvPr/>
            </p14:nvContentPartPr>
            <p14:xfrm>
              <a:off x="6878321" y="4882565"/>
              <a:ext cx="193680" cy="16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962B6D2-9314-3B5B-4740-72C324C3A0A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860681" y="4864925"/>
                <a:ext cx="22932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55A6312-5E2B-500C-C352-F15D934F3F75}"/>
              </a:ext>
            </a:extLst>
          </p:cNvPr>
          <p:cNvGrpSpPr/>
          <p:nvPr/>
        </p:nvGrpSpPr>
        <p:grpSpPr>
          <a:xfrm>
            <a:off x="8073881" y="4842965"/>
            <a:ext cx="1214280" cy="90720"/>
            <a:chOff x="8073881" y="4842965"/>
            <a:chExt cx="1214280" cy="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3C1BC9A-7F9C-4982-6584-1F3E04AE7281}"/>
                    </a:ext>
                  </a:extLst>
                </p14:cNvPr>
                <p14:cNvContentPartPr/>
                <p14:nvPr/>
              </p14:nvContentPartPr>
              <p14:xfrm>
                <a:off x="8073881" y="4842965"/>
                <a:ext cx="456480" cy="11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3C1BC9A-7F9C-4982-6584-1F3E04AE72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055881" y="4825325"/>
                  <a:ext cx="4921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0E971C0-38C2-A39F-FEDB-98C8902955AD}"/>
                    </a:ext>
                  </a:extLst>
                </p14:cNvPr>
                <p14:cNvContentPartPr/>
                <p14:nvPr/>
              </p14:nvContentPartPr>
              <p14:xfrm>
                <a:off x="8540801" y="4843685"/>
                <a:ext cx="747360" cy="9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0E971C0-38C2-A39F-FEDB-98C8902955A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22801" y="4826045"/>
                  <a:ext cx="783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70DE211-BC14-282B-CA92-51825924DD5F}"/>
                    </a:ext>
                  </a:extLst>
                </p14:cNvPr>
                <p14:cNvContentPartPr/>
                <p14:nvPr/>
              </p14:nvContentPartPr>
              <p14:xfrm>
                <a:off x="8599121" y="4888685"/>
                <a:ext cx="290880" cy="33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70DE211-BC14-282B-CA92-51825924DD5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581121" y="4871045"/>
                  <a:ext cx="32652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6C36B8A-24FC-42C3-E4A6-212D798D8E2A}"/>
                  </a:ext>
                </a:extLst>
              </p14:cNvPr>
              <p14:cNvContentPartPr/>
              <p14:nvPr/>
            </p14:nvContentPartPr>
            <p14:xfrm>
              <a:off x="8345681" y="4571525"/>
              <a:ext cx="360" cy="5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6C36B8A-24FC-42C3-E4A6-212D798D8E2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328041" y="4553525"/>
                <a:ext cx="360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3696235-4B94-D154-D79E-6B604584085C}"/>
                  </a:ext>
                </a:extLst>
              </p14:cNvPr>
              <p14:cNvContentPartPr/>
              <p14:nvPr/>
            </p14:nvContentPartPr>
            <p14:xfrm>
              <a:off x="8715761" y="4455245"/>
              <a:ext cx="20160" cy="181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3696235-4B94-D154-D79E-6B604584085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697761" y="4437605"/>
                <a:ext cx="558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A3CD08-0A9B-899F-9123-738D802976E6}"/>
                  </a:ext>
                </a:extLst>
              </p14:cNvPr>
              <p14:cNvContentPartPr/>
              <p14:nvPr/>
            </p14:nvContentPartPr>
            <p14:xfrm>
              <a:off x="7558001" y="5641445"/>
              <a:ext cx="310320" cy="104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A3CD08-0A9B-899F-9123-738D802976E6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540361" y="5623445"/>
                <a:ext cx="3459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F1BDE68-FDFA-A6DF-F875-E4E7611A8DD4}"/>
                  </a:ext>
                </a:extLst>
              </p14:cNvPr>
              <p14:cNvContentPartPr/>
              <p14:nvPr/>
            </p14:nvContentPartPr>
            <p14:xfrm>
              <a:off x="6439481" y="1059725"/>
              <a:ext cx="29520" cy="1041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F1BDE68-FDFA-A6DF-F875-E4E7611A8DD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421481" y="1042085"/>
                <a:ext cx="65160" cy="10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E655EED-DC12-8534-3EDC-92FC8A915367}"/>
                  </a:ext>
                </a:extLst>
              </p14:cNvPr>
              <p14:cNvContentPartPr/>
              <p14:nvPr/>
            </p14:nvContentPartPr>
            <p14:xfrm>
              <a:off x="6701561" y="2587205"/>
              <a:ext cx="720" cy="1616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E655EED-DC12-8534-3EDC-92FC8A91536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65561" y="2569205"/>
                <a:ext cx="72000" cy="16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C74100E-595E-B329-C13D-DECF8ACC161E}"/>
                  </a:ext>
                </a:extLst>
              </p14:cNvPr>
              <p14:cNvContentPartPr/>
              <p14:nvPr/>
            </p14:nvContentPartPr>
            <p14:xfrm>
              <a:off x="6643601" y="4834325"/>
              <a:ext cx="9720" cy="1021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C74100E-595E-B329-C13D-DECF8ACC161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625601" y="4816325"/>
                <a:ext cx="45360" cy="10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177A65D-80C5-BE5F-7EF7-2976D1C2CD94}"/>
                  </a:ext>
                </a:extLst>
              </p14:cNvPr>
              <p14:cNvContentPartPr/>
              <p14:nvPr/>
            </p14:nvContentPartPr>
            <p14:xfrm>
              <a:off x="7655561" y="2684405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177A65D-80C5-BE5F-7EF7-2976D1C2CD9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637561" y="266676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21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9A90-D3E7-6E0B-4651-11CD5EC23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ar-EG" sz="3200"/>
              <a:t>✍Wildcards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2D4FF-040A-F6D2-5E7A-3BA9A96B7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ar-EG" sz="2000" dirty="0"/>
              <a:t>A wildcard is represented by</a:t>
            </a:r>
            <a:r>
              <a:rPr lang="en-US" sz="2000" dirty="0"/>
              <a:t> ?</a:t>
            </a:r>
          </a:p>
          <a:p>
            <a:endParaRPr lang="en-US" sz="2000" dirty="0"/>
          </a:p>
          <a:p>
            <a:r>
              <a:rPr lang="en-US" sz="2000" b="1" dirty="0"/>
              <a:t>Types :  </a:t>
            </a:r>
            <a:endParaRPr lang="ar-EG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D6A49-746B-30DB-E1B7-29F9FE7BD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748" y="1838019"/>
            <a:ext cx="5334160" cy="31835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103F35-4854-1C5B-AD72-D551A943E98E}"/>
                  </a:ext>
                </a:extLst>
              </p14:cNvPr>
              <p14:cNvContentPartPr/>
              <p14:nvPr/>
            </p14:nvContentPartPr>
            <p14:xfrm>
              <a:off x="631601" y="2547605"/>
              <a:ext cx="390600" cy="33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103F35-4854-1C5B-AD72-D551A943E9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3601" y="2529965"/>
                <a:ext cx="426240" cy="36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3FBD2AFD-607A-7CCB-F1FE-F4AB46D4EE86}"/>
              </a:ext>
            </a:extLst>
          </p:cNvPr>
          <p:cNvGrpSpPr/>
          <p:nvPr/>
        </p:nvGrpSpPr>
        <p:grpSpPr>
          <a:xfrm>
            <a:off x="4113161" y="571925"/>
            <a:ext cx="916560" cy="966600"/>
            <a:chOff x="4113161" y="571925"/>
            <a:chExt cx="916560" cy="9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3312856-0F8C-306F-D7AE-6585331D1B2D}"/>
                    </a:ext>
                  </a:extLst>
                </p14:cNvPr>
                <p14:cNvContentPartPr/>
                <p14:nvPr/>
              </p14:nvContentPartPr>
              <p14:xfrm>
                <a:off x="4425641" y="738245"/>
                <a:ext cx="263520" cy="398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3312856-0F8C-306F-D7AE-6585331D1B2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407641" y="720605"/>
                  <a:ext cx="2991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EF11CD-571B-D8F7-0B58-B45E212756C8}"/>
                    </a:ext>
                  </a:extLst>
                </p14:cNvPr>
                <p14:cNvContentPartPr/>
                <p14:nvPr/>
              </p14:nvContentPartPr>
              <p14:xfrm>
                <a:off x="4590881" y="1341965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EF11CD-571B-D8F7-0B58-B45E212756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73241" y="13243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919BBB-C9A8-3698-C206-0721379B29E3}"/>
                    </a:ext>
                  </a:extLst>
                </p14:cNvPr>
                <p14:cNvContentPartPr/>
                <p14:nvPr/>
              </p14:nvContentPartPr>
              <p14:xfrm>
                <a:off x="4113161" y="571925"/>
                <a:ext cx="916560" cy="966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919BBB-C9A8-3698-C206-0721379B29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95521" y="554285"/>
                  <a:ext cx="952200" cy="100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3110F8-4C18-7DF7-16FE-1288F29738C5}"/>
                  </a:ext>
                </a:extLst>
              </p14:cNvPr>
              <p14:cNvContentPartPr/>
              <p14:nvPr/>
            </p14:nvContentPartPr>
            <p14:xfrm>
              <a:off x="6974081" y="2567765"/>
              <a:ext cx="94536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3110F8-4C18-7DF7-16FE-1288F29738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56441" y="2531765"/>
                <a:ext cx="981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4FA2726-9BAD-35A3-233D-71EB3265C737}"/>
                  </a:ext>
                </a:extLst>
              </p14:cNvPr>
              <p14:cNvContentPartPr/>
              <p14:nvPr/>
            </p14:nvContentPartPr>
            <p14:xfrm>
              <a:off x="7081361" y="1675325"/>
              <a:ext cx="342720" cy="503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4FA2726-9BAD-35A3-233D-71EB3265C7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63721" y="1657685"/>
                <a:ext cx="378360" cy="538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FB042098-0383-FA74-B87B-B5A19CB5C3E4}"/>
              </a:ext>
            </a:extLst>
          </p:cNvPr>
          <p:cNvGrpSpPr/>
          <p:nvPr/>
        </p:nvGrpSpPr>
        <p:grpSpPr>
          <a:xfrm>
            <a:off x="7702721" y="1448885"/>
            <a:ext cx="324720" cy="401400"/>
            <a:chOff x="7702721" y="1448885"/>
            <a:chExt cx="32472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204D8C-2765-F45F-027D-5DFDA2EF9322}"/>
                    </a:ext>
                  </a:extLst>
                </p14:cNvPr>
                <p14:cNvContentPartPr/>
                <p14:nvPr/>
              </p14:nvContentPartPr>
              <p14:xfrm>
                <a:off x="7702721" y="1448885"/>
                <a:ext cx="324720" cy="401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204D8C-2765-F45F-027D-5DFDA2EF932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685081" y="1431245"/>
                  <a:ext cx="36036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32EBC3F-414E-050E-5908-6EF87C0861AF}"/>
                    </a:ext>
                  </a:extLst>
                </p14:cNvPr>
                <p14:cNvContentPartPr/>
                <p14:nvPr/>
              </p14:nvContentPartPr>
              <p14:xfrm>
                <a:off x="7929161" y="1452845"/>
                <a:ext cx="55440" cy="26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32EBC3F-414E-050E-5908-6EF87C0861A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11161" y="1435205"/>
                  <a:ext cx="9108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5178C2B-BFD3-2699-120C-814AD0728AB1}"/>
                  </a:ext>
                </a:extLst>
              </p14:cNvPr>
              <p14:cNvContentPartPr/>
              <p14:nvPr/>
            </p14:nvContentPartPr>
            <p14:xfrm>
              <a:off x="7081361" y="3345725"/>
              <a:ext cx="525600" cy="29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5178C2B-BFD3-2699-120C-814AD0728AB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63361" y="3327725"/>
                <a:ext cx="5612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8D79C29-B577-05F1-0BCA-9BC6B6B7C033}"/>
                  </a:ext>
                </a:extLst>
              </p14:cNvPr>
              <p14:cNvContentPartPr/>
              <p14:nvPr/>
            </p14:nvContentPartPr>
            <p14:xfrm>
              <a:off x="7927721" y="3345725"/>
              <a:ext cx="677520" cy="40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8D79C29-B577-05F1-0BCA-9BC6B6B7C03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909721" y="3328085"/>
                <a:ext cx="7131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475E120-0C1C-3803-7EAD-F454B99ED1FB}"/>
                  </a:ext>
                </a:extLst>
              </p14:cNvPr>
              <p14:cNvContentPartPr/>
              <p14:nvPr/>
            </p14:nvContentPartPr>
            <p14:xfrm>
              <a:off x="8618201" y="3316925"/>
              <a:ext cx="273240" cy="68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475E120-0C1C-3803-7EAD-F454B99ED1F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00201" y="3298925"/>
                <a:ext cx="30888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D137FA-EBC8-D963-026C-613C79676891}"/>
                  </a:ext>
                </a:extLst>
              </p14:cNvPr>
              <p14:cNvContentPartPr/>
              <p14:nvPr/>
            </p14:nvContentPartPr>
            <p14:xfrm>
              <a:off x="9269801" y="3375245"/>
              <a:ext cx="574560" cy="489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D137FA-EBC8-D963-026C-613C7967689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51801" y="3357245"/>
                <a:ext cx="61020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684BEE6-FA8C-6955-0FBF-6C8BBDF1B709}"/>
                  </a:ext>
                </a:extLst>
              </p14:cNvPr>
              <p14:cNvContentPartPr/>
              <p14:nvPr/>
            </p14:nvContentPartPr>
            <p14:xfrm>
              <a:off x="9152801" y="3377405"/>
              <a:ext cx="205560" cy="37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684BEE6-FA8C-6955-0FBF-6C8BBDF1B70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34801" y="3359405"/>
                <a:ext cx="2412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4EA347B3-AC92-08F1-B605-D2F7A5588BB9}"/>
              </a:ext>
            </a:extLst>
          </p:cNvPr>
          <p:cNvGrpSpPr/>
          <p:nvPr/>
        </p:nvGrpSpPr>
        <p:grpSpPr>
          <a:xfrm>
            <a:off x="7617401" y="2752445"/>
            <a:ext cx="242280" cy="214560"/>
            <a:chOff x="7617401" y="2752445"/>
            <a:chExt cx="24228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D0259FF-908C-D407-9AF7-C88B4C2F66CD}"/>
                    </a:ext>
                  </a:extLst>
                </p14:cNvPr>
                <p14:cNvContentPartPr/>
                <p14:nvPr/>
              </p14:nvContentPartPr>
              <p14:xfrm>
                <a:off x="7694081" y="2880245"/>
                <a:ext cx="360" cy="86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D0259FF-908C-D407-9AF7-C88B4C2F66C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76441" y="2862605"/>
                  <a:ext cx="36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4BCBA64-262A-A9FA-903A-93EC67AD1A89}"/>
                    </a:ext>
                  </a:extLst>
                </p14:cNvPr>
                <p14:cNvContentPartPr/>
                <p14:nvPr/>
              </p14:nvContentPartPr>
              <p14:xfrm>
                <a:off x="7617401" y="2752445"/>
                <a:ext cx="242280" cy="49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4BCBA64-262A-A9FA-903A-93EC67AD1A8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99761" y="2734805"/>
                  <a:ext cx="277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B2C914-30D5-A647-1D55-6BB7D5D1C222}"/>
                    </a:ext>
                  </a:extLst>
                </p14:cNvPr>
                <p14:cNvContentPartPr/>
                <p14:nvPr/>
              </p14:nvContentPartPr>
              <p14:xfrm>
                <a:off x="7713521" y="2830205"/>
                <a:ext cx="10440" cy="9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B2C914-30D5-A647-1D55-6BB7D5D1C22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695881" y="2812205"/>
                  <a:ext cx="4608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602B2E6-B34A-F4B0-1CC1-900614C3506A}"/>
                  </a:ext>
                </a:extLst>
              </p14:cNvPr>
              <p14:cNvContentPartPr/>
              <p14:nvPr/>
            </p14:nvContentPartPr>
            <p14:xfrm>
              <a:off x="7129961" y="4201805"/>
              <a:ext cx="253080" cy="100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602B2E6-B34A-F4B0-1CC1-900614C3506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111961" y="4184165"/>
                <a:ext cx="2887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1ACF4BC-51D0-90BA-9211-D7A0DC0BDCF9}"/>
                  </a:ext>
                </a:extLst>
              </p14:cNvPr>
              <p14:cNvContentPartPr/>
              <p14:nvPr/>
            </p14:nvContentPartPr>
            <p14:xfrm>
              <a:off x="8054081" y="4172285"/>
              <a:ext cx="388440" cy="302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1ACF4BC-51D0-90BA-9211-D7A0DC0BDCF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036081" y="4154285"/>
                <a:ext cx="4240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77D91D0-6884-2EDA-1929-A52D11D23628}"/>
                  </a:ext>
                </a:extLst>
              </p14:cNvPr>
              <p14:cNvContentPartPr/>
              <p14:nvPr/>
            </p14:nvContentPartPr>
            <p14:xfrm>
              <a:off x="8870921" y="4204685"/>
              <a:ext cx="884880" cy="36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77D91D0-6884-2EDA-1929-A52D11D2362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853281" y="4187045"/>
                <a:ext cx="92052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C987E8C-D185-44A9-C00E-A362D1E60D37}"/>
                  </a:ext>
                </a:extLst>
              </p14:cNvPr>
              <p14:cNvContentPartPr/>
              <p14:nvPr/>
            </p14:nvContentPartPr>
            <p14:xfrm>
              <a:off x="8705321" y="3763685"/>
              <a:ext cx="1395000" cy="448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C987E8C-D185-44A9-C00E-A362D1E60D3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87321" y="3745685"/>
                <a:ext cx="143064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2DA1C5A-1881-629D-B52F-6D08CFC993AF}"/>
                  </a:ext>
                </a:extLst>
              </p14:cNvPr>
              <p14:cNvContentPartPr/>
              <p14:nvPr/>
            </p14:nvContentPartPr>
            <p14:xfrm>
              <a:off x="8092961" y="4201805"/>
              <a:ext cx="486360" cy="19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2DA1C5A-1881-629D-B52F-6D08CFC993A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075321" y="4184165"/>
                <a:ext cx="5220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B65D9A1-07F1-9ED8-F473-EF66522987F5}"/>
                  </a:ext>
                </a:extLst>
              </p14:cNvPr>
              <p14:cNvContentPartPr/>
              <p14:nvPr/>
            </p14:nvContentPartPr>
            <p14:xfrm>
              <a:off x="9114641" y="4444805"/>
              <a:ext cx="165600" cy="3312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B65D9A1-07F1-9ED8-F473-EF66522987F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096641" y="4427165"/>
                <a:ext cx="20124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161F760A-066A-DBEC-B000-78860C7DB2D0}"/>
                  </a:ext>
                </a:extLst>
              </p14:cNvPr>
              <p14:cNvContentPartPr/>
              <p14:nvPr/>
            </p14:nvContentPartPr>
            <p14:xfrm>
              <a:off x="8774081" y="4211525"/>
              <a:ext cx="235440" cy="18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161F760A-066A-DBEC-B000-78860C7DB2D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756441" y="4193885"/>
                <a:ext cx="2710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9F7F7E-F2A3-28D8-D77D-A712303A66FE}"/>
                  </a:ext>
                </a:extLst>
              </p14:cNvPr>
              <p14:cNvContentPartPr/>
              <p14:nvPr/>
            </p14:nvContentPartPr>
            <p14:xfrm>
              <a:off x="9143441" y="4211525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9F7F7E-F2A3-28D8-D77D-A712303A66F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25801" y="419388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43050A51-65AE-EA9C-232D-5B432FE84E2E}"/>
              </a:ext>
            </a:extLst>
          </p:cNvPr>
          <p:cNvGrpSpPr/>
          <p:nvPr/>
        </p:nvGrpSpPr>
        <p:grpSpPr>
          <a:xfrm>
            <a:off x="8141561" y="4182725"/>
            <a:ext cx="331560" cy="97200"/>
            <a:chOff x="8141561" y="4182725"/>
            <a:chExt cx="331560" cy="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C21407-03CD-BA9A-A179-346E1BF7A2C7}"/>
                    </a:ext>
                  </a:extLst>
                </p14:cNvPr>
                <p14:cNvContentPartPr/>
                <p14:nvPr/>
              </p14:nvContentPartPr>
              <p14:xfrm>
                <a:off x="8472761" y="4182725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C21407-03CD-BA9A-A179-346E1BF7A2C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54761" y="41647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34C8C07-C3C0-E87A-8CAD-0B425568AF4D}"/>
                    </a:ext>
                  </a:extLst>
                </p14:cNvPr>
                <p14:cNvContentPartPr/>
                <p14:nvPr/>
              </p14:nvContentPartPr>
              <p14:xfrm>
                <a:off x="8141561" y="4279565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34C8C07-C3C0-E87A-8CAD-0B425568AF4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123921" y="42619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0E983F2-8A73-0938-6411-AEFF1CAD0F84}"/>
                  </a:ext>
                </a:extLst>
              </p14:cNvPr>
              <p14:cNvContentPartPr/>
              <p14:nvPr/>
            </p14:nvContentPartPr>
            <p14:xfrm>
              <a:off x="9153161" y="4230965"/>
              <a:ext cx="59364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0E983F2-8A73-0938-6411-AEFF1CAD0F8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35161" y="4212965"/>
                <a:ext cx="6292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0710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A7DC1-5DA3-945E-C33F-1D759A27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ar-EG" sz="3200"/>
              <a:t>✍Upper &amp; Lower Bounds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722CCF8-92E3-215A-9CA6-A7D45274E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797236"/>
            <a:ext cx="4544762" cy="2546118"/>
          </a:xfrm>
        </p:spPr>
        <p:txBody>
          <a:bodyPr>
            <a:normAutofit/>
          </a:bodyPr>
          <a:lstStyle/>
          <a:p>
            <a:r>
              <a:rPr lang="ar-EG" sz="2000" b="1" dirty="0"/>
              <a:t>Upper Bound:</a:t>
            </a:r>
          </a:p>
          <a:p>
            <a:pPr marL="457200" lvl="1" indent="0">
              <a:buNone/>
            </a:pPr>
            <a:r>
              <a:rPr lang="ar-EG" sz="1600" dirty="0"/>
              <a:t>T or a subtype of T</a:t>
            </a:r>
          </a:p>
          <a:p>
            <a:pPr>
              <a:lnSpc>
                <a:spcPct val="150000"/>
              </a:lnSpc>
            </a:pPr>
            <a:r>
              <a:rPr lang="ar-EG" sz="2000" b="1" dirty="0"/>
              <a:t>Lower Bound:</a:t>
            </a:r>
          </a:p>
          <a:p>
            <a:pPr marL="457200" lvl="1" indent="0">
              <a:buNone/>
            </a:pPr>
            <a:r>
              <a:rPr lang="ar-EG" sz="1600" dirty="0"/>
              <a:t>T or a supertype of T</a:t>
            </a:r>
          </a:p>
          <a:p>
            <a:pPr marL="457200" lvl="1" indent="0">
              <a:buNone/>
            </a:pPr>
            <a:endParaRPr lang="ar-EG" sz="1600" dirty="0"/>
          </a:p>
          <a:p>
            <a:pPr marL="457200" lvl="1" indent="0">
              <a:buNone/>
            </a:pPr>
            <a:endParaRPr lang="en-US" sz="1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8FF54-55F6-57D7-D917-F1DCDC7C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410326"/>
            <a:ext cx="5334160" cy="29330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7FEC73-B284-E045-A035-FC5FBF32D89E}"/>
                  </a:ext>
                </a:extLst>
              </p14:cNvPr>
              <p14:cNvContentPartPr/>
              <p14:nvPr/>
            </p14:nvContentPartPr>
            <p14:xfrm>
              <a:off x="719441" y="1527005"/>
              <a:ext cx="1244160" cy="166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7FEC73-B284-E045-A035-FC5FBF32D8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801" y="1509005"/>
                <a:ext cx="12798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01411C0-96CE-BF30-A158-8967109753BC}"/>
                  </a:ext>
                </a:extLst>
              </p14:cNvPr>
              <p14:cNvContentPartPr/>
              <p14:nvPr/>
            </p14:nvContentPartPr>
            <p14:xfrm>
              <a:off x="7869041" y="3599165"/>
              <a:ext cx="67068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01411C0-96CE-BF30-A158-8967109753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51401" y="3581165"/>
                <a:ext cx="706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C41EBDF-3857-D364-E4BB-A197A154584E}"/>
                  </a:ext>
                </a:extLst>
              </p14:cNvPr>
              <p14:cNvContentPartPr/>
              <p14:nvPr/>
            </p14:nvContentPartPr>
            <p14:xfrm>
              <a:off x="7908281" y="4707965"/>
              <a:ext cx="447840" cy="38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C41EBDF-3857-D364-E4BB-A197A154584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90281" y="4689965"/>
                <a:ext cx="4834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A0BF4D3-3B10-EA23-AA73-076588EC2AF7}"/>
                  </a:ext>
                </a:extLst>
              </p14:cNvPr>
              <p14:cNvContentPartPr/>
              <p14:nvPr/>
            </p14:nvContentPartPr>
            <p14:xfrm>
              <a:off x="757961" y="2822645"/>
              <a:ext cx="356760" cy="231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A0BF4D3-3B10-EA23-AA73-076588EC2AF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9961" y="2805005"/>
                <a:ext cx="39240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5305549-A328-F546-BBFC-E1537D529CD3}"/>
                  </a:ext>
                </a:extLst>
              </p14:cNvPr>
              <p14:cNvContentPartPr/>
              <p14:nvPr/>
            </p14:nvContentPartPr>
            <p14:xfrm>
              <a:off x="1701881" y="3423845"/>
              <a:ext cx="788040" cy="38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5305549-A328-F546-BBFC-E1537D529CD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84241" y="3406205"/>
                <a:ext cx="82368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C4F5E32-36D5-7DF7-9A9D-3DB11E76DE54}"/>
                  </a:ext>
                </a:extLst>
              </p14:cNvPr>
              <p14:cNvContentPartPr/>
              <p14:nvPr/>
            </p14:nvContentPartPr>
            <p14:xfrm>
              <a:off x="2461841" y="3423485"/>
              <a:ext cx="116280" cy="10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C4F5E32-36D5-7DF7-9A9D-3DB11E76DE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44201" y="3405845"/>
                <a:ext cx="15192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9AED194-317F-4BDB-8A28-17AC90B35005}"/>
                  </a:ext>
                </a:extLst>
              </p14:cNvPr>
              <p14:cNvContentPartPr/>
              <p14:nvPr/>
            </p14:nvContentPartPr>
            <p14:xfrm>
              <a:off x="7898561" y="4707965"/>
              <a:ext cx="253800" cy="58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9AED194-317F-4BDB-8A28-17AC90B3500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80921" y="4690325"/>
                <a:ext cx="2894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AA6344E-049A-FBDF-78C9-EC94EAE77F5E}"/>
                  </a:ext>
                </a:extLst>
              </p14:cNvPr>
              <p14:cNvContentPartPr/>
              <p14:nvPr/>
            </p14:nvContentPartPr>
            <p14:xfrm>
              <a:off x="534761" y="3705005"/>
              <a:ext cx="425160" cy="316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AA6344E-049A-FBDF-78C9-EC94EAE77F5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7121" y="3687365"/>
                <a:ext cx="460800" cy="35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6239B0A-78AE-8086-ACA6-F8D20E751504}"/>
              </a:ext>
            </a:extLst>
          </p:cNvPr>
          <p:cNvGrpSpPr/>
          <p:nvPr/>
        </p:nvGrpSpPr>
        <p:grpSpPr>
          <a:xfrm>
            <a:off x="6857081" y="2819765"/>
            <a:ext cx="1168920" cy="391320"/>
            <a:chOff x="6857081" y="2819765"/>
            <a:chExt cx="116892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AB25BEA-6217-3447-B574-8F42AC385A85}"/>
                    </a:ext>
                  </a:extLst>
                </p14:cNvPr>
                <p14:cNvContentPartPr/>
                <p14:nvPr/>
              </p14:nvContentPartPr>
              <p14:xfrm>
                <a:off x="6857081" y="2819765"/>
                <a:ext cx="254880" cy="323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AB25BEA-6217-3447-B574-8F42AC385A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39081" y="2802125"/>
                  <a:ext cx="2905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E3DA222-8643-4FFD-BB7D-C7558EDEFD3C}"/>
                    </a:ext>
                  </a:extLst>
                </p14:cNvPr>
                <p14:cNvContentPartPr/>
                <p14:nvPr/>
              </p14:nvContentPartPr>
              <p14:xfrm>
                <a:off x="7266401" y="3180485"/>
                <a:ext cx="759600" cy="3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3DA222-8643-4FFD-BB7D-C7558EDEFD3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48401" y="3162485"/>
                  <a:ext cx="79524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0F3809-B7CF-FE7A-32A0-5A7AB7A40A58}"/>
              </a:ext>
            </a:extLst>
          </p:cNvPr>
          <p:cNvGrpSpPr/>
          <p:nvPr/>
        </p:nvGrpSpPr>
        <p:grpSpPr>
          <a:xfrm>
            <a:off x="1361681" y="3404045"/>
            <a:ext cx="1137960" cy="78480"/>
            <a:chOff x="1361681" y="3404045"/>
            <a:chExt cx="113796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DAED762-EED3-94A6-37DE-6AA6D810D7A5}"/>
                    </a:ext>
                  </a:extLst>
                </p14:cNvPr>
                <p14:cNvContentPartPr/>
                <p14:nvPr/>
              </p14:nvContentPartPr>
              <p14:xfrm>
                <a:off x="1361681" y="3443285"/>
                <a:ext cx="417600" cy="39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DAED762-EED3-94A6-37DE-6AA6D810D7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3681" y="3425645"/>
                  <a:ext cx="453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60F36E-1359-016B-3BB2-178CACC7A1AE}"/>
                    </a:ext>
                  </a:extLst>
                </p14:cNvPr>
                <p14:cNvContentPartPr/>
                <p14:nvPr/>
              </p14:nvContentPartPr>
              <p14:xfrm>
                <a:off x="1828601" y="3404045"/>
                <a:ext cx="360" cy="5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60F36E-1359-016B-3BB2-178CACC7A1A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810601" y="3386405"/>
                  <a:ext cx="36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390C501-26EA-2D65-92A4-434E611F0722}"/>
                    </a:ext>
                  </a:extLst>
                </p14:cNvPr>
                <p14:cNvContentPartPr/>
                <p14:nvPr/>
              </p14:nvContentPartPr>
              <p14:xfrm>
                <a:off x="1975481" y="3433565"/>
                <a:ext cx="524160" cy="20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390C501-26EA-2D65-92A4-434E611F072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57841" y="3415925"/>
                  <a:ext cx="5598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5894EAD-9890-04C1-F252-FB344BBBBC2B}"/>
                  </a:ext>
                </a:extLst>
              </p14:cNvPr>
              <p14:cNvContentPartPr/>
              <p14:nvPr/>
            </p14:nvContentPartPr>
            <p14:xfrm>
              <a:off x="1740761" y="3394325"/>
              <a:ext cx="730080" cy="49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5894EAD-9890-04C1-F252-FB344BBBBC2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722761" y="3376325"/>
                <a:ext cx="7657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D64F3B9-3B98-251E-32F3-619316BB9BE7}"/>
                  </a:ext>
                </a:extLst>
              </p14:cNvPr>
              <p14:cNvContentPartPr/>
              <p14:nvPr/>
            </p14:nvContentPartPr>
            <p14:xfrm>
              <a:off x="8723681" y="3208925"/>
              <a:ext cx="1161000" cy="4204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D64F3B9-3B98-251E-32F3-619316BB9BE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706041" y="3191285"/>
                <a:ext cx="119664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09F7F74-4721-DFD2-3FCE-9D12335CD683}"/>
                  </a:ext>
                </a:extLst>
              </p14:cNvPr>
              <p14:cNvContentPartPr/>
              <p14:nvPr/>
            </p14:nvContentPartPr>
            <p14:xfrm>
              <a:off x="1118681" y="3987605"/>
              <a:ext cx="447480" cy="10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09F7F74-4721-DFD2-3FCE-9D12335CD68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00681" y="3969605"/>
                <a:ext cx="4831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6E65FFF-0433-544F-828F-6B84CD46A2D0}"/>
                  </a:ext>
                </a:extLst>
              </p14:cNvPr>
              <p14:cNvContentPartPr/>
              <p14:nvPr/>
            </p14:nvContentPartPr>
            <p14:xfrm>
              <a:off x="1857401" y="4357685"/>
              <a:ext cx="17532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6E65FFF-0433-544F-828F-6B84CD46A2D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839761" y="4340045"/>
                <a:ext cx="210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ECA724A-04C3-900E-391F-0346ED675968}"/>
                  </a:ext>
                </a:extLst>
              </p14:cNvPr>
              <p14:cNvContentPartPr/>
              <p14:nvPr/>
            </p14:nvContentPartPr>
            <p14:xfrm>
              <a:off x="8715761" y="4749005"/>
              <a:ext cx="867600" cy="134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ECA724A-04C3-900E-391F-0346ED67596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697761" y="4731005"/>
                <a:ext cx="90324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D2F70D7-CF3A-8E94-8DBF-68BABDAB803E}"/>
                  </a:ext>
                </a:extLst>
              </p14:cNvPr>
              <p14:cNvContentPartPr/>
              <p14:nvPr/>
            </p14:nvContentPartPr>
            <p14:xfrm>
              <a:off x="8529281" y="4192085"/>
              <a:ext cx="1278000" cy="740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D2F70D7-CF3A-8E94-8DBF-68BABDAB803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511281" y="4174445"/>
                <a:ext cx="1313640" cy="77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9016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4376BC-84B5-68EA-6FC4-E7DB2AF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✍Summary </a:t>
            </a:r>
            <a:endParaRPr lang="ar-EG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B24A-B420-6654-0D40-66B853A6E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ar-EG" sz="2400" b="1"/>
              <a:t>Generic Class</a:t>
            </a:r>
          </a:p>
          <a:p>
            <a:pPr marL="514350" indent="-514350">
              <a:buFont typeface="+mj-lt"/>
              <a:buAutoNum type="arabicPeriod"/>
            </a:pPr>
            <a:r>
              <a:rPr lang="ar-EG" sz="2400" b="1"/>
              <a:t>Generic Method</a:t>
            </a:r>
            <a:endParaRPr lang="en-US" sz="2400" b="1"/>
          </a:p>
          <a:p>
            <a:pPr marL="514350" indent="-514350">
              <a:buFont typeface="+mj-lt"/>
              <a:buAutoNum type="arabicPeriod"/>
            </a:pPr>
            <a:r>
              <a:rPr lang="ar-EG" sz="2400" b="1"/>
              <a:t>Bounds</a:t>
            </a:r>
            <a:endParaRPr lang="en-US" sz="2400" b="1"/>
          </a:p>
          <a:p>
            <a:pPr marL="514350" indent="-514350">
              <a:buFont typeface="+mj-lt"/>
              <a:buAutoNum type="arabicPeriod"/>
            </a:pPr>
            <a:r>
              <a:rPr lang="ar-EG" sz="2400" b="1"/>
              <a:t>Wildcards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BC799F-D925-D8C7-EE63-B5615D91282A}"/>
              </a:ext>
            </a:extLst>
          </p:cNvPr>
          <p:cNvGrpSpPr/>
          <p:nvPr/>
        </p:nvGrpSpPr>
        <p:grpSpPr>
          <a:xfrm>
            <a:off x="660761" y="3403685"/>
            <a:ext cx="867600" cy="1899360"/>
            <a:chOff x="660761" y="3403685"/>
            <a:chExt cx="867600" cy="18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34FD747-959B-3B8F-EB93-23DA79EC52EB}"/>
                    </a:ext>
                  </a:extLst>
                </p14:cNvPr>
                <p14:cNvContentPartPr/>
                <p14:nvPr/>
              </p14:nvContentPartPr>
              <p14:xfrm>
                <a:off x="1009241" y="3617525"/>
                <a:ext cx="519120" cy="482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34FD747-959B-3B8F-EB93-23DA79EC52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1241" y="3599525"/>
                  <a:ext cx="55476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55F9EE5-89AD-38A5-67BC-EF2C968F2B15}"/>
                    </a:ext>
                  </a:extLst>
                </p14:cNvPr>
                <p14:cNvContentPartPr/>
                <p14:nvPr/>
              </p14:nvContentPartPr>
              <p14:xfrm>
                <a:off x="709721" y="3403685"/>
                <a:ext cx="792000" cy="524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55F9EE5-89AD-38A5-67BC-EF2C968F2B1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1721" y="3385685"/>
                  <a:ext cx="8276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6618B6-30E8-6E20-69BA-BF2B8D7EB930}"/>
                    </a:ext>
                  </a:extLst>
                </p14:cNvPr>
                <p14:cNvContentPartPr/>
                <p14:nvPr/>
              </p14:nvContentPartPr>
              <p14:xfrm>
                <a:off x="660761" y="4150685"/>
                <a:ext cx="482400" cy="287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6618B6-30E8-6E20-69BA-BF2B8D7EB9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3121" y="4132685"/>
                  <a:ext cx="51804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75AE360-6E44-6D66-CDCC-AB92213B9892}"/>
                    </a:ext>
                  </a:extLst>
                </p14:cNvPr>
                <p14:cNvContentPartPr/>
                <p14:nvPr/>
              </p14:nvContentPartPr>
              <p14:xfrm>
                <a:off x="719441" y="4432925"/>
                <a:ext cx="551520" cy="45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75AE360-6E44-6D66-CDCC-AB92213B989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1441" y="4415285"/>
                  <a:ext cx="58716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709BA90-22B1-7898-4CC7-345899C37963}"/>
                    </a:ext>
                  </a:extLst>
                </p14:cNvPr>
                <p14:cNvContentPartPr/>
                <p14:nvPr/>
              </p14:nvContentPartPr>
              <p14:xfrm>
                <a:off x="806561" y="5001005"/>
                <a:ext cx="350640" cy="302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709BA90-22B1-7898-4CC7-345899C3796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8561" y="4983005"/>
                  <a:ext cx="386280" cy="337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66936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A8DFF6-F8BC-86C5-ACE5-57D8486A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✍Why Lambdas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C9C1C-D3FD-76FF-316F-C30E34E10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07794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Pass behavior as an argument </a:t>
            </a:r>
          </a:p>
          <a:p>
            <a:pPr lvl="0"/>
            <a:r>
              <a:rPr lang="ar-EG" sz="2400" dirty="0"/>
              <a:t>Reduce boilerplate code </a:t>
            </a:r>
          </a:p>
          <a:p>
            <a:pPr lvl="0"/>
            <a:r>
              <a:rPr lang="ar-EG" sz="2400" dirty="0"/>
              <a:t>Make code shorter and easier to read </a:t>
            </a:r>
          </a:p>
          <a:p>
            <a:pPr lvl="0"/>
            <a:r>
              <a:rPr lang="ar-EG" sz="2400" dirty="0"/>
              <a:t>Work with </a:t>
            </a:r>
            <a:r>
              <a:rPr lang="ar-EG" sz="2400" b="1" dirty="0"/>
              <a:t>Functional Interfaces</a:t>
            </a:r>
            <a:endParaRPr lang="ar-EG" sz="24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D9CB70-ECC4-E2E2-CDD9-53DC3824942A}"/>
                  </a:ext>
                </a:extLst>
              </p14:cNvPr>
              <p14:cNvContentPartPr/>
              <p14:nvPr/>
            </p14:nvContentPartPr>
            <p14:xfrm>
              <a:off x="1429721" y="3832445"/>
              <a:ext cx="327960" cy="39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D9CB70-ECC4-E2E2-CDD9-53DC382494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0721" y="3823805"/>
                <a:ext cx="34560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C2C8F168-2E2E-269B-3146-548DFD4A1254}"/>
              </a:ext>
            </a:extLst>
          </p:cNvPr>
          <p:cNvGrpSpPr/>
          <p:nvPr/>
        </p:nvGrpSpPr>
        <p:grpSpPr>
          <a:xfrm>
            <a:off x="7489961" y="1127765"/>
            <a:ext cx="830160" cy="308160"/>
            <a:chOff x="7489961" y="1127765"/>
            <a:chExt cx="83016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1225AB-3896-ECFC-7006-98509441606E}"/>
                    </a:ext>
                  </a:extLst>
                </p14:cNvPr>
                <p14:cNvContentPartPr/>
                <p14:nvPr/>
              </p14:nvContentPartPr>
              <p14:xfrm>
                <a:off x="7489961" y="1127765"/>
                <a:ext cx="98640" cy="290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1225AB-3896-ECFC-7006-98509441606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80961" y="1119125"/>
                  <a:ext cx="11628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933167F-BBA3-E514-6FD3-C4DAAF686F92}"/>
                    </a:ext>
                  </a:extLst>
                </p14:cNvPr>
                <p14:cNvContentPartPr/>
                <p14:nvPr/>
              </p14:nvContentPartPr>
              <p14:xfrm>
                <a:off x="7655561" y="1147565"/>
                <a:ext cx="158400" cy="282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933167F-BBA3-E514-6FD3-C4DAAF686F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46561" y="1138925"/>
                  <a:ext cx="1760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EC1575E-C8EC-C71A-0B86-08CB395A0093}"/>
                    </a:ext>
                  </a:extLst>
                </p14:cNvPr>
                <p14:cNvContentPartPr/>
                <p14:nvPr/>
              </p14:nvContentPartPr>
              <p14:xfrm>
                <a:off x="7937081" y="1277525"/>
                <a:ext cx="258120" cy="25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EC1575E-C8EC-C71A-0B86-08CB395A00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28441" y="1268885"/>
                  <a:ext cx="2757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3733B7-763C-296B-778D-03B4A308827E}"/>
                    </a:ext>
                  </a:extLst>
                </p14:cNvPr>
                <p14:cNvContentPartPr/>
                <p14:nvPr/>
              </p14:nvContentPartPr>
              <p14:xfrm>
                <a:off x="8151281" y="1205885"/>
                <a:ext cx="168840" cy="230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3733B7-763C-296B-778D-03B4A30882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42641" y="1197245"/>
                  <a:ext cx="186480" cy="24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664FB1B-1400-4779-AEA5-DA840CD78CA8}"/>
                  </a:ext>
                </a:extLst>
              </p14:cNvPr>
              <p14:cNvContentPartPr/>
              <p14:nvPr/>
            </p14:nvContentPartPr>
            <p14:xfrm>
              <a:off x="2830481" y="5223125"/>
              <a:ext cx="2802600" cy="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664FB1B-1400-4779-AEA5-DA840CD78C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21481" y="5205125"/>
                <a:ext cx="28202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0031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08AE42-1CF2-DDFF-C2BF-C43F17551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a Lambda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E2EFF-FE5B-0809-78D1-DEF38A62A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 lambda expression is a block of code that can be passed around and executed later.</a:t>
            </a:r>
            <a:endParaRPr lang="en-US" sz="2400" dirty="0"/>
          </a:p>
          <a:p>
            <a:endParaRPr lang="en-US" sz="2400" dirty="0"/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FA9A941-D43C-FD87-47C8-EAD16A58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760" y="4470571"/>
            <a:ext cx="3770175" cy="14425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C9CF9F-808A-1824-AB08-F585E67CD1E8}"/>
                  </a:ext>
                </a:extLst>
              </p14:cNvPr>
              <p14:cNvContentPartPr/>
              <p14:nvPr/>
            </p14:nvContentPartPr>
            <p14:xfrm>
              <a:off x="7217441" y="5242565"/>
              <a:ext cx="229644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C9CF9F-808A-1824-AB08-F585E67CD1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99801" y="5206565"/>
                <a:ext cx="23320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F0B1B6-D90E-3EAA-A0A9-B0639852588E}"/>
                  </a:ext>
                </a:extLst>
              </p14:cNvPr>
              <p14:cNvContentPartPr/>
              <p14:nvPr/>
            </p14:nvContentPartPr>
            <p14:xfrm>
              <a:off x="6866441" y="4717325"/>
              <a:ext cx="2579040" cy="555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F0B1B6-D90E-3EAA-A0A9-B063985258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48441" y="4699325"/>
                <a:ext cx="2614680" cy="59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6544E94-E5DD-79C6-A2C2-55B57FCCE45D}"/>
                  </a:ext>
                </a:extLst>
              </p14:cNvPr>
              <p14:cNvContentPartPr/>
              <p14:nvPr/>
            </p14:nvContentPartPr>
            <p14:xfrm>
              <a:off x="9503441" y="4737125"/>
              <a:ext cx="720" cy="4482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6544E94-E5DD-79C6-A2C2-55B57FCCE4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67441" y="4719125"/>
                <a:ext cx="72000" cy="48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035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18F5E-A882-79E8-4586-8DB3687D8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</a:t>
            </a:r>
            <a:r>
              <a:rPr lang="ar-EG" sz="4800"/>
              <a:t>Functional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4BF81-8527-6AEC-3311-DDE22B62A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An interface with </a:t>
            </a:r>
            <a:r>
              <a:rPr lang="ar-EG" sz="2400" b="1" dirty="0"/>
              <a:t>exactly one abstract method</a:t>
            </a:r>
            <a:r>
              <a:rPr lang="ar-EG" sz="2400" dirty="0"/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CC5B84-4F6C-C2F7-5121-5BCD73D52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256" y="3996822"/>
            <a:ext cx="2762636" cy="13717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E48ABB-4957-657A-1961-B7DF4DEAAE96}"/>
                  </a:ext>
                </a:extLst>
              </p14:cNvPr>
              <p14:cNvContentPartPr/>
              <p14:nvPr/>
            </p14:nvContentPartPr>
            <p14:xfrm>
              <a:off x="1945241" y="4745765"/>
              <a:ext cx="2061360" cy="8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E48ABB-4957-657A-1961-B7DF4DEAAE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7601" y="4727765"/>
                <a:ext cx="209700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F3630F-ED15-2827-7AC5-449D357FD11F}"/>
                  </a:ext>
                </a:extLst>
              </p14:cNvPr>
              <p14:cNvContentPartPr/>
              <p14:nvPr/>
            </p14:nvContentPartPr>
            <p14:xfrm>
              <a:off x="4114601" y="4805525"/>
              <a:ext cx="2257560" cy="40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F3630F-ED15-2827-7AC5-449D357FD1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6601" y="4787525"/>
                <a:ext cx="22932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1965E0B-4D4D-1CEA-DA84-BC4CE2D4B3BE}"/>
                  </a:ext>
                </a:extLst>
              </p14:cNvPr>
              <p14:cNvContentPartPr/>
              <p14:nvPr/>
            </p14:nvContentPartPr>
            <p14:xfrm>
              <a:off x="6380801" y="4785725"/>
              <a:ext cx="1002240" cy="58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1965E0B-4D4D-1CEA-DA84-BC4CE2D4B3B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63161" y="4767725"/>
                <a:ext cx="10378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72EC53D-1D4F-EF54-80F8-3A34AF1ED127}"/>
                  </a:ext>
                </a:extLst>
              </p14:cNvPr>
              <p14:cNvContentPartPr/>
              <p14:nvPr/>
            </p14:nvContentPartPr>
            <p14:xfrm>
              <a:off x="8267921" y="4691405"/>
              <a:ext cx="351000" cy="91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72EC53D-1D4F-EF54-80F8-3A34AF1ED12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49921" y="4673765"/>
                <a:ext cx="38664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998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83B4D-1F1B-5611-F9C7-EE48B32E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✍Lambda with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6BF37-5567-4A3B-8EE4-A4FA35722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87476" y="1432023"/>
            <a:ext cx="6780700" cy="3617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F903B37-B5B6-7EAF-F261-D1B6102C2B7F}"/>
                  </a:ext>
                </a:extLst>
              </p14:cNvPr>
              <p14:cNvContentPartPr/>
              <p14:nvPr/>
            </p14:nvContentPartPr>
            <p14:xfrm>
              <a:off x="4668641" y="1768565"/>
              <a:ext cx="1064160" cy="692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F903B37-B5B6-7EAF-F261-D1B6102C2B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51001" y="1750565"/>
                <a:ext cx="109980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61484B2-809D-807E-4216-26C3A87D3FC8}"/>
                  </a:ext>
                </a:extLst>
              </p14:cNvPr>
              <p14:cNvContentPartPr/>
              <p14:nvPr/>
            </p14:nvContentPartPr>
            <p14:xfrm>
              <a:off x="5466401" y="2256725"/>
              <a:ext cx="768960" cy="165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61484B2-809D-807E-4216-26C3A87D3F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48761" y="2238725"/>
                <a:ext cx="8046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D611EE1-7A34-F6E4-E61B-43A6FC9A7268}"/>
                  </a:ext>
                </a:extLst>
              </p14:cNvPr>
              <p14:cNvContentPartPr/>
              <p14:nvPr/>
            </p14:nvContentPartPr>
            <p14:xfrm>
              <a:off x="7158761" y="3743885"/>
              <a:ext cx="459000" cy="438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D611EE1-7A34-F6E4-E61B-43A6FC9A726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40761" y="3725885"/>
                <a:ext cx="49464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96F43E4-F051-EF05-9AC7-6EB614B90118}"/>
                  </a:ext>
                </a:extLst>
              </p14:cNvPr>
              <p14:cNvContentPartPr/>
              <p14:nvPr/>
            </p14:nvContentPartPr>
            <p14:xfrm>
              <a:off x="6906041" y="2324405"/>
              <a:ext cx="807840" cy="68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96F43E4-F051-EF05-9AC7-6EB614B901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88401" y="2306405"/>
                <a:ext cx="8434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E096608-7F2D-1C98-1F05-88BECEC1C840}"/>
                  </a:ext>
                </a:extLst>
              </p14:cNvPr>
              <p14:cNvContentPartPr/>
              <p14:nvPr/>
            </p14:nvContentPartPr>
            <p14:xfrm>
              <a:off x="7966601" y="4113965"/>
              <a:ext cx="1022040" cy="691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E096608-7F2D-1C98-1F05-88BECEC1C8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48961" y="4095965"/>
                <a:ext cx="1057680" cy="10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84DDE7E-945E-4E03-6AD8-8CF66C579E74}"/>
              </a:ext>
            </a:extLst>
          </p:cNvPr>
          <p:cNvGrpSpPr/>
          <p:nvPr/>
        </p:nvGrpSpPr>
        <p:grpSpPr>
          <a:xfrm>
            <a:off x="6001361" y="3588005"/>
            <a:ext cx="3776400" cy="616680"/>
            <a:chOff x="6001361" y="3588005"/>
            <a:chExt cx="3776400" cy="61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4C2428-48A4-5F3F-E12C-7ED50102DB96}"/>
                    </a:ext>
                  </a:extLst>
                </p14:cNvPr>
                <p14:cNvContentPartPr/>
                <p14:nvPr/>
              </p14:nvContentPartPr>
              <p14:xfrm>
                <a:off x="6001361" y="4171565"/>
                <a:ext cx="952560" cy="2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4C2428-48A4-5F3F-E12C-7ED50102DB9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83721" y="4153565"/>
                  <a:ext cx="988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4894263-859C-8B3F-D0DF-A753A65D07B9}"/>
                    </a:ext>
                  </a:extLst>
                </p14:cNvPr>
                <p14:cNvContentPartPr/>
                <p14:nvPr/>
              </p14:nvContentPartPr>
              <p14:xfrm>
                <a:off x="7207721" y="4162925"/>
                <a:ext cx="359640" cy="41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4894263-859C-8B3F-D0DF-A753A65D07B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90081" y="4145285"/>
                  <a:ext cx="395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E9943D-9A35-0E15-B893-A44DB9F6F26E}"/>
                    </a:ext>
                  </a:extLst>
                </p14:cNvPr>
                <p14:cNvContentPartPr/>
                <p14:nvPr/>
              </p14:nvContentPartPr>
              <p14:xfrm>
                <a:off x="7819721" y="3588005"/>
                <a:ext cx="1958040" cy="614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E9943D-9A35-0E15-B893-A44DB9F6F26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01721" y="3570365"/>
                  <a:ext cx="1993680" cy="65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2FB2CB-6B5A-94A3-57D6-A435BBC98BD4}"/>
                  </a:ext>
                </a:extLst>
              </p14:cNvPr>
              <p14:cNvContentPartPr/>
              <p14:nvPr/>
            </p14:nvContentPartPr>
            <p14:xfrm>
              <a:off x="8958761" y="4113965"/>
              <a:ext cx="642240" cy="88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2FB2CB-6B5A-94A3-57D6-A435BBC98BD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940761" y="4096325"/>
                <a:ext cx="67788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E0DC448-1834-DA40-F076-B5EA789BA3D7}"/>
              </a:ext>
            </a:extLst>
          </p:cNvPr>
          <p:cNvGrpSpPr/>
          <p:nvPr/>
        </p:nvGrpSpPr>
        <p:grpSpPr>
          <a:xfrm>
            <a:off x="7916921" y="1983485"/>
            <a:ext cx="1245600" cy="428760"/>
            <a:chOff x="7916921" y="1983485"/>
            <a:chExt cx="124560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A281FD3-2D58-00EA-E3D2-2E49AE6A5F31}"/>
                    </a:ext>
                  </a:extLst>
                </p14:cNvPr>
                <p14:cNvContentPartPr/>
                <p14:nvPr/>
              </p14:nvContentPartPr>
              <p14:xfrm>
                <a:off x="8190521" y="2314685"/>
                <a:ext cx="972000" cy="97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A281FD3-2D58-00EA-E3D2-2E49AE6A5F3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72521" y="2297045"/>
                  <a:ext cx="1007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CB31F0D-60D3-7FF4-0480-51AD9B1A7386}"/>
                    </a:ext>
                  </a:extLst>
                </p14:cNvPr>
                <p14:cNvContentPartPr/>
                <p14:nvPr/>
              </p14:nvContentPartPr>
              <p14:xfrm>
                <a:off x="8112401" y="2383085"/>
                <a:ext cx="12708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CB31F0D-60D3-7FF4-0480-51AD9B1A738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94401" y="2365085"/>
                  <a:ext cx="162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88D206-4CAD-4D33-F8AE-38AB6F24DF5B}"/>
                    </a:ext>
                  </a:extLst>
                </p14:cNvPr>
                <p14:cNvContentPartPr/>
                <p14:nvPr/>
              </p14:nvContentPartPr>
              <p14:xfrm>
                <a:off x="7916921" y="1983485"/>
                <a:ext cx="468720" cy="370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88D206-4CAD-4D33-F8AE-38AB6F24DF5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99281" y="1965845"/>
                  <a:ext cx="50436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D7EC41-D033-CCD2-AD8E-1CDF51D64501}"/>
                  </a:ext>
                </a:extLst>
              </p14:cNvPr>
              <p14:cNvContentPartPr/>
              <p14:nvPr/>
            </p14:nvContentPartPr>
            <p14:xfrm>
              <a:off x="932921" y="1947485"/>
              <a:ext cx="2696400" cy="2334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D7EC41-D033-CCD2-AD8E-1CDF51D6450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14921" y="1929485"/>
                <a:ext cx="2732040" cy="23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6685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D5300-563F-5BA6-8E03-589613BC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✍Lambda Expression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2C1AA-84DB-C79B-965F-16D330178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. Single-expression Lambda</a:t>
            </a:r>
          </a:p>
          <a:p>
            <a:r>
              <a:rPr lang="ar-EG" sz="2400" b="1" dirty="0"/>
              <a:t>. Block Lambda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04FC20B-690A-FD8B-E6A8-BE7F3BBB8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127" y="3587189"/>
            <a:ext cx="3591426" cy="219105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BD9770E-673F-1C53-7743-8BDAD450100D}"/>
                  </a:ext>
                </a:extLst>
              </p14:cNvPr>
              <p14:cNvContentPartPr/>
              <p14:nvPr/>
            </p14:nvContentPartPr>
            <p14:xfrm>
              <a:off x="7527761" y="3744605"/>
              <a:ext cx="1564560" cy="604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BD9770E-673F-1C53-7743-8BDAD45010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0121" y="3726965"/>
                <a:ext cx="1600200" cy="64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6A8D5795-5D30-7E9A-2B0A-FAD59FF5966D}"/>
              </a:ext>
            </a:extLst>
          </p:cNvPr>
          <p:cNvGrpSpPr/>
          <p:nvPr/>
        </p:nvGrpSpPr>
        <p:grpSpPr>
          <a:xfrm>
            <a:off x="8073881" y="5076965"/>
            <a:ext cx="1273320" cy="51120"/>
            <a:chOff x="8073881" y="5076965"/>
            <a:chExt cx="127332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332306-767C-D742-3E04-55B53A9BE1E4}"/>
                    </a:ext>
                  </a:extLst>
                </p14:cNvPr>
                <p14:cNvContentPartPr/>
                <p14:nvPr/>
              </p14:nvContentPartPr>
              <p14:xfrm>
                <a:off x="8073881" y="5076965"/>
                <a:ext cx="1049760" cy="5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332306-767C-D742-3E04-55B53A9BE1E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055881" y="5058965"/>
                  <a:ext cx="1085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1061FD-9FD6-A028-609C-9E1D8DC7AAE6}"/>
                    </a:ext>
                  </a:extLst>
                </p14:cNvPr>
                <p14:cNvContentPartPr/>
                <p14:nvPr/>
              </p14:nvContentPartPr>
              <p14:xfrm>
                <a:off x="9134081" y="5087045"/>
                <a:ext cx="21312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1061FD-9FD6-A028-609C-9E1D8DC7AAE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16081" y="5069405"/>
                  <a:ext cx="2487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A73A244-A0E1-39FA-05E0-AF4085BF96AE}"/>
                  </a:ext>
                </a:extLst>
              </p14:cNvPr>
              <p14:cNvContentPartPr/>
              <p14:nvPr/>
            </p14:nvContentPartPr>
            <p14:xfrm>
              <a:off x="7966601" y="5301245"/>
              <a:ext cx="447840" cy="29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A73A244-A0E1-39FA-05E0-AF4085BF96A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48601" y="5283245"/>
                <a:ext cx="483480" cy="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6851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CFD03-679F-D9A9-4A4D-FA6876262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✍Block Lambda Example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0E64D-1EE8-5F38-4809-69496E8AB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38" y="959118"/>
            <a:ext cx="7608304" cy="50107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77A116-2A50-AA33-4A4B-E566B92693C8}"/>
              </a:ext>
            </a:extLst>
          </p:cNvPr>
          <p:cNvGrpSpPr/>
          <p:nvPr/>
        </p:nvGrpSpPr>
        <p:grpSpPr>
          <a:xfrm>
            <a:off x="2341241" y="3023525"/>
            <a:ext cx="3214800" cy="595080"/>
            <a:chOff x="2341241" y="3023525"/>
            <a:chExt cx="321480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CCEAC2E-FFD2-4C94-FE24-14486E1A7BA0}"/>
                    </a:ext>
                  </a:extLst>
                </p14:cNvPr>
                <p14:cNvContentPartPr/>
                <p14:nvPr/>
              </p14:nvContentPartPr>
              <p14:xfrm>
                <a:off x="2341241" y="3023525"/>
                <a:ext cx="1249200" cy="556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CCEAC2E-FFD2-4C94-FE24-14486E1A7BA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23601" y="3005885"/>
                  <a:ext cx="128484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1E43B0-3190-EDC5-3EA4-EC9993D1648C}"/>
                    </a:ext>
                  </a:extLst>
                </p14:cNvPr>
                <p14:cNvContentPartPr/>
                <p14:nvPr/>
              </p14:nvContentPartPr>
              <p14:xfrm>
                <a:off x="3851441" y="3579365"/>
                <a:ext cx="572760" cy="3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1E43B0-3190-EDC5-3EA4-EC9993D1648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33801" y="3561365"/>
                  <a:ext cx="6084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7259AC-C952-7CA4-043D-D76018928798}"/>
                    </a:ext>
                  </a:extLst>
                </p14:cNvPr>
                <p14:cNvContentPartPr/>
                <p14:nvPr/>
              </p14:nvContentPartPr>
              <p14:xfrm>
                <a:off x="4766201" y="3492245"/>
                <a:ext cx="146520" cy="29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7259AC-C952-7CA4-043D-D7601892879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48201" y="3474245"/>
                  <a:ext cx="1821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DAC2A9D-9C19-51D9-4C43-CFBFB27AEB8D}"/>
                    </a:ext>
                  </a:extLst>
                </p14:cNvPr>
                <p14:cNvContentPartPr/>
                <p14:nvPr/>
              </p14:nvContentPartPr>
              <p14:xfrm>
                <a:off x="5085521" y="3062045"/>
                <a:ext cx="470520" cy="484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DAC2A9D-9C19-51D9-4C43-CFBFB27AEB8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67881" y="3044045"/>
                  <a:ext cx="506160" cy="52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4136D0-F1E0-B517-4EC9-4CF3C90A2875}"/>
                  </a:ext>
                </a:extLst>
              </p14:cNvPr>
              <p14:cNvContentPartPr/>
              <p14:nvPr/>
            </p14:nvContentPartPr>
            <p14:xfrm>
              <a:off x="962441" y="4268045"/>
              <a:ext cx="507960" cy="537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4136D0-F1E0-B517-4EC9-4CF3C90A287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4801" y="4250405"/>
                <a:ext cx="54360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7E9A6BE-954D-62F7-53F2-A659E44DE16E}"/>
                  </a:ext>
                </a:extLst>
              </p14:cNvPr>
              <p14:cNvContentPartPr/>
              <p14:nvPr/>
            </p14:nvContentPartPr>
            <p14:xfrm>
              <a:off x="1624121" y="3900125"/>
              <a:ext cx="213120" cy="49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7E9A6BE-954D-62F7-53F2-A659E44DE16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06121" y="3882485"/>
                <a:ext cx="2487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1C61D60-DEA1-74AC-89C1-84BC78C152A7}"/>
                  </a:ext>
                </a:extLst>
              </p14:cNvPr>
              <p14:cNvContentPartPr/>
              <p14:nvPr/>
            </p14:nvContentPartPr>
            <p14:xfrm>
              <a:off x="738881" y="5370005"/>
              <a:ext cx="362880" cy="155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1C61D60-DEA1-74AC-89C1-84BC78C152A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1241" y="5352005"/>
                <a:ext cx="39852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7148378-9E00-A58A-2BE8-8137F76C4700}"/>
                  </a:ext>
                </a:extLst>
              </p14:cNvPr>
              <p14:cNvContentPartPr/>
              <p14:nvPr/>
            </p14:nvContentPartPr>
            <p14:xfrm>
              <a:off x="4737041" y="5455685"/>
              <a:ext cx="758880" cy="30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7148378-9E00-A58A-2BE8-8137F76C470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719401" y="5438045"/>
                <a:ext cx="7945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E98ED8C-5606-067B-CDD7-24EF67EC0E0F}"/>
                  </a:ext>
                </a:extLst>
              </p14:cNvPr>
              <p14:cNvContentPartPr/>
              <p14:nvPr/>
            </p14:nvContentPartPr>
            <p14:xfrm>
              <a:off x="2169161" y="1953965"/>
              <a:ext cx="923400" cy="40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E98ED8C-5606-067B-CDD7-24EF67EC0E0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51161" y="1935965"/>
                <a:ext cx="9590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F21608A-3FA5-1C99-617A-4771A2DF86BA}"/>
                  </a:ext>
                </a:extLst>
              </p14:cNvPr>
              <p14:cNvContentPartPr/>
              <p14:nvPr/>
            </p14:nvContentPartPr>
            <p14:xfrm>
              <a:off x="2275001" y="1234325"/>
              <a:ext cx="1423440" cy="400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F21608A-3FA5-1C99-617A-4771A2DF86B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57001" y="1216685"/>
                <a:ext cx="14590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D1C88A1-2FD8-20AC-421B-5F5F686768ED}"/>
                  </a:ext>
                </a:extLst>
              </p14:cNvPr>
              <p14:cNvContentPartPr/>
              <p14:nvPr/>
            </p14:nvContentPartPr>
            <p14:xfrm>
              <a:off x="661121" y="3841805"/>
              <a:ext cx="671760" cy="486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D1C88A1-2FD8-20AC-421B-5F5F686768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43481" y="3824165"/>
                <a:ext cx="707400" cy="52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2611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6698C5-AA83-98B4-A075-D8844186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✍Generic Functional 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1B3B94-92A3-DF24-91DA-6127FE53A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707080"/>
            <a:ext cx="6780700" cy="54415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711228D-3F86-886B-3F11-56757A521A19}"/>
                  </a:ext>
                </a:extLst>
              </p14:cNvPr>
              <p14:cNvContentPartPr/>
              <p14:nvPr/>
            </p14:nvContentPartPr>
            <p14:xfrm>
              <a:off x="4513481" y="1089245"/>
              <a:ext cx="829440" cy="15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711228D-3F86-886B-3F11-56757A521A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481" y="1071605"/>
                <a:ext cx="8650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98C3FC-DECA-B730-3D27-D94D56C4E1DF}"/>
                  </a:ext>
                </a:extLst>
              </p14:cNvPr>
              <p14:cNvContentPartPr/>
              <p14:nvPr/>
            </p14:nvContentPartPr>
            <p14:xfrm>
              <a:off x="6614441" y="1487405"/>
              <a:ext cx="1361160" cy="79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98C3FC-DECA-B730-3D27-D94D56C4E1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6801" y="1469405"/>
                <a:ext cx="139680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672377A-63D0-7C9F-A8EA-C19E62D75E51}"/>
              </a:ext>
            </a:extLst>
          </p:cNvPr>
          <p:cNvGrpSpPr/>
          <p:nvPr/>
        </p:nvGrpSpPr>
        <p:grpSpPr>
          <a:xfrm>
            <a:off x="7061201" y="1517285"/>
            <a:ext cx="526320" cy="223200"/>
            <a:chOff x="7061201" y="1517285"/>
            <a:chExt cx="52632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B9098BE-230C-19DD-22B3-C869E8B52919}"/>
                    </a:ext>
                  </a:extLst>
                </p14:cNvPr>
                <p14:cNvContentPartPr/>
                <p14:nvPr/>
              </p14:nvContentPartPr>
              <p14:xfrm>
                <a:off x="7061201" y="1517285"/>
                <a:ext cx="20880" cy="223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B9098BE-230C-19DD-22B3-C869E8B529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043561" y="1499285"/>
                  <a:ext cx="565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3085C7-73D5-15A5-7422-3FE3CC47583B}"/>
                    </a:ext>
                  </a:extLst>
                </p14:cNvPr>
                <p14:cNvContentPartPr/>
                <p14:nvPr/>
              </p14:nvContentPartPr>
              <p14:xfrm>
                <a:off x="7587161" y="1527005"/>
                <a:ext cx="360" cy="20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3085C7-73D5-15A5-7422-3FE3CC47583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69161" y="1509005"/>
                  <a:ext cx="36000" cy="23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C714A49-22F4-896C-8711-63FEF1678D8F}"/>
                  </a:ext>
                </a:extLst>
              </p14:cNvPr>
              <p14:cNvContentPartPr/>
              <p14:nvPr/>
            </p14:nvContentPartPr>
            <p14:xfrm>
              <a:off x="7266401" y="1215605"/>
              <a:ext cx="5652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C714A49-22F4-896C-8711-63FEF1678D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48401" y="1197965"/>
                <a:ext cx="92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D5BE5B4-D6DE-129E-5037-3FB9300B5D79}"/>
                  </a:ext>
                </a:extLst>
              </p14:cNvPr>
              <p14:cNvContentPartPr/>
              <p14:nvPr/>
            </p14:nvContentPartPr>
            <p14:xfrm>
              <a:off x="5145641" y="2314325"/>
              <a:ext cx="400320" cy="185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D5BE5B4-D6DE-129E-5037-3FB9300B5D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28001" y="2296685"/>
                <a:ext cx="4359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C251F6E-34ED-2473-0B89-260493098C10}"/>
                  </a:ext>
                </a:extLst>
              </p14:cNvPr>
              <p14:cNvContentPartPr/>
              <p14:nvPr/>
            </p14:nvContentPartPr>
            <p14:xfrm>
              <a:off x="6468281" y="2334125"/>
              <a:ext cx="525600" cy="39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C251F6E-34ED-2473-0B89-260493098C1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50641" y="2316485"/>
                <a:ext cx="5612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68F637E-58A3-714C-02E1-D514CBEA9E5D}"/>
                  </a:ext>
                </a:extLst>
              </p14:cNvPr>
              <p14:cNvContentPartPr/>
              <p14:nvPr/>
            </p14:nvContentPartPr>
            <p14:xfrm>
              <a:off x="7266041" y="2353565"/>
              <a:ext cx="64224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68F637E-58A3-714C-02E1-D514CBEA9E5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48401" y="2335565"/>
                <a:ext cx="677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97B0596-CB13-0EF7-B851-13690B5AB8E7}"/>
                  </a:ext>
                </a:extLst>
              </p14:cNvPr>
              <p14:cNvContentPartPr/>
              <p14:nvPr/>
            </p14:nvContentPartPr>
            <p14:xfrm>
              <a:off x="5884721" y="2684405"/>
              <a:ext cx="39924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97B0596-CB13-0EF7-B851-13690B5AB8E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66721" y="2666405"/>
                <a:ext cx="434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0606BDC-1DFB-7A9F-26D2-5BF99120ACF2}"/>
                  </a:ext>
                </a:extLst>
              </p14:cNvPr>
              <p14:cNvContentPartPr/>
              <p14:nvPr/>
            </p14:nvContentPartPr>
            <p14:xfrm>
              <a:off x="6458921" y="2645525"/>
              <a:ext cx="9288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0606BDC-1DFB-7A9F-26D2-5BF99120ACF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40921" y="2627525"/>
                <a:ext cx="128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C8092D1-654B-398C-3DC0-1A6FAA2816E5}"/>
                  </a:ext>
                </a:extLst>
              </p14:cNvPr>
              <p14:cNvContentPartPr/>
              <p14:nvPr/>
            </p14:nvContentPartPr>
            <p14:xfrm>
              <a:off x="6711641" y="2626085"/>
              <a:ext cx="1050840" cy="147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C8092D1-654B-398C-3DC0-1A6FAA2816E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93641" y="2608445"/>
                <a:ext cx="10864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6108495-DA0D-9C8A-5DF1-6F6C3012F19C}"/>
                  </a:ext>
                </a:extLst>
              </p14:cNvPr>
              <p14:cNvContentPartPr/>
              <p14:nvPr/>
            </p14:nvContentPartPr>
            <p14:xfrm>
              <a:off x="5806961" y="1468325"/>
              <a:ext cx="722880" cy="128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6108495-DA0D-9C8A-5DF1-6F6C3012F19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789321" y="1450685"/>
                <a:ext cx="75852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F85C2E0-EA03-E2CA-0988-1142B5C659D9}"/>
                  </a:ext>
                </a:extLst>
              </p14:cNvPr>
              <p14:cNvContentPartPr/>
              <p14:nvPr/>
            </p14:nvContentPartPr>
            <p14:xfrm>
              <a:off x="5067521" y="3191285"/>
              <a:ext cx="264960" cy="163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F85C2E0-EA03-E2CA-0988-1142B5C659D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049881" y="3173285"/>
                <a:ext cx="3006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C47E321-DC6F-FADF-9B37-1EB89B09A1AC}"/>
                  </a:ext>
                </a:extLst>
              </p14:cNvPr>
              <p14:cNvContentPartPr/>
              <p14:nvPr/>
            </p14:nvContentPartPr>
            <p14:xfrm>
              <a:off x="4854041" y="4229885"/>
              <a:ext cx="439560" cy="219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C47E321-DC6F-FADF-9B37-1EB89B09A1A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36041" y="4212245"/>
                <a:ext cx="4752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F83E32F-0326-D451-4A99-3AB780C9B066}"/>
                  </a:ext>
                </a:extLst>
              </p14:cNvPr>
              <p14:cNvContentPartPr/>
              <p14:nvPr/>
            </p14:nvContentPartPr>
            <p14:xfrm>
              <a:off x="4795721" y="3890765"/>
              <a:ext cx="3400560" cy="136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F83E32F-0326-D451-4A99-3AB780C9B06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777721" y="3872765"/>
                <a:ext cx="343620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68EA38B-2206-56A0-F546-81BF690310F3}"/>
                  </a:ext>
                </a:extLst>
              </p14:cNvPr>
              <p14:cNvContentPartPr/>
              <p14:nvPr/>
            </p14:nvContentPartPr>
            <p14:xfrm>
              <a:off x="6235001" y="4347605"/>
              <a:ext cx="447840" cy="10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68EA38B-2206-56A0-F546-81BF690310F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217001" y="4329605"/>
                <a:ext cx="4834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0351A0D-97AA-9AD0-6661-66F265A77653}"/>
                  </a:ext>
                </a:extLst>
              </p14:cNvPr>
              <p14:cNvContentPartPr/>
              <p14:nvPr/>
            </p14:nvContentPartPr>
            <p14:xfrm>
              <a:off x="7110521" y="4299365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0351A0D-97AA-9AD0-6661-66F265A7765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092521" y="42817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5B6A86E-908A-425C-B099-AC2EB78BBDBE}"/>
                  </a:ext>
                </a:extLst>
              </p14:cNvPr>
              <p14:cNvContentPartPr/>
              <p14:nvPr/>
            </p14:nvContentPartPr>
            <p14:xfrm>
              <a:off x="7023041" y="4347605"/>
              <a:ext cx="72000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5B6A86E-908A-425C-B099-AC2EB78BBDB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005401" y="4329605"/>
                <a:ext cx="755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4C6758B-F890-9839-D8B6-69D7727AF27F}"/>
                  </a:ext>
                </a:extLst>
              </p14:cNvPr>
              <p14:cNvContentPartPr/>
              <p14:nvPr/>
            </p14:nvContentPartPr>
            <p14:xfrm>
              <a:off x="5884721" y="4727045"/>
              <a:ext cx="34092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4C6758B-F890-9839-D8B6-69D7727AF27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866721" y="4709405"/>
                <a:ext cx="376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C82ECD7-8E37-25E9-3BED-1F81AB12445D}"/>
                  </a:ext>
                </a:extLst>
              </p14:cNvPr>
              <p14:cNvContentPartPr/>
              <p14:nvPr/>
            </p14:nvContentPartPr>
            <p14:xfrm>
              <a:off x="6789761" y="4707965"/>
              <a:ext cx="103032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C82ECD7-8E37-25E9-3BED-1F81AB12445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771761" y="4690325"/>
                <a:ext cx="106596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974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CEAF8-731B-2089-8737-835A43C2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are Method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1F7A-C4F1-04B2-D606-42DF9A7C0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 method reference is a </a:t>
            </a:r>
            <a:r>
              <a:rPr lang="ar-EG" sz="2400" b="1" dirty="0"/>
              <a:t>shorter way to write a lambda expression</a:t>
            </a:r>
            <a:r>
              <a:rPr lang="ar-EG" sz="2400" dirty="0"/>
              <a:t> when an existing method can do the required operation.</a:t>
            </a:r>
            <a:endParaRPr lang="en-US" sz="2400" dirty="0"/>
          </a:p>
          <a:p>
            <a:r>
              <a:rPr lang="en-US" sz="2400" b="1" dirty="0"/>
              <a:t>Syntax :</a:t>
            </a:r>
            <a:r>
              <a:rPr lang="en-US" sz="2400" dirty="0"/>
              <a:t> </a:t>
            </a:r>
            <a:endParaRPr lang="ar-EG" sz="2400" dirty="0"/>
          </a:p>
          <a:p>
            <a:pPr marL="971550" lvl="1" indent="-514350">
              <a:buFont typeface="+mj-lt"/>
              <a:buAutoNum type="arabicPeriod"/>
            </a:pPr>
            <a:r>
              <a:rPr lang="ar-EG" dirty="0"/>
              <a:t>ClassName::methodName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object::</a:t>
            </a:r>
            <a:r>
              <a:rPr lang="en-US" dirty="0" err="1"/>
              <a:t>methodName</a:t>
            </a:r>
            <a:endParaRPr lang="ar-EG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97B7A1E-F7B4-5DF7-EE84-F63CB04E2212}"/>
                  </a:ext>
                </a:extLst>
              </p14:cNvPr>
              <p14:cNvContentPartPr/>
              <p14:nvPr/>
            </p14:nvContentPartPr>
            <p14:xfrm>
              <a:off x="2188241" y="5136005"/>
              <a:ext cx="138132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97B7A1E-F7B4-5DF7-EE84-F63CB04E2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0601" y="5118005"/>
                <a:ext cx="1416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BADD7CF-8D9D-BDFD-7652-DF6A30981362}"/>
                  </a:ext>
                </a:extLst>
              </p14:cNvPr>
              <p14:cNvContentPartPr/>
              <p14:nvPr/>
            </p14:nvContentPartPr>
            <p14:xfrm>
              <a:off x="3714641" y="4464605"/>
              <a:ext cx="91080" cy="321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BADD7CF-8D9D-BDFD-7652-DF6A309813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7001" y="4446605"/>
                <a:ext cx="12672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3DD99D7-2E38-12C0-8BB3-F629122083CF}"/>
                  </a:ext>
                </a:extLst>
              </p14:cNvPr>
              <p14:cNvContentPartPr/>
              <p14:nvPr/>
            </p14:nvContentPartPr>
            <p14:xfrm>
              <a:off x="3696281" y="5106485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3DD99D7-2E38-12C0-8BB3-F629122083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8281" y="508848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A2AD527-2BE5-0174-7BEE-61FDC17C4E03}"/>
              </a:ext>
            </a:extLst>
          </p:cNvPr>
          <p:cNvGrpSpPr/>
          <p:nvPr/>
        </p:nvGrpSpPr>
        <p:grpSpPr>
          <a:xfrm>
            <a:off x="6429761" y="4659365"/>
            <a:ext cx="68400" cy="360"/>
            <a:chOff x="6429761" y="4659365"/>
            <a:chExt cx="6840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0B7999-168D-A297-5CBA-D51D6A9AF383}"/>
                    </a:ext>
                  </a:extLst>
                </p14:cNvPr>
                <p14:cNvContentPartPr/>
                <p14:nvPr/>
              </p14:nvContentPartPr>
              <p14:xfrm>
                <a:off x="6429761" y="4659365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0B7999-168D-A297-5CBA-D51D6A9AF3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12121" y="46413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B54B1A0-4C07-35F1-00A8-70550DF4BE54}"/>
                    </a:ext>
                  </a:extLst>
                </p14:cNvPr>
                <p14:cNvContentPartPr/>
                <p14:nvPr/>
              </p14:nvContentPartPr>
              <p14:xfrm>
                <a:off x="6497801" y="4659365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B54B1A0-4C07-35F1-00A8-70550DF4BE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80161" y="46413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AF6D4D4-EAF7-67C3-5B0E-EC65FF663C99}"/>
              </a:ext>
            </a:extLst>
          </p:cNvPr>
          <p:cNvGrpSpPr/>
          <p:nvPr/>
        </p:nvGrpSpPr>
        <p:grpSpPr>
          <a:xfrm>
            <a:off x="6429761" y="4785725"/>
            <a:ext cx="87840" cy="19440"/>
            <a:chOff x="6429761" y="4785725"/>
            <a:chExt cx="87840" cy="1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CD06308-6B16-60FD-3AC4-0B0C587B49FB}"/>
                    </a:ext>
                  </a:extLst>
                </p14:cNvPr>
                <p14:cNvContentPartPr/>
                <p14:nvPr/>
              </p14:nvContentPartPr>
              <p14:xfrm>
                <a:off x="6429761" y="4804805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CD06308-6B16-60FD-3AC4-0B0C587B49F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12121" y="47871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D47DBF-0271-4338-781D-49FBBE45B5F2}"/>
                    </a:ext>
                  </a:extLst>
                </p14:cNvPr>
                <p14:cNvContentPartPr/>
                <p14:nvPr/>
              </p14:nvContentPartPr>
              <p14:xfrm>
                <a:off x="6517241" y="4785725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D47DBF-0271-4338-781D-49FBBE45B5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99241" y="47677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C06E01-D3E3-B8BC-C7DB-39FC1CEE2A66}"/>
                  </a:ext>
                </a:extLst>
              </p14:cNvPr>
              <p14:cNvContentPartPr/>
              <p14:nvPr/>
            </p14:nvContentPartPr>
            <p14:xfrm>
              <a:off x="6216281" y="4499165"/>
              <a:ext cx="383040" cy="507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C06E01-D3E3-B8BC-C7DB-39FC1CEE2A6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98641" y="4481165"/>
                <a:ext cx="418680" cy="54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E4B005E-8789-E25A-59B8-A31D71F3F609}"/>
              </a:ext>
            </a:extLst>
          </p:cNvPr>
          <p:cNvGrpSpPr/>
          <p:nvPr/>
        </p:nvGrpSpPr>
        <p:grpSpPr>
          <a:xfrm>
            <a:off x="6647921" y="4639565"/>
            <a:ext cx="348120" cy="191880"/>
            <a:chOff x="6647921" y="4639565"/>
            <a:chExt cx="34812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CB5DB2-0CB5-2842-8CDA-E7695C50EACD}"/>
                    </a:ext>
                  </a:extLst>
                </p14:cNvPr>
                <p14:cNvContentPartPr/>
                <p14:nvPr/>
              </p14:nvContentPartPr>
              <p14:xfrm>
                <a:off x="6647921" y="4707605"/>
                <a:ext cx="326520" cy="29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CB5DB2-0CB5-2842-8CDA-E7695C50EA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630281" y="4689965"/>
                  <a:ext cx="362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E9112BA-C57A-E542-B57D-908B1A5CF4E5}"/>
                    </a:ext>
                  </a:extLst>
                </p14:cNvPr>
                <p14:cNvContentPartPr/>
                <p14:nvPr/>
              </p14:nvContentPartPr>
              <p14:xfrm>
                <a:off x="6970481" y="4639565"/>
                <a:ext cx="25560" cy="191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E9112BA-C57A-E542-B57D-908B1A5CF4E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52841" y="4621565"/>
                  <a:ext cx="6120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735A1A0-80A5-EE39-39A5-634B1E5158F2}"/>
              </a:ext>
            </a:extLst>
          </p:cNvPr>
          <p:cNvGrpSpPr/>
          <p:nvPr/>
        </p:nvGrpSpPr>
        <p:grpSpPr>
          <a:xfrm>
            <a:off x="3618161" y="5086325"/>
            <a:ext cx="1536480" cy="59400"/>
            <a:chOff x="3618161" y="5086325"/>
            <a:chExt cx="1536480" cy="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2ABDE6-0F86-009B-D33F-A1890DA9C731}"/>
                    </a:ext>
                  </a:extLst>
                </p14:cNvPr>
                <p14:cNvContentPartPr/>
                <p14:nvPr/>
              </p14:nvContentPartPr>
              <p14:xfrm>
                <a:off x="3618161" y="5106485"/>
                <a:ext cx="13572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2ABDE6-0F86-009B-D33F-A1890DA9C7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00161" y="5088485"/>
                  <a:ext cx="171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C71AF9-5B1B-9A6A-E7E7-8A749FB16B16}"/>
                    </a:ext>
                  </a:extLst>
                </p14:cNvPr>
                <p14:cNvContentPartPr/>
                <p14:nvPr/>
              </p14:nvContentPartPr>
              <p14:xfrm>
                <a:off x="3764321" y="5116565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C71AF9-5B1B-9A6A-E7E7-8A749FB16B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46321" y="50989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1D2A4D9-B5C4-3015-B339-B90BF1B81F75}"/>
                    </a:ext>
                  </a:extLst>
                </p14:cNvPr>
                <p14:cNvContentPartPr/>
                <p14:nvPr/>
              </p14:nvContentPartPr>
              <p14:xfrm>
                <a:off x="3851441" y="5086325"/>
                <a:ext cx="972360" cy="59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1D2A4D9-B5C4-3015-B339-B90BF1B81F7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833801" y="5068685"/>
                  <a:ext cx="1008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C825C9-08FA-566B-46BE-2B0F7A479949}"/>
                    </a:ext>
                  </a:extLst>
                </p14:cNvPr>
                <p14:cNvContentPartPr/>
                <p14:nvPr/>
              </p14:nvContentPartPr>
              <p14:xfrm>
                <a:off x="4834241" y="5116565"/>
                <a:ext cx="32040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C825C9-08FA-566B-46BE-2B0F7A4799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16241" y="5098925"/>
                  <a:ext cx="3560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6912B1A-ACA8-B6DF-0CCE-C8903BDF4278}"/>
              </a:ext>
            </a:extLst>
          </p:cNvPr>
          <p:cNvGrpSpPr/>
          <p:nvPr/>
        </p:nvGrpSpPr>
        <p:grpSpPr>
          <a:xfrm>
            <a:off x="2217401" y="5582765"/>
            <a:ext cx="584640" cy="107640"/>
            <a:chOff x="2217401" y="5582765"/>
            <a:chExt cx="584640" cy="10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A70A2A9-B6A2-B089-68B0-AD7B54F52868}"/>
                    </a:ext>
                  </a:extLst>
                </p14:cNvPr>
                <p14:cNvContentPartPr/>
                <p14:nvPr/>
              </p14:nvContentPartPr>
              <p14:xfrm>
                <a:off x="2363561" y="5690045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A70A2A9-B6A2-B089-68B0-AD7B54F5286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45561" y="56724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917DAC-EEAC-156C-459F-DF80B794F570}"/>
                    </a:ext>
                  </a:extLst>
                </p14:cNvPr>
                <p14:cNvContentPartPr/>
                <p14:nvPr/>
              </p14:nvContentPartPr>
              <p14:xfrm>
                <a:off x="2217401" y="5582765"/>
                <a:ext cx="584640" cy="59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917DAC-EEAC-156C-459F-DF80B794F57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99401" y="5565125"/>
                  <a:ext cx="620280" cy="9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61541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A29F44-A08E-15EB-44D6-6E18FD40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✍Types of Method References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679CDD8B-BFF6-9309-A3B7-F55EC0030A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073107"/>
              </p:ext>
            </p:extLst>
          </p:nvPr>
        </p:nvGraphicFramePr>
        <p:xfrm>
          <a:off x="1000399" y="2633472"/>
          <a:ext cx="10188155" cy="358635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5691164">
                  <a:extLst>
                    <a:ext uri="{9D8B030D-6E8A-4147-A177-3AD203B41FA5}">
                      <a16:colId xmlns:a16="http://schemas.microsoft.com/office/drawing/2014/main" val="3809877230"/>
                    </a:ext>
                  </a:extLst>
                </a:gridCol>
                <a:gridCol w="4496991">
                  <a:extLst>
                    <a:ext uri="{9D8B030D-6E8A-4147-A177-3AD203B41FA5}">
                      <a16:colId xmlns:a16="http://schemas.microsoft.com/office/drawing/2014/main" val="3801848190"/>
                    </a:ext>
                  </a:extLst>
                </a:gridCol>
              </a:tblGrid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b="1" cap="none" spc="0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b="1" cap="none" spc="0" dirty="0">
                          <a:solidFill>
                            <a:schemeClr val="tx1"/>
                          </a:solidFill>
                        </a:rPr>
                        <a:t>Syntax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09251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Static method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ClassName::staticMethod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272403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Constructor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ClassName::new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06443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Instance method of arbitrary object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ClassName::instanceMethod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600818"/>
                  </a:ext>
                </a:extLst>
              </a:tr>
              <a:tr h="717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>
                          <a:solidFill>
                            <a:schemeClr val="tx1"/>
                          </a:solidFill>
                        </a:rPr>
                        <a:t>Instance method of a particular object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cap="none" spc="0" dirty="0">
                          <a:solidFill>
                            <a:schemeClr val="tx1"/>
                          </a:solidFill>
                        </a:rPr>
                        <a:t>object::instanceMethod</a:t>
                      </a:r>
                    </a:p>
                  </a:txBody>
                  <a:tcPr marL="183916" marR="183916" marT="183916" marB="919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1531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579547-E71F-BFE1-C60E-027A8DE6E9EC}"/>
                  </a:ext>
                </a:extLst>
              </p14:cNvPr>
              <p14:cNvContentPartPr/>
              <p14:nvPr/>
            </p14:nvContentPartPr>
            <p14:xfrm>
              <a:off x="524681" y="3773765"/>
              <a:ext cx="578880" cy="2926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579547-E71F-BFE1-C60E-027A8DE6E9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41" y="3755765"/>
                <a:ext cx="6145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0F0440E-CB59-5EDF-24F0-B6A648D92977}"/>
                  </a:ext>
                </a:extLst>
              </p14:cNvPr>
              <p14:cNvContentPartPr/>
              <p14:nvPr/>
            </p14:nvContentPartPr>
            <p14:xfrm>
              <a:off x="7110521" y="3928205"/>
              <a:ext cx="1642680" cy="138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0F0440E-CB59-5EDF-24F0-B6A648D929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2521" y="3910565"/>
                <a:ext cx="167832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90DF10-3241-0C93-FC07-DA422384CA1E}"/>
                  </a:ext>
                </a:extLst>
              </p14:cNvPr>
              <p14:cNvContentPartPr/>
              <p14:nvPr/>
            </p14:nvContentPartPr>
            <p14:xfrm>
              <a:off x="8812601" y="3929285"/>
              <a:ext cx="895680" cy="48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90DF10-3241-0C93-FC07-DA422384CA1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94601" y="3911645"/>
                <a:ext cx="93132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B652F57-0538-7C77-8DAC-538136C7E086}"/>
              </a:ext>
            </a:extLst>
          </p:cNvPr>
          <p:cNvGrpSpPr/>
          <p:nvPr/>
        </p:nvGrpSpPr>
        <p:grpSpPr>
          <a:xfrm>
            <a:off x="301481" y="4394405"/>
            <a:ext cx="1761840" cy="352440"/>
            <a:chOff x="301481" y="4394405"/>
            <a:chExt cx="1761840" cy="35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DF1533-42B8-8B12-E2D7-4CB066AEF6C9}"/>
                    </a:ext>
                  </a:extLst>
                </p14:cNvPr>
                <p14:cNvContentPartPr/>
                <p14:nvPr/>
              </p14:nvContentPartPr>
              <p14:xfrm>
                <a:off x="1177001" y="4659365"/>
                <a:ext cx="886320" cy="31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DF1533-42B8-8B12-E2D7-4CB066AEF6C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9001" y="4641365"/>
                  <a:ext cx="9219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1648680-BE1D-A010-D24C-A02358B2622B}"/>
                    </a:ext>
                  </a:extLst>
                </p14:cNvPr>
                <p14:cNvContentPartPr/>
                <p14:nvPr/>
              </p14:nvContentPartPr>
              <p14:xfrm>
                <a:off x="301481" y="4394405"/>
                <a:ext cx="800280" cy="352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1648680-BE1D-A010-D24C-A02358B262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3481" y="4376765"/>
                  <a:ext cx="835920" cy="38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3B2FA83-63D4-0D69-3A7A-E947260E8B6A}"/>
                  </a:ext>
                </a:extLst>
              </p14:cNvPr>
              <p14:cNvContentPartPr/>
              <p14:nvPr/>
            </p14:nvContentPartPr>
            <p14:xfrm>
              <a:off x="6984161" y="4659365"/>
              <a:ext cx="720360" cy="10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3B2FA83-63D4-0D69-3A7A-E947260E8B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66161" y="4641365"/>
                <a:ext cx="7560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8A99B3C-90A1-F104-3715-77E2EB015497}"/>
                  </a:ext>
                </a:extLst>
              </p14:cNvPr>
              <p14:cNvContentPartPr/>
              <p14:nvPr/>
            </p14:nvContentPartPr>
            <p14:xfrm>
              <a:off x="8637281" y="4678445"/>
              <a:ext cx="41940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8A99B3C-90A1-F104-3715-77E2EB0154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19641" y="4642445"/>
                <a:ext cx="4550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A7709E6-6E47-74EF-CA9E-10F96D621D08}"/>
                  </a:ext>
                </a:extLst>
              </p14:cNvPr>
              <p14:cNvContentPartPr/>
              <p14:nvPr/>
            </p14:nvContentPartPr>
            <p14:xfrm>
              <a:off x="544481" y="5212325"/>
              <a:ext cx="509040" cy="235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A7709E6-6E47-74EF-CA9E-10F96D621D0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6841" y="5194685"/>
                <a:ext cx="5446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492691A-483C-03A2-77E3-790966573956}"/>
                  </a:ext>
                </a:extLst>
              </p14:cNvPr>
              <p14:cNvContentPartPr/>
              <p14:nvPr/>
            </p14:nvContentPartPr>
            <p14:xfrm>
              <a:off x="3871241" y="5427605"/>
              <a:ext cx="481320" cy="10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492691A-483C-03A2-77E3-79096657395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53601" y="5409965"/>
                <a:ext cx="5169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6237D4F-05A3-4A46-3157-13A79BB093A8}"/>
                  </a:ext>
                </a:extLst>
              </p14:cNvPr>
              <p14:cNvContentPartPr/>
              <p14:nvPr/>
            </p14:nvContentPartPr>
            <p14:xfrm>
              <a:off x="8637641" y="5408165"/>
              <a:ext cx="828000" cy="29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6237D4F-05A3-4A46-3157-13A79BB093A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19641" y="5390165"/>
                <a:ext cx="8636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D9E9C03-85E3-784E-9752-EA3D6EB31B19}"/>
                  </a:ext>
                </a:extLst>
              </p14:cNvPr>
              <p14:cNvContentPartPr/>
              <p14:nvPr/>
            </p14:nvContentPartPr>
            <p14:xfrm>
              <a:off x="729161" y="6030605"/>
              <a:ext cx="194760" cy="126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D9E9C03-85E3-784E-9752-EA3D6EB31B1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1161" y="6012965"/>
                <a:ext cx="2304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87F57A3-9379-DA11-510D-A2E2AED2A045}"/>
                  </a:ext>
                </a:extLst>
              </p14:cNvPr>
              <p14:cNvContentPartPr/>
              <p14:nvPr/>
            </p14:nvContentPartPr>
            <p14:xfrm>
              <a:off x="816641" y="5962565"/>
              <a:ext cx="93960" cy="145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87F57A3-9379-DA11-510D-A2E2AED2A04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8641" y="5944925"/>
                <a:ext cx="1296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3FB736A-2054-0184-454C-DCF3FC431E15}"/>
                  </a:ext>
                </a:extLst>
              </p14:cNvPr>
              <p14:cNvContentPartPr/>
              <p14:nvPr/>
            </p14:nvContentPartPr>
            <p14:xfrm>
              <a:off x="7100441" y="6108725"/>
              <a:ext cx="53604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3FB736A-2054-0184-454C-DCF3FC431E1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82801" y="6072725"/>
                <a:ext cx="571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22519F-1BFA-23DA-AA3C-FC73B4CBEA42}"/>
                  </a:ext>
                </a:extLst>
              </p14:cNvPr>
              <p14:cNvContentPartPr/>
              <p14:nvPr/>
            </p14:nvContentPartPr>
            <p14:xfrm>
              <a:off x="883601" y="3383885"/>
              <a:ext cx="2640960" cy="750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22519F-1BFA-23DA-AA3C-FC73B4CBEA4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5961" y="3366245"/>
                <a:ext cx="2676600" cy="7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E6F09F3-D1FD-9E2A-198E-96B8BEA9DF7B}"/>
                  </a:ext>
                </a:extLst>
              </p14:cNvPr>
              <p14:cNvContentPartPr/>
              <p14:nvPr/>
            </p14:nvContentPartPr>
            <p14:xfrm>
              <a:off x="6375041" y="3686285"/>
              <a:ext cx="327240" cy="19947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E6F09F3-D1FD-9E2A-198E-96B8BEA9DF7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57041" y="3668645"/>
                <a:ext cx="362880" cy="203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4945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46BD9F-C0BC-32B7-A50B-FE3AF40C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8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5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35DD6-A4AC-BC25-9437-C9AF77BAB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44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54E48-AD60-36C0-F8FE-151A8B21A5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436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457</Words>
  <Application>Microsoft Office PowerPoint</Application>
  <PresentationFormat>Widescreen</PresentationFormat>
  <Paragraphs>127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✍Lecture 4 : </vt:lpstr>
      <vt:lpstr>PowerPoint Presentation</vt:lpstr>
      <vt:lpstr>✍Lecture 6 :</vt:lpstr>
      <vt:lpstr>PowerPoint Presentation</vt:lpstr>
      <vt:lpstr>✍Lecture 8 :</vt:lpstr>
      <vt:lpstr>✍Why Generic Programming</vt:lpstr>
      <vt:lpstr>✍The Problem Before Generics</vt:lpstr>
      <vt:lpstr>✍What is Generics</vt:lpstr>
      <vt:lpstr>✍Advantages of Type Parameters</vt:lpstr>
      <vt:lpstr>✍Advantages of Type Parameters</vt:lpstr>
      <vt:lpstr>✍Generic Class</vt:lpstr>
      <vt:lpstr>✍Generic Method</vt:lpstr>
      <vt:lpstr>✍Type Parameter Bounds</vt:lpstr>
      <vt:lpstr>✍Multiple Bounds</vt:lpstr>
      <vt:lpstr>✍Wildcards</vt:lpstr>
      <vt:lpstr>✍Upper &amp; Lower Bounds</vt:lpstr>
      <vt:lpstr>✍Summary </vt:lpstr>
      <vt:lpstr>✍Why Lambdas</vt:lpstr>
      <vt:lpstr>✍What is a Lambda Expression</vt:lpstr>
      <vt:lpstr>✍Functional Interface</vt:lpstr>
      <vt:lpstr>✍Lambda with Parameters</vt:lpstr>
      <vt:lpstr>✍Lambda Expression Types</vt:lpstr>
      <vt:lpstr> ✍Block Lambda Example </vt:lpstr>
      <vt:lpstr>✍Generic Functional Interface</vt:lpstr>
      <vt:lpstr>✍What are Method References</vt:lpstr>
      <vt:lpstr>✍Types of Method References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2026-08-29T16:51:58Z</dcterms:created>
  <dcterms:modified xsi:type="dcterms:W3CDTF">2026-09-01T15:48:57Z</dcterms:modified>
</cp:coreProperties>
</file>