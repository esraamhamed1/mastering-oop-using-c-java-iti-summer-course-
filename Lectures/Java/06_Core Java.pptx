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notesSlides/notesSlide1.xml" ContentType="application/vnd.openxmlformats-officedocument.presentationml.notesSlide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6" r:id="rId9"/>
    <p:sldId id="268" r:id="rId10"/>
    <p:sldId id="269" r:id="rId11"/>
    <p:sldId id="275" r:id="rId12"/>
    <p:sldId id="263" r:id="rId13"/>
    <p:sldId id="271" r:id="rId14"/>
    <p:sldId id="276" r:id="rId15"/>
    <p:sldId id="274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6" r:id="rId24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980AD-6F29-4DA5-828A-3FF61D07E1DC}" v="71" dt="2026-08-26T09:44:53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undo custSel addSld delSld modSld sldOrd">
      <pc:chgData name="Esraa Mohamed" userId="32a53f8955a3383c" providerId="LiveId" clId="{F10043CA-7E0C-4C5B-B8AD-80B51C33A480}" dt="2026-08-26T09:44:53.367" v="342"/>
      <pc:docMkLst>
        <pc:docMk/>
      </pc:docMkLst>
      <pc:sldChg chg="addSp delSp modSp mod setBg addAnim">
        <pc:chgData name="Esraa Mohamed" userId="32a53f8955a3383c" providerId="LiveId" clId="{F10043CA-7E0C-4C5B-B8AD-80B51C33A480}" dt="2026-08-26T07:42:14.927" v="147" actId="9405"/>
        <pc:sldMkLst>
          <pc:docMk/>
          <pc:sldMk cId="3985674112" sldId="262"/>
        </pc:sldMkLst>
        <pc:spChg chg="mod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2" creationId="{23AA44A4-28F2-F4F1-258C-B760E1FB9D95}"/>
          </ac:spMkLst>
        </pc:spChg>
        <pc:spChg chg="mod">
          <ac:chgData name="Esraa Mohamed" userId="32a53f8955a3383c" providerId="LiveId" clId="{F10043CA-7E0C-4C5B-B8AD-80B51C33A480}" dt="2026-08-26T05:59:34.257" v="11" actId="14100"/>
          <ac:spMkLst>
            <pc:docMk/>
            <pc:sldMk cId="3985674112" sldId="262"/>
            <ac:spMk id="3" creationId="{702C7D39-F18E-2A2C-DA42-C80A5BF8273B}"/>
          </ac:spMkLst>
        </pc:spChg>
        <pc:spChg chg="add del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22" creationId="{058A14AF-9FB5-4CC7-BA35-E8E85D3EDF0E}"/>
          </ac:spMkLst>
        </pc:spChg>
        <pc:spChg chg="add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24" creationId="{3A9A4357-BD1D-4622-A4FE-766E6AB8DE84}"/>
          </ac:spMkLst>
        </pc:spChg>
        <pc:spChg chg="add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26" creationId="{E659831F-0D9A-4C63-9EBB-8435B85A440F}"/>
          </ac:spMkLst>
        </pc:spChg>
        <pc:spChg chg="add">
          <ac:chgData name="Esraa Mohamed" userId="32a53f8955a3383c" providerId="LiveId" clId="{F10043CA-7E0C-4C5B-B8AD-80B51C33A480}" dt="2026-08-26T05:59:13.127" v="8" actId="26606"/>
          <ac:spMkLst>
            <pc:docMk/>
            <pc:sldMk cId="3985674112" sldId="262"/>
            <ac:spMk id="28" creationId="{E6995CE5-F890-4ABA-82A2-26507CE8D2A3}"/>
          </ac:spMkLst>
        </pc:spChg>
        <pc:grpChg chg="add del">
          <ac:chgData name="Esraa Mohamed" userId="32a53f8955a3383c" providerId="LiveId" clId="{F10043CA-7E0C-4C5B-B8AD-80B51C33A480}" dt="2026-08-26T05:59:13.127" v="8" actId="26606"/>
          <ac:grpSpMkLst>
            <pc:docMk/>
            <pc:sldMk cId="3985674112" sldId="262"/>
            <ac:grpSpMk id="10" creationId="{AE1C45F0-260A-458C-96ED-C1F6D2151219}"/>
          </ac:grpSpMkLst>
        </pc:grpChg>
        <pc:picChg chg="add mod">
          <ac:chgData name="Esraa Mohamed" userId="32a53f8955a3383c" providerId="LiveId" clId="{F10043CA-7E0C-4C5B-B8AD-80B51C33A480}" dt="2026-08-26T05:59:25.192" v="9" actId="14100"/>
          <ac:picMkLst>
            <pc:docMk/>
            <pc:sldMk cId="3985674112" sldId="262"/>
            <ac:picMk id="5" creationId="{C316AFAE-4A20-12F3-B033-27E643BFEFCA}"/>
          </ac:picMkLst>
        </pc:picChg>
        <pc:inkChg chg="add">
          <ac:chgData name="Esraa Mohamed" userId="32a53f8955a3383c" providerId="LiveId" clId="{F10043CA-7E0C-4C5B-B8AD-80B51C33A480}" dt="2026-08-26T07:42:02.556" v="144" actId="9405"/>
          <ac:inkMkLst>
            <pc:docMk/>
            <pc:sldMk cId="3985674112" sldId="262"/>
            <ac:inkMk id="4" creationId="{E97A40A0-B2C2-1AB8-40E3-7E0DD661C942}"/>
          </ac:inkMkLst>
        </pc:inkChg>
        <pc:inkChg chg="add">
          <ac:chgData name="Esraa Mohamed" userId="32a53f8955a3383c" providerId="LiveId" clId="{F10043CA-7E0C-4C5B-B8AD-80B51C33A480}" dt="2026-08-26T07:42:05.431" v="145" actId="9405"/>
          <ac:inkMkLst>
            <pc:docMk/>
            <pc:sldMk cId="3985674112" sldId="262"/>
            <ac:inkMk id="6" creationId="{B5DF9951-8772-7392-C8EE-524E43AB30F5}"/>
          </ac:inkMkLst>
        </pc:inkChg>
        <pc:inkChg chg="add">
          <ac:chgData name="Esraa Mohamed" userId="32a53f8955a3383c" providerId="LiveId" clId="{F10043CA-7E0C-4C5B-B8AD-80B51C33A480}" dt="2026-08-26T07:42:12.310" v="146" actId="9405"/>
          <ac:inkMkLst>
            <pc:docMk/>
            <pc:sldMk cId="3985674112" sldId="262"/>
            <ac:inkMk id="7" creationId="{44B8F82A-EA1D-16EC-D4A4-80CD1E872B65}"/>
          </ac:inkMkLst>
        </pc:inkChg>
        <pc:inkChg chg="add">
          <ac:chgData name="Esraa Mohamed" userId="32a53f8955a3383c" providerId="LiveId" clId="{F10043CA-7E0C-4C5B-B8AD-80B51C33A480}" dt="2026-08-26T07:42:14.927" v="147" actId="9405"/>
          <ac:inkMkLst>
            <pc:docMk/>
            <pc:sldMk cId="3985674112" sldId="262"/>
            <ac:inkMk id="8" creationId="{0EF64499-C9B8-557C-EE4A-84FEE769329F}"/>
          </ac:inkMkLst>
        </pc:inkChg>
        <pc:cxnChg chg="add">
          <ac:chgData name="Esraa Mohamed" userId="32a53f8955a3383c" providerId="LiveId" clId="{F10043CA-7E0C-4C5B-B8AD-80B51C33A480}" dt="2026-08-26T05:57:55.292" v="3" actId="26606"/>
          <ac:cxnSpMkLst>
            <pc:docMk/>
            <pc:sldMk cId="3985674112" sldId="262"/>
            <ac:cxnSpMk id="17" creationId="{6CF1BAF6-AD41-4082-B212-8A1F9A2E8779}"/>
          </ac:cxnSpMkLst>
        </pc:cxnChg>
      </pc:sldChg>
      <pc:sldChg chg="addSp delSp modSp new del mod setBg">
        <pc:chgData name="Esraa Mohamed" userId="32a53f8955a3383c" providerId="LiveId" clId="{F10043CA-7E0C-4C5B-B8AD-80B51C33A480}" dt="2026-08-26T06:09:31.406" v="50" actId="47"/>
        <pc:sldMkLst>
          <pc:docMk/>
          <pc:sldMk cId="809491502" sldId="263"/>
        </pc:sldMkLst>
        <pc:spChg chg="mod">
          <ac:chgData name="Esraa Mohamed" userId="32a53f8955a3383c" providerId="LiveId" clId="{F10043CA-7E0C-4C5B-B8AD-80B51C33A480}" dt="2026-08-26T06:07:00.889" v="49"/>
          <ac:spMkLst>
            <pc:docMk/>
            <pc:sldMk cId="809491502" sldId="263"/>
            <ac:spMk id="2" creationId="{085A0ECC-811B-222B-C516-0C53C9E0565E}"/>
          </ac:spMkLst>
        </pc:spChg>
        <pc:spChg chg="mod">
          <ac:chgData name="Esraa Mohamed" userId="32a53f8955a3383c" providerId="LiveId" clId="{F10043CA-7E0C-4C5B-B8AD-80B51C33A480}" dt="2026-08-26T06:06:01.254" v="41" actId="5793"/>
          <ac:spMkLst>
            <pc:docMk/>
            <pc:sldMk cId="809491502" sldId="263"/>
            <ac:spMk id="3" creationId="{08B44DC8-C9DF-904B-B2A7-4D83C0B7FEA9}"/>
          </ac:spMkLst>
        </pc:spChg>
        <pc:spChg chg="add">
          <ac:chgData name="Esraa Mohamed" userId="32a53f8955a3383c" providerId="LiveId" clId="{F10043CA-7E0C-4C5B-B8AD-80B51C33A480}" dt="2026-08-26T06:00:53.955" v="22" actId="26606"/>
          <ac:spMkLst>
            <pc:docMk/>
            <pc:sldMk cId="809491502" sldId="263"/>
            <ac:spMk id="8" creationId="{B6CDA21F-E7AF-4C75-8395-33F58D5B0E45}"/>
          </ac:spMkLst>
        </pc:spChg>
        <pc:spChg chg="add del mod">
          <ac:chgData name="Esraa Mohamed" userId="32a53f8955a3383c" providerId="LiveId" clId="{F10043CA-7E0C-4C5B-B8AD-80B51C33A480}" dt="2026-08-26T06:05:51.606" v="38"/>
          <ac:spMkLst>
            <pc:docMk/>
            <pc:sldMk cId="809491502" sldId="263"/>
            <ac:spMk id="9" creationId="{E8CB4E13-0B26-3863-35E6-19231665C4D9}"/>
          </ac:spMkLst>
        </pc:spChg>
        <pc:spChg chg="add">
          <ac:chgData name="Esraa Mohamed" userId="32a53f8955a3383c" providerId="LiveId" clId="{F10043CA-7E0C-4C5B-B8AD-80B51C33A480}" dt="2026-08-26T06:00:53.955" v="22" actId="26606"/>
          <ac:spMkLst>
            <pc:docMk/>
            <pc:sldMk cId="809491502" sldId="263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26T06:00:53.955" v="22" actId="26606"/>
          <ac:grpSpMkLst>
            <pc:docMk/>
            <pc:sldMk cId="809491502" sldId="263"/>
            <ac:grpSpMk id="10" creationId="{AE1C45F0-260A-458C-96ED-C1F6D2151219}"/>
          </ac:grpSpMkLst>
        </pc:grpChg>
        <pc:graphicFrameChg chg="add del modGraphic">
          <ac:chgData name="Esraa Mohamed" userId="32a53f8955a3383c" providerId="LiveId" clId="{F10043CA-7E0C-4C5B-B8AD-80B51C33A480}" dt="2026-08-26T06:05:12.747" v="32" actId="27309"/>
          <ac:graphicFrameMkLst>
            <pc:docMk/>
            <pc:sldMk cId="809491502" sldId="263"/>
            <ac:graphicFrameMk id="5" creationId="{5FE68FF6-CF8E-997D-C740-B99252991D0D}"/>
          </ac:graphicFrameMkLst>
        </pc:graphicFrameChg>
        <pc:graphicFrameChg chg="add mod modGraphic">
          <ac:chgData name="Esraa Mohamed" userId="32a53f8955a3383c" providerId="LiveId" clId="{F10043CA-7E0C-4C5B-B8AD-80B51C33A480}" dt="2026-08-26T06:06:42.636" v="48" actId="14100"/>
          <ac:graphicFrameMkLst>
            <pc:docMk/>
            <pc:sldMk cId="809491502" sldId="263"/>
            <ac:graphicFrameMk id="6" creationId="{502440E9-C074-D328-8D46-E45F2123105C}"/>
          </ac:graphicFrameMkLst>
        </pc:graphicFrameChg>
        <pc:cxnChg chg="add">
          <ac:chgData name="Esraa Mohamed" userId="32a53f8955a3383c" providerId="LiveId" clId="{F10043CA-7E0C-4C5B-B8AD-80B51C33A480}" dt="2026-08-26T06:00:53.955" v="22" actId="26606"/>
          <ac:cxnSpMkLst>
            <pc:docMk/>
            <pc:sldMk cId="809491502" sldId="263"/>
            <ac:cxnSpMk id="17" creationId="{6CF1BAF6-AD41-4082-B212-8A1F9A2E8779}"/>
          </ac:cxnSpMkLst>
        </pc:cxnChg>
      </pc:sldChg>
      <pc:sldChg chg="addSp delSp modSp add mod ord setBg delDesignElem">
        <pc:chgData name="Esraa Mohamed" userId="32a53f8955a3383c" providerId="LiveId" clId="{F10043CA-7E0C-4C5B-B8AD-80B51C33A480}" dt="2026-08-26T08:09:24.664" v="225"/>
        <pc:sldMkLst>
          <pc:docMk/>
          <pc:sldMk cId="3840828624" sldId="263"/>
        </pc:sldMkLst>
        <pc:spChg chg="del">
          <ac:chgData name="Esraa Mohamed" userId="32a53f8955a3383c" providerId="LiveId" clId="{F10043CA-7E0C-4C5B-B8AD-80B51C33A480}" dt="2026-08-26T06:24:59.932" v="121"/>
          <ac:spMkLst>
            <pc:docMk/>
            <pc:sldMk cId="3840828624" sldId="263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8-26T08:09:12.156" v="218"/>
          <ac:grpSpMkLst>
            <pc:docMk/>
            <pc:sldMk cId="3840828624" sldId="263"/>
            <ac:grpSpMk id="7" creationId="{D54BDD89-601D-3508-71F7-73BE64B413F4}"/>
          </ac:grpSpMkLst>
        </pc:grpChg>
        <pc:grpChg chg="del mod">
          <ac:chgData name="Esraa Mohamed" userId="32a53f8955a3383c" providerId="LiveId" clId="{F10043CA-7E0C-4C5B-B8AD-80B51C33A480}" dt="2026-08-26T08:09:14.605" v="220"/>
          <ac:grpSpMkLst>
            <pc:docMk/>
            <pc:sldMk cId="3840828624" sldId="263"/>
            <ac:grpSpMk id="11" creationId="{05E15F14-A5E7-7B99-A17B-78A48A17E5D5}"/>
          </ac:grpSpMkLst>
        </pc:grpChg>
        <pc:grpChg chg="del mod">
          <ac:chgData name="Esraa Mohamed" userId="32a53f8955a3383c" providerId="LiveId" clId="{F10043CA-7E0C-4C5B-B8AD-80B51C33A480}" dt="2026-08-26T08:09:18.526" v="223"/>
          <ac:grpSpMkLst>
            <pc:docMk/>
            <pc:sldMk cId="3840828624" sldId="263"/>
            <ac:grpSpMk id="13" creationId="{4820C13C-A3E3-4D6F-3AC7-C1D4DA3C868B}"/>
          </ac:grpSpMkLst>
        </pc:grpChg>
        <pc:grpChg chg="del mod">
          <ac:chgData name="Esraa Mohamed" userId="32a53f8955a3383c" providerId="LiveId" clId="{F10043CA-7E0C-4C5B-B8AD-80B51C33A480}" dt="2026-08-26T08:09:24.664" v="225"/>
          <ac:grpSpMkLst>
            <pc:docMk/>
            <pc:sldMk cId="3840828624" sldId="263"/>
            <ac:grpSpMk id="16" creationId="{27B7F51D-D16F-5EBA-6276-1BE9DA5592B0}"/>
          </ac:grpSpMkLst>
        </pc:grpChg>
        <pc:grpChg chg="mod">
          <ac:chgData name="Esraa Mohamed" userId="32a53f8955a3383c" providerId="LiveId" clId="{F10043CA-7E0C-4C5B-B8AD-80B51C33A480}" dt="2026-08-26T08:09:24.664" v="225"/>
          <ac:grpSpMkLst>
            <pc:docMk/>
            <pc:sldMk cId="3840828624" sldId="263"/>
            <ac:grpSpMk id="18" creationId="{43DCB405-2881-F210-F8C1-E07AE8032023}"/>
          </ac:grpSpMkLst>
        </pc:grpChg>
        <pc:inkChg chg="add mod">
          <ac:chgData name="Esraa Mohamed" userId="32a53f8955a3383c" providerId="LiveId" clId="{F10043CA-7E0C-4C5B-B8AD-80B51C33A480}" dt="2026-08-26T08:09:12.156" v="218"/>
          <ac:inkMkLst>
            <pc:docMk/>
            <pc:sldMk cId="3840828624" sldId="263"/>
            <ac:inkMk id="2" creationId="{EB83127B-00DE-294E-6078-CD1329700F5E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4" creationId="{685BE323-C6DA-3A9F-C7DD-213C8E1C9BF1}"/>
          </ac:inkMkLst>
        </pc:inkChg>
        <pc:inkChg chg="add mod">
          <ac:chgData name="Esraa Mohamed" userId="32a53f8955a3383c" providerId="LiveId" clId="{F10043CA-7E0C-4C5B-B8AD-80B51C33A480}" dt="2026-08-26T08:09:18.526" v="223"/>
          <ac:inkMkLst>
            <pc:docMk/>
            <pc:sldMk cId="3840828624" sldId="263"/>
            <ac:inkMk id="5" creationId="{74D535F0-F840-42EE-B1B1-CA3716896929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6" creationId="{048E6794-27FD-EF64-B2B1-D0C868958C2B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8" creationId="{A83DFF9F-3DC1-E97C-1815-D873B20B3234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9" creationId="{BF7749D1-86FE-785A-95DA-2F3081589249}"/>
          </ac:inkMkLst>
        </pc:inkChg>
        <pc:inkChg chg="add mod">
          <ac:chgData name="Esraa Mohamed" userId="32a53f8955a3383c" providerId="LiveId" clId="{F10043CA-7E0C-4C5B-B8AD-80B51C33A480}" dt="2026-08-26T08:09:18.526" v="223"/>
          <ac:inkMkLst>
            <pc:docMk/>
            <pc:sldMk cId="3840828624" sldId="263"/>
            <ac:inkMk id="10" creationId="{7CDE1E6C-A761-64A8-685D-E3BA81DE5ED8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12" creationId="{5673C0CB-1B32-5FCB-8224-5BFE8AF6E796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14" creationId="{EF0E771B-AAF3-6632-97B0-7B94945BF032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15" creationId="{B2788101-ED9B-4174-5559-D8782F09D937}"/>
          </ac:inkMkLst>
        </pc:inkChg>
        <pc:inkChg chg="add mod">
          <ac:chgData name="Esraa Mohamed" userId="32a53f8955a3383c" providerId="LiveId" clId="{F10043CA-7E0C-4C5B-B8AD-80B51C33A480}" dt="2026-08-26T08:09:24.664" v="225"/>
          <ac:inkMkLst>
            <pc:docMk/>
            <pc:sldMk cId="3840828624" sldId="263"/>
            <ac:inkMk id="17" creationId="{E9197DA0-8E82-A6BD-3210-D901B608ADC0}"/>
          </ac:inkMkLst>
        </pc:inkChg>
      </pc:sldChg>
      <pc:sldChg chg="new del ord">
        <pc:chgData name="Esraa Mohamed" userId="32a53f8955a3383c" providerId="LiveId" clId="{F10043CA-7E0C-4C5B-B8AD-80B51C33A480}" dt="2026-08-26T06:00:10.652" v="19" actId="47"/>
        <pc:sldMkLst>
          <pc:docMk/>
          <pc:sldMk cId="941073" sldId="264"/>
        </pc:sldMkLst>
      </pc:sldChg>
      <pc:sldChg chg="addSp delSp modSp add mod ord setBg delDesignElem">
        <pc:chgData name="Esraa Mohamed" userId="32a53f8955a3383c" providerId="LiveId" clId="{F10043CA-7E0C-4C5B-B8AD-80B51C33A480}" dt="2026-08-26T07:45:33.602" v="175" actId="9405"/>
        <pc:sldMkLst>
          <pc:docMk/>
          <pc:sldMk cId="2585825366" sldId="265"/>
        </pc:sldMkLst>
        <pc:spChg chg="del">
          <ac:chgData name="Esraa Mohamed" userId="32a53f8955a3383c" providerId="LiveId" clId="{F10043CA-7E0C-4C5B-B8AD-80B51C33A480}" dt="2026-08-26T05:59:59.843" v="16"/>
          <ac:spMkLst>
            <pc:docMk/>
            <pc:sldMk cId="2585825366" sldId="265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8-26T07:44:15.475" v="156"/>
          <ac:grpSpMkLst>
            <pc:docMk/>
            <pc:sldMk cId="2585825366" sldId="265"/>
            <ac:grpSpMk id="9" creationId="{1533E4AC-22DB-0C95-39D5-8C91B82A4595}"/>
          </ac:grpSpMkLst>
        </pc:grpChg>
        <pc:grpChg chg="mod">
          <ac:chgData name="Esraa Mohamed" userId="32a53f8955a3383c" providerId="LiveId" clId="{F10043CA-7E0C-4C5B-B8AD-80B51C33A480}" dt="2026-08-26T07:44:15.475" v="156"/>
          <ac:grpSpMkLst>
            <pc:docMk/>
            <pc:sldMk cId="2585825366" sldId="265"/>
            <ac:grpSpMk id="11" creationId="{43A0C8B2-88F2-1645-3978-098E0C7112D8}"/>
          </ac:grpSpMkLst>
        </pc:grpChg>
        <pc:grpChg chg="del mod">
          <ac:chgData name="Esraa Mohamed" userId="32a53f8955a3383c" providerId="LiveId" clId="{F10043CA-7E0C-4C5B-B8AD-80B51C33A480}" dt="2026-08-26T07:44:31.893" v="164"/>
          <ac:grpSpMkLst>
            <pc:docMk/>
            <pc:sldMk cId="2585825366" sldId="265"/>
            <ac:grpSpMk id="17" creationId="{180F6714-8730-E511-86FD-404A0724FB56}"/>
          </ac:grpSpMkLst>
        </pc:grpChg>
        <pc:grpChg chg="del mod">
          <ac:chgData name="Esraa Mohamed" userId="32a53f8955a3383c" providerId="LiveId" clId="{F10043CA-7E0C-4C5B-B8AD-80B51C33A480}" dt="2026-08-26T07:44:35.254" v="167"/>
          <ac:grpSpMkLst>
            <pc:docMk/>
            <pc:sldMk cId="2585825366" sldId="265"/>
            <ac:grpSpMk id="19" creationId="{E8921F32-9E07-93A5-F142-C4A862B37498}"/>
          </ac:grpSpMkLst>
        </pc:grpChg>
        <pc:grpChg chg="mod">
          <ac:chgData name="Esraa Mohamed" userId="32a53f8955a3383c" providerId="LiveId" clId="{F10043CA-7E0C-4C5B-B8AD-80B51C33A480}" dt="2026-08-26T07:44:35.254" v="167"/>
          <ac:grpSpMkLst>
            <pc:docMk/>
            <pc:sldMk cId="2585825366" sldId="265"/>
            <ac:grpSpMk id="22" creationId="{1426521A-961A-ADD6-CB40-BBE984927A40}"/>
          </ac:grpSpMkLst>
        </pc:grpChg>
        <pc:grpChg chg="del mod">
          <ac:chgData name="Esraa Mohamed" userId="32a53f8955a3383c" providerId="LiveId" clId="{F10043CA-7E0C-4C5B-B8AD-80B51C33A480}" dt="2026-08-26T07:44:44.499" v="174"/>
          <ac:grpSpMkLst>
            <pc:docMk/>
            <pc:sldMk cId="2585825366" sldId="265"/>
            <ac:grpSpMk id="26" creationId="{7EB2D17B-3E36-4F01-F7C5-9185D46D2B66}"/>
          </ac:grpSpMkLst>
        </pc:grpChg>
        <pc:grpChg chg="mod">
          <ac:chgData name="Esraa Mohamed" userId="32a53f8955a3383c" providerId="LiveId" clId="{F10043CA-7E0C-4C5B-B8AD-80B51C33A480}" dt="2026-08-26T07:44:44.499" v="174"/>
          <ac:grpSpMkLst>
            <pc:docMk/>
            <pc:sldMk cId="2585825366" sldId="265"/>
            <ac:grpSpMk id="29" creationId="{599B39C3-2DCB-6202-4CB1-4C33585E773C}"/>
          </ac:grpSpMkLst>
        </pc:grpChg>
        <pc:inkChg chg="add">
          <ac:chgData name="Esraa Mohamed" userId="32a53f8955a3383c" providerId="LiveId" clId="{F10043CA-7E0C-4C5B-B8AD-80B51C33A480}" dt="2026-08-26T07:42:54.572" v="148" actId="9405"/>
          <ac:inkMkLst>
            <pc:docMk/>
            <pc:sldMk cId="2585825366" sldId="265"/>
            <ac:inkMk id="2" creationId="{0C62A09B-17FD-97B2-7023-8BD043D5AD4C}"/>
          </ac:inkMkLst>
        </pc:inkChg>
        <pc:inkChg chg="add">
          <ac:chgData name="Esraa Mohamed" userId="32a53f8955a3383c" providerId="LiveId" clId="{F10043CA-7E0C-4C5B-B8AD-80B51C33A480}" dt="2026-08-26T07:42:56.776" v="149" actId="9405"/>
          <ac:inkMkLst>
            <pc:docMk/>
            <pc:sldMk cId="2585825366" sldId="265"/>
            <ac:inkMk id="4" creationId="{CEC4B49C-A0E8-6FC6-0608-23FBE9F8A08F}"/>
          </ac:inkMkLst>
        </pc:inkChg>
        <pc:inkChg chg="add">
          <ac:chgData name="Esraa Mohamed" userId="32a53f8955a3383c" providerId="LiveId" clId="{F10043CA-7E0C-4C5B-B8AD-80B51C33A480}" dt="2026-08-26T07:42:58.871" v="150" actId="9405"/>
          <ac:inkMkLst>
            <pc:docMk/>
            <pc:sldMk cId="2585825366" sldId="265"/>
            <ac:inkMk id="5" creationId="{9BBE6118-717B-FA35-97B5-DE1FDDB047DD}"/>
          </ac:inkMkLst>
        </pc:inkChg>
        <pc:inkChg chg="add mod">
          <ac:chgData name="Esraa Mohamed" userId="32a53f8955a3383c" providerId="LiveId" clId="{F10043CA-7E0C-4C5B-B8AD-80B51C33A480}" dt="2026-08-26T07:44:15.475" v="156"/>
          <ac:inkMkLst>
            <pc:docMk/>
            <pc:sldMk cId="2585825366" sldId="265"/>
            <ac:inkMk id="6" creationId="{B9736DCD-5E83-0EEA-A541-A1EA6BDCADD1}"/>
          </ac:inkMkLst>
        </pc:inkChg>
        <pc:inkChg chg="add mod">
          <ac:chgData name="Esraa Mohamed" userId="32a53f8955a3383c" providerId="LiveId" clId="{F10043CA-7E0C-4C5B-B8AD-80B51C33A480}" dt="2026-08-26T07:44:15.475" v="156"/>
          <ac:inkMkLst>
            <pc:docMk/>
            <pc:sldMk cId="2585825366" sldId="265"/>
            <ac:inkMk id="7" creationId="{F6D3A91F-1EDD-675B-F750-712FFFB35E10}"/>
          </ac:inkMkLst>
        </pc:inkChg>
        <pc:inkChg chg="add mod">
          <ac:chgData name="Esraa Mohamed" userId="32a53f8955a3383c" providerId="LiveId" clId="{F10043CA-7E0C-4C5B-B8AD-80B51C33A480}" dt="2026-08-26T07:44:15.475" v="156"/>
          <ac:inkMkLst>
            <pc:docMk/>
            <pc:sldMk cId="2585825366" sldId="265"/>
            <ac:inkMk id="8" creationId="{B3CFFC00-55BE-7265-7540-096ED2918B81}"/>
          </ac:inkMkLst>
        </pc:inkChg>
        <pc:inkChg chg="add mod">
          <ac:chgData name="Esraa Mohamed" userId="32a53f8955a3383c" providerId="LiveId" clId="{F10043CA-7E0C-4C5B-B8AD-80B51C33A480}" dt="2026-08-26T07:44:15.475" v="156"/>
          <ac:inkMkLst>
            <pc:docMk/>
            <pc:sldMk cId="2585825366" sldId="265"/>
            <ac:inkMk id="10" creationId="{6186AF92-4D75-9004-FD9C-2F4BD6571C3D}"/>
          </ac:inkMkLst>
        </pc:inkChg>
        <pc:inkChg chg="add">
          <ac:chgData name="Esraa Mohamed" userId="32a53f8955a3383c" providerId="LiveId" clId="{F10043CA-7E0C-4C5B-B8AD-80B51C33A480}" dt="2026-08-26T07:44:17.910" v="157" actId="9405"/>
          <ac:inkMkLst>
            <pc:docMk/>
            <pc:sldMk cId="2585825366" sldId="265"/>
            <ac:inkMk id="12" creationId="{CBEBB2A2-B21A-A35B-C7F1-F8FA0D0B081D}"/>
          </ac:inkMkLst>
        </pc:inkChg>
        <pc:inkChg chg="add">
          <ac:chgData name="Esraa Mohamed" userId="32a53f8955a3383c" providerId="LiveId" clId="{F10043CA-7E0C-4C5B-B8AD-80B51C33A480}" dt="2026-08-26T07:44:26.059" v="158" actId="9405"/>
          <ac:inkMkLst>
            <pc:docMk/>
            <pc:sldMk cId="2585825366" sldId="265"/>
            <ac:inkMk id="13" creationId="{07190996-5CB8-41BC-897D-283B960B41BD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14" creationId="{792E7A35-F799-614D-1139-3EC9A9F58ADE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15" creationId="{1B4B5C8C-7B1E-B38E-63D0-4FEAB4C106CD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16" creationId="{F9F1B56C-CD34-47C3-26AC-FDA9A2201287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18" creationId="{EE4AB0DA-7B0A-EE77-3FF1-93440825B5B6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20" creationId="{36851C27-CB95-BFB7-F0B0-3CE8541830D1}"/>
          </ac:inkMkLst>
        </pc:inkChg>
        <pc:inkChg chg="add mod">
          <ac:chgData name="Esraa Mohamed" userId="32a53f8955a3383c" providerId="LiveId" clId="{F10043CA-7E0C-4C5B-B8AD-80B51C33A480}" dt="2026-08-26T07:44:35.254" v="167"/>
          <ac:inkMkLst>
            <pc:docMk/>
            <pc:sldMk cId="2585825366" sldId="265"/>
            <ac:inkMk id="21" creationId="{2D459CAF-0B12-646B-6B65-19FA2882A7F5}"/>
          </ac:inkMkLst>
        </pc:inkChg>
        <pc:inkChg chg="add mod">
          <ac:chgData name="Esraa Mohamed" userId="32a53f8955a3383c" providerId="LiveId" clId="{F10043CA-7E0C-4C5B-B8AD-80B51C33A480}" dt="2026-08-26T07:44:44.499" v="174"/>
          <ac:inkMkLst>
            <pc:docMk/>
            <pc:sldMk cId="2585825366" sldId="265"/>
            <ac:inkMk id="23" creationId="{30699FEE-E76D-E63F-7C3C-AA52AC4E7AD2}"/>
          </ac:inkMkLst>
        </pc:inkChg>
        <pc:inkChg chg="add mod">
          <ac:chgData name="Esraa Mohamed" userId="32a53f8955a3383c" providerId="LiveId" clId="{F10043CA-7E0C-4C5B-B8AD-80B51C33A480}" dt="2026-08-26T07:44:44.499" v="174"/>
          <ac:inkMkLst>
            <pc:docMk/>
            <pc:sldMk cId="2585825366" sldId="265"/>
            <ac:inkMk id="24" creationId="{9DECC7FE-53AE-D3F7-E32F-239109705C80}"/>
          </ac:inkMkLst>
        </pc:inkChg>
        <pc:inkChg chg="add mod">
          <ac:chgData name="Esraa Mohamed" userId="32a53f8955a3383c" providerId="LiveId" clId="{F10043CA-7E0C-4C5B-B8AD-80B51C33A480}" dt="2026-08-26T07:44:44.499" v="174"/>
          <ac:inkMkLst>
            <pc:docMk/>
            <pc:sldMk cId="2585825366" sldId="265"/>
            <ac:inkMk id="25" creationId="{7A26B817-2AE5-C1E3-C70B-F0A305D3D53B}"/>
          </ac:inkMkLst>
        </pc:inkChg>
        <pc:inkChg chg="add mod">
          <ac:chgData name="Esraa Mohamed" userId="32a53f8955a3383c" providerId="LiveId" clId="{F10043CA-7E0C-4C5B-B8AD-80B51C33A480}" dt="2026-08-26T07:44:44.499" v="174"/>
          <ac:inkMkLst>
            <pc:docMk/>
            <pc:sldMk cId="2585825366" sldId="265"/>
            <ac:inkMk id="27" creationId="{750D78D4-209D-BD09-E835-D08DC5698D11}"/>
          </ac:inkMkLst>
        </pc:inkChg>
        <pc:inkChg chg="add mod">
          <ac:chgData name="Esraa Mohamed" userId="32a53f8955a3383c" providerId="LiveId" clId="{F10043CA-7E0C-4C5B-B8AD-80B51C33A480}" dt="2026-08-26T07:44:44.499" v="174"/>
          <ac:inkMkLst>
            <pc:docMk/>
            <pc:sldMk cId="2585825366" sldId="265"/>
            <ac:inkMk id="28" creationId="{9F4CB8D8-1C2A-B78C-2952-9009DABA1862}"/>
          </ac:inkMkLst>
        </pc:inkChg>
        <pc:inkChg chg="add">
          <ac:chgData name="Esraa Mohamed" userId="32a53f8955a3383c" providerId="LiveId" clId="{F10043CA-7E0C-4C5B-B8AD-80B51C33A480}" dt="2026-08-26T07:45:33.602" v="175" actId="9405"/>
          <ac:inkMkLst>
            <pc:docMk/>
            <pc:sldMk cId="2585825366" sldId="265"/>
            <ac:inkMk id="30" creationId="{61857FDF-330C-6D90-C355-B4A6731DF3F9}"/>
          </ac:inkMkLst>
        </pc:inkChg>
      </pc:sldChg>
      <pc:sldChg chg="addSp delSp modSp new mod">
        <pc:chgData name="Esraa Mohamed" userId="32a53f8955a3383c" providerId="LiveId" clId="{F10043CA-7E0C-4C5B-B8AD-80B51C33A480}" dt="2026-08-26T07:47:50.232" v="189"/>
        <pc:sldMkLst>
          <pc:docMk/>
          <pc:sldMk cId="344156658" sldId="266"/>
        </pc:sldMkLst>
        <pc:grpChg chg="mod">
          <ac:chgData name="Esraa Mohamed" userId="32a53f8955a3383c" providerId="LiveId" clId="{F10043CA-7E0C-4C5B-B8AD-80B51C33A480}" dt="2026-08-26T07:45:56.915" v="178"/>
          <ac:grpSpMkLst>
            <pc:docMk/>
            <pc:sldMk cId="344156658" sldId="266"/>
            <ac:grpSpMk id="5" creationId="{BEBA98FA-884C-C5A6-CBF8-ED64D20BE707}"/>
          </ac:grpSpMkLst>
        </pc:grpChg>
        <pc:picChg chg="add">
          <ac:chgData name="Esraa Mohamed" userId="32a53f8955a3383c" providerId="LiveId" clId="{F10043CA-7E0C-4C5B-B8AD-80B51C33A480}" dt="2026-08-26T06:02:58.064" v="24" actId="22"/>
          <ac:picMkLst>
            <pc:docMk/>
            <pc:sldMk cId="344156658" sldId="266"/>
            <ac:picMk id="3" creationId="{68458B52-6147-361A-9E68-F23465038AFF}"/>
          </ac:picMkLst>
        </pc:picChg>
        <pc:inkChg chg="add mod">
          <ac:chgData name="Esraa Mohamed" userId="32a53f8955a3383c" providerId="LiveId" clId="{F10043CA-7E0C-4C5B-B8AD-80B51C33A480}" dt="2026-08-26T07:45:56.915" v="178"/>
          <ac:inkMkLst>
            <pc:docMk/>
            <pc:sldMk cId="344156658" sldId="266"/>
            <ac:inkMk id="2" creationId="{F671967F-C223-C46E-C564-D0F299D5C6A0}"/>
          </ac:inkMkLst>
        </pc:inkChg>
        <pc:inkChg chg="add mod">
          <ac:chgData name="Esraa Mohamed" userId="32a53f8955a3383c" providerId="LiveId" clId="{F10043CA-7E0C-4C5B-B8AD-80B51C33A480}" dt="2026-08-26T07:45:56.915" v="178"/>
          <ac:inkMkLst>
            <pc:docMk/>
            <pc:sldMk cId="344156658" sldId="266"/>
            <ac:inkMk id="4" creationId="{63B3B33C-3918-9693-ABBD-3389C4ECDF5D}"/>
          </ac:inkMkLst>
        </pc:inkChg>
        <pc:inkChg chg="add">
          <ac:chgData name="Esraa Mohamed" userId="32a53f8955a3383c" providerId="LiveId" clId="{F10043CA-7E0C-4C5B-B8AD-80B51C33A480}" dt="2026-08-26T07:46:00.704" v="179" actId="9405"/>
          <ac:inkMkLst>
            <pc:docMk/>
            <pc:sldMk cId="344156658" sldId="266"/>
            <ac:inkMk id="6" creationId="{E0CCE30F-9D26-A1DA-C15D-A97552BF6D1A}"/>
          </ac:inkMkLst>
        </pc:inkChg>
        <pc:inkChg chg="add">
          <ac:chgData name="Esraa Mohamed" userId="32a53f8955a3383c" providerId="LiveId" clId="{F10043CA-7E0C-4C5B-B8AD-80B51C33A480}" dt="2026-08-26T07:46:33.602" v="180" actId="9405"/>
          <ac:inkMkLst>
            <pc:docMk/>
            <pc:sldMk cId="344156658" sldId="266"/>
            <ac:inkMk id="7" creationId="{7B0E0D3C-4752-3577-4692-29BC6B951668}"/>
          </ac:inkMkLst>
        </pc:inkChg>
        <pc:inkChg chg="add">
          <ac:chgData name="Esraa Mohamed" userId="32a53f8955a3383c" providerId="LiveId" clId="{F10043CA-7E0C-4C5B-B8AD-80B51C33A480}" dt="2026-08-26T07:46:42.100" v="181" actId="9405"/>
          <ac:inkMkLst>
            <pc:docMk/>
            <pc:sldMk cId="344156658" sldId="266"/>
            <ac:inkMk id="8" creationId="{BA73C747-48CD-FE16-EEBA-7A25339E0FB3}"/>
          </ac:inkMkLst>
        </pc:inkChg>
        <pc:inkChg chg="add del">
          <ac:chgData name="Esraa Mohamed" userId="32a53f8955a3383c" providerId="LiveId" clId="{F10043CA-7E0C-4C5B-B8AD-80B51C33A480}" dt="2026-08-26T07:46:53.164" v="183"/>
          <ac:inkMkLst>
            <pc:docMk/>
            <pc:sldMk cId="344156658" sldId="266"/>
            <ac:inkMk id="9" creationId="{696C4F45-E4D8-9D69-E4D8-A2C884FB3247}"/>
          </ac:inkMkLst>
        </pc:inkChg>
        <pc:inkChg chg="add">
          <ac:chgData name="Esraa Mohamed" userId="32a53f8955a3383c" providerId="LiveId" clId="{F10043CA-7E0C-4C5B-B8AD-80B51C33A480}" dt="2026-08-26T07:46:53.164" v="183"/>
          <ac:inkMkLst>
            <pc:docMk/>
            <pc:sldMk cId="344156658" sldId="266"/>
            <ac:inkMk id="10" creationId="{A600CA89-ED58-23BD-5C0B-CB18FE23F7C4}"/>
          </ac:inkMkLst>
        </pc:inkChg>
        <pc:inkChg chg="add">
          <ac:chgData name="Esraa Mohamed" userId="32a53f8955a3383c" providerId="LiveId" clId="{F10043CA-7E0C-4C5B-B8AD-80B51C33A480}" dt="2026-08-26T07:46:54.100" v="184" actId="9405"/>
          <ac:inkMkLst>
            <pc:docMk/>
            <pc:sldMk cId="344156658" sldId="266"/>
            <ac:inkMk id="11" creationId="{014414A2-9185-5CC0-D4E5-26F89BB2995B}"/>
          </ac:inkMkLst>
        </pc:inkChg>
        <pc:inkChg chg="add del">
          <ac:chgData name="Esraa Mohamed" userId="32a53f8955a3383c" providerId="LiveId" clId="{F10043CA-7E0C-4C5B-B8AD-80B51C33A480}" dt="2026-08-26T07:47:04.700" v="186"/>
          <ac:inkMkLst>
            <pc:docMk/>
            <pc:sldMk cId="344156658" sldId="266"/>
            <ac:inkMk id="12" creationId="{6C7040AA-F61D-2C75-995C-16F3D5FA22B2}"/>
          </ac:inkMkLst>
        </pc:inkChg>
        <pc:inkChg chg="add mod">
          <ac:chgData name="Esraa Mohamed" userId="32a53f8955a3383c" providerId="LiveId" clId="{F10043CA-7E0C-4C5B-B8AD-80B51C33A480}" dt="2026-08-26T07:47:07.945" v="187"/>
          <ac:inkMkLst>
            <pc:docMk/>
            <pc:sldMk cId="344156658" sldId="266"/>
            <ac:inkMk id="13" creationId="{B65D060D-A398-BF18-9547-11BCAD7F3035}"/>
          </ac:inkMkLst>
        </pc:inkChg>
        <pc:inkChg chg="add del">
          <ac:chgData name="Esraa Mohamed" userId="32a53f8955a3383c" providerId="LiveId" clId="{F10043CA-7E0C-4C5B-B8AD-80B51C33A480}" dt="2026-08-26T07:47:50.232" v="189"/>
          <ac:inkMkLst>
            <pc:docMk/>
            <pc:sldMk cId="344156658" sldId="266"/>
            <ac:inkMk id="14" creationId="{A3571766-8238-BD26-5BCA-E88540E6A24B}"/>
          </ac:inkMkLst>
        </pc:inkChg>
        <pc:inkChg chg="add">
          <ac:chgData name="Esraa Mohamed" userId="32a53f8955a3383c" providerId="LiveId" clId="{F10043CA-7E0C-4C5B-B8AD-80B51C33A480}" dt="2026-08-26T07:47:50.232" v="189"/>
          <ac:inkMkLst>
            <pc:docMk/>
            <pc:sldMk cId="344156658" sldId="266"/>
            <ac:inkMk id="15" creationId="{0F170147-2C80-AFB6-933D-F0041147E0ED}"/>
          </ac:inkMkLst>
        </pc:inkChg>
      </pc:sldChg>
      <pc:sldChg chg="new del">
        <pc:chgData name="Esraa Mohamed" userId="32a53f8955a3383c" providerId="LiveId" clId="{F10043CA-7E0C-4C5B-B8AD-80B51C33A480}" dt="2026-08-26T06:05:07.666" v="30" actId="47"/>
        <pc:sldMkLst>
          <pc:docMk/>
          <pc:sldMk cId="3072603516" sldId="267"/>
        </pc:sldMkLst>
      </pc:sldChg>
      <pc:sldChg chg="delSp add ord setBg delDesignElem">
        <pc:chgData name="Esraa Mohamed" userId="32a53f8955a3383c" providerId="LiveId" clId="{F10043CA-7E0C-4C5B-B8AD-80B51C33A480}" dt="2026-08-26T06:04:40.683" v="29"/>
        <pc:sldMkLst>
          <pc:docMk/>
          <pc:sldMk cId="514565190" sldId="268"/>
        </pc:sldMkLst>
        <pc:spChg chg="del">
          <ac:chgData name="Esraa Mohamed" userId="32a53f8955a3383c" providerId="LiveId" clId="{F10043CA-7E0C-4C5B-B8AD-80B51C33A480}" dt="2026-08-26T06:04:29.096" v="27"/>
          <ac:spMkLst>
            <pc:docMk/>
            <pc:sldMk cId="514565190" sldId="268"/>
            <ac:spMk id="8" creationId="{42A4FC2C-047E-45A5-965D-8E1E3BF09BC6}"/>
          </ac:spMkLst>
        </pc:spChg>
      </pc:sldChg>
      <pc:sldChg chg="addSp new mod setBg">
        <pc:chgData name="Esraa Mohamed" userId="32a53f8955a3383c" providerId="LiveId" clId="{F10043CA-7E0C-4C5B-B8AD-80B51C33A480}" dt="2026-08-26T06:09:38.920" v="53" actId="26606"/>
        <pc:sldMkLst>
          <pc:docMk/>
          <pc:sldMk cId="2285966459" sldId="269"/>
        </pc:sldMkLst>
        <pc:spChg chg="add">
          <ac:chgData name="Esraa Mohamed" userId="32a53f8955a3383c" providerId="LiveId" clId="{F10043CA-7E0C-4C5B-B8AD-80B51C33A480}" dt="2026-08-26T06:09:38.920" v="53" actId="26606"/>
          <ac:spMkLst>
            <pc:docMk/>
            <pc:sldMk cId="2285966459" sldId="269"/>
            <ac:spMk id="8" creationId="{42A4FC2C-047E-45A5-965D-8E1E3BF09BC6}"/>
          </ac:spMkLst>
        </pc:spChg>
        <pc:picChg chg="add">
          <ac:chgData name="Esraa Mohamed" userId="32a53f8955a3383c" providerId="LiveId" clId="{F10043CA-7E0C-4C5B-B8AD-80B51C33A480}" dt="2026-08-26T06:09:34.821" v="52" actId="22"/>
          <ac:picMkLst>
            <pc:docMk/>
            <pc:sldMk cId="2285966459" sldId="269"/>
            <ac:picMk id="3" creationId="{EE86E016-6608-493B-2B0A-ED294F3305E4}"/>
          </ac:picMkLst>
        </pc:picChg>
      </pc:sldChg>
      <pc:sldChg chg="addSp new del mod setBg">
        <pc:chgData name="Esraa Mohamed" userId="32a53f8955a3383c" providerId="LiveId" clId="{F10043CA-7E0C-4C5B-B8AD-80B51C33A480}" dt="2026-08-26T06:16:09.576" v="114" actId="47"/>
        <pc:sldMkLst>
          <pc:docMk/>
          <pc:sldMk cId="2903074700" sldId="270"/>
        </pc:sldMkLst>
        <pc:spChg chg="add">
          <ac:chgData name="Esraa Mohamed" userId="32a53f8955a3383c" providerId="LiveId" clId="{F10043CA-7E0C-4C5B-B8AD-80B51C33A480}" dt="2026-08-26T06:10:39.764" v="56" actId="26606"/>
          <ac:spMkLst>
            <pc:docMk/>
            <pc:sldMk cId="2903074700" sldId="270"/>
            <ac:spMk id="8" creationId="{42A4FC2C-047E-45A5-965D-8E1E3BF09BC6}"/>
          </ac:spMkLst>
        </pc:spChg>
        <pc:picChg chg="add">
          <ac:chgData name="Esraa Mohamed" userId="32a53f8955a3383c" providerId="LiveId" clId="{F10043CA-7E0C-4C5B-B8AD-80B51C33A480}" dt="2026-08-26T06:10:37.128" v="55" actId="22"/>
          <ac:picMkLst>
            <pc:docMk/>
            <pc:sldMk cId="2903074700" sldId="270"/>
            <ac:picMk id="3" creationId="{3ADAD09B-A0A1-0907-981C-68EDD3413E62}"/>
          </ac:picMkLst>
        </pc:picChg>
      </pc:sldChg>
      <pc:sldChg chg="addSp delSp modSp new mod">
        <pc:chgData name="Esraa Mohamed" userId="32a53f8955a3383c" providerId="LiveId" clId="{F10043CA-7E0C-4C5B-B8AD-80B51C33A480}" dt="2026-08-26T08:10:14.407" v="231"/>
        <pc:sldMkLst>
          <pc:docMk/>
          <pc:sldMk cId="23106644" sldId="271"/>
        </pc:sldMkLst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2" creationId="{D1AAB488-FB39-1756-A69A-8EDC6E9F6E68}"/>
          </ac:graphicFrameMkLst>
        </pc:graphicFrameChg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3" creationId="{7DEE65A0-BFD6-7E83-6A0E-C7D347C7A742}"/>
          </ac:graphicFrameMkLst>
        </pc:graphicFrameChg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4" creationId="{A1C18AE5-8FFC-0136-0321-51509E0F2E4D}"/>
          </ac:graphicFrameMkLst>
        </pc:graphicFrameChg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5" creationId="{18C7F222-7842-101A-FA1C-351A17B8430E}"/>
          </ac:graphicFrameMkLst>
        </pc:graphicFrameChg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6" creationId="{CA2AFFE3-9587-0B73-80D3-CADBA89720C1}"/>
          </ac:graphicFrameMkLst>
        </pc:graphicFrameChg>
        <pc:graphicFrameChg chg="add mod modGraphic">
          <ac:chgData name="Esraa Mohamed" userId="32a53f8955a3383c" providerId="LiveId" clId="{F10043CA-7E0C-4C5B-B8AD-80B51C33A480}" dt="2026-08-26T06:13:38.631" v="62" actId="14100"/>
          <ac:graphicFrameMkLst>
            <pc:docMk/>
            <pc:sldMk cId="23106644" sldId="271"/>
            <ac:graphicFrameMk id="7" creationId="{FE2E0175-9872-CA3C-E00F-4C78AAD517F6}"/>
          </ac:graphicFrameMkLst>
        </pc:graphicFrameChg>
        <pc:picChg chg="add mod">
          <ac:chgData name="Esraa Mohamed" userId="32a53f8955a3383c" providerId="LiveId" clId="{F10043CA-7E0C-4C5B-B8AD-80B51C33A480}" dt="2026-08-26T06:26:01.210" v="126" actId="1076"/>
          <ac:picMkLst>
            <pc:docMk/>
            <pc:sldMk cId="23106644" sldId="271"/>
            <ac:picMk id="9" creationId="{EA8F3B7A-55AF-E194-076B-ADB0E2C5F71B}"/>
          </ac:picMkLst>
        </pc:picChg>
        <pc:inkChg chg="add">
          <ac:chgData name="Esraa Mohamed" userId="32a53f8955a3383c" providerId="LiveId" clId="{F10043CA-7E0C-4C5B-B8AD-80B51C33A480}" dt="2026-08-26T08:09:46.092" v="226" actId="9405"/>
          <ac:inkMkLst>
            <pc:docMk/>
            <pc:sldMk cId="23106644" sldId="271"/>
            <ac:inkMk id="2" creationId="{5867FFD0-4008-A0F6-5D7B-FC573C8A1189}"/>
          </ac:inkMkLst>
        </pc:inkChg>
        <pc:inkChg chg="add del">
          <ac:chgData name="Esraa Mohamed" userId="32a53f8955a3383c" providerId="LiveId" clId="{F10043CA-7E0C-4C5B-B8AD-80B51C33A480}" dt="2026-08-26T08:09:54.050" v="228"/>
          <ac:inkMkLst>
            <pc:docMk/>
            <pc:sldMk cId="23106644" sldId="271"/>
            <ac:inkMk id="3" creationId="{611855B7-B843-ABC2-EB86-75CB1A5F4B34}"/>
          </ac:inkMkLst>
        </pc:inkChg>
        <pc:inkChg chg="add">
          <ac:chgData name="Esraa Mohamed" userId="32a53f8955a3383c" providerId="LiveId" clId="{F10043CA-7E0C-4C5B-B8AD-80B51C33A480}" dt="2026-08-26T08:09:54.050" v="228"/>
          <ac:inkMkLst>
            <pc:docMk/>
            <pc:sldMk cId="23106644" sldId="271"/>
            <ac:inkMk id="4" creationId="{02E5846E-EB11-242E-9662-5A5223467697}"/>
          </ac:inkMkLst>
        </pc:inkChg>
        <pc:inkChg chg="add">
          <ac:chgData name="Esraa Mohamed" userId="32a53f8955a3383c" providerId="LiveId" clId="{F10043CA-7E0C-4C5B-B8AD-80B51C33A480}" dt="2026-08-26T08:10:00.446" v="229" actId="9405"/>
          <ac:inkMkLst>
            <pc:docMk/>
            <pc:sldMk cId="23106644" sldId="271"/>
            <ac:inkMk id="5" creationId="{BCECCDCB-DB2C-33DE-E4AE-23A0DDBD1586}"/>
          </ac:inkMkLst>
        </pc:inkChg>
        <pc:inkChg chg="add del">
          <ac:chgData name="Esraa Mohamed" userId="32a53f8955a3383c" providerId="LiveId" clId="{F10043CA-7E0C-4C5B-B8AD-80B51C33A480}" dt="2026-08-26T08:10:14.407" v="231"/>
          <ac:inkMkLst>
            <pc:docMk/>
            <pc:sldMk cId="23106644" sldId="271"/>
            <ac:inkMk id="6" creationId="{7DE5EB22-6973-CEEA-64EE-E72D215FADED}"/>
          </ac:inkMkLst>
        </pc:inkChg>
        <pc:inkChg chg="add">
          <ac:chgData name="Esraa Mohamed" userId="32a53f8955a3383c" providerId="LiveId" clId="{F10043CA-7E0C-4C5B-B8AD-80B51C33A480}" dt="2026-08-26T08:10:14.407" v="231"/>
          <ac:inkMkLst>
            <pc:docMk/>
            <pc:sldMk cId="23106644" sldId="271"/>
            <ac:inkMk id="7" creationId="{B9645AF6-DDF2-8634-F2D1-31C9EA44E4DC}"/>
          </ac:inkMkLst>
        </pc:inkChg>
      </pc:sldChg>
      <pc:sldChg chg="new del">
        <pc:chgData name="Esraa Mohamed" userId="32a53f8955a3383c" providerId="LiveId" clId="{F10043CA-7E0C-4C5B-B8AD-80B51C33A480}" dt="2026-08-26T06:54:11.445" v="142" actId="47"/>
        <pc:sldMkLst>
          <pc:docMk/>
          <pc:sldMk cId="2077758071" sldId="272"/>
        </pc:sldMkLst>
      </pc:sldChg>
      <pc:sldChg chg="new del">
        <pc:chgData name="Esraa Mohamed" userId="32a53f8955a3383c" providerId="LiveId" clId="{F10043CA-7E0C-4C5B-B8AD-80B51C33A480}" dt="2026-08-26T06:54:17.650" v="143" actId="47"/>
        <pc:sldMkLst>
          <pc:docMk/>
          <pc:sldMk cId="3524071117" sldId="273"/>
        </pc:sldMkLst>
      </pc:sldChg>
      <pc:sldChg chg="addSp new mod setBg">
        <pc:chgData name="Esraa Mohamed" userId="32a53f8955a3383c" providerId="LiveId" clId="{F10043CA-7E0C-4C5B-B8AD-80B51C33A480}" dt="2026-08-26T06:26:40.752" v="130" actId="26606"/>
        <pc:sldMkLst>
          <pc:docMk/>
          <pc:sldMk cId="1862162085" sldId="274"/>
        </pc:sldMkLst>
        <pc:spChg chg="add">
          <ac:chgData name="Esraa Mohamed" userId="32a53f8955a3383c" providerId="LiveId" clId="{F10043CA-7E0C-4C5B-B8AD-80B51C33A480}" dt="2026-08-26T06:26:40.752" v="130" actId="26606"/>
          <ac:spMkLst>
            <pc:docMk/>
            <pc:sldMk cId="1862162085" sldId="274"/>
            <ac:spMk id="8" creationId="{42A4FC2C-047E-45A5-965D-8E1E3BF09BC6}"/>
          </ac:spMkLst>
        </pc:spChg>
        <pc:picChg chg="add">
          <ac:chgData name="Esraa Mohamed" userId="32a53f8955a3383c" providerId="LiveId" clId="{F10043CA-7E0C-4C5B-B8AD-80B51C33A480}" dt="2026-08-26T06:26:37.686" v="129" actId="22"/>
          <ac:picMkLst>
            <pc:docMk/>
            <pc:sldMk cId="1862162085" sldId="274"/>
            <ac:picMk id="3" creationId="{A352842F-A941-2F78-A9D3-13E699CA1348}"/>
          </ac:picMkLst>
        </pc:picChg>
      </pc:sldChg>
      <pc:sldChg chg="addSp delSp modSp new mod ord setBg">
        <pc:chgData name="Esraa Mohamed" userId="32a53f8955a3383c" providerId="LiveId" clId="{F10043CA-7E0C-4C5B-B8AD-80B51C33A480}" dt="2026-08-26T08:07:16.420" v="209"/>
        <pc:sldMkLst>
          <pc:docMk/>
          <pc:sldMk cId="3976092398" sldId="275"/>
        </pc:sldMkLst>
        <pc:spChg chg="mod">
          <ac:chgData name="Esraa Mohamed" userId="32a53f8955a3383c" providerId="LiveId" clId="{F10043CA-7E0C-4C5B-B8AD-80B51C33A480}" dt="2026-08-26T06:15:16.563" v="83" actId="26606"/>
          <ac:spMkLst>
            <pc:docMk/>
            <pc:sldMk cId="3976092398" sldId="275"/>
            <ac:spMk id="2" creationId="{85E0838F-55FC-3FEC-255C-308D1605FA12}"/>
          </ac:spMkLst>
        </pc:spChg>
        <pc:spChg chg="add del">
          <ac:chgData name="Esraa Mohamed" userId="32a53f8955a3383c" providerId="LiveId" clId="{F10043CA-7E0C-4C5B-B8AD-80B51C33A480}" dt="2026-08-26T06:14:04.966" v="67"/>
          <ac:spMkLst>
            <pc:docMk/>
            <pc:sldMk cId="3976092398" sldId="275"/>
            <ac:spMk id="3" creationId="{3006C39D-A3AC-4DB5-8A49-2D97EC802233}"/>
          </ac:spMkLst>
        </pc:spChg>
        <pc:spChg chg="add del mod">
          <ac:chgData name="Esraa Mohamed" userId="32a53f8955a3383c" providerId="LiveId" clId="{F10043CA-7E0C-4C5B-B8AD-80B51C33A480}" dt="2026-08-26T06:14:50.111" v="72"/>
          <ac:spMkLst>
            <pc:docMk/>
            <pc:sldMk cId="3976092398" sldId="275"/>
            <ac:spMk id="17" creationId="{E9F79562-3367-B01A-3158-9D5EC8289BAB}"/>
          </ac:spMkLst>
        </pc:spChg>
        <pc:spChg chg="add del">
          <ac:chgData name="Esraa Mohamed" userId="32a53f8955a3383c" providerId="LiveId" clId="{F10043CA-7E0C-4C5B-B8AD-80B51C33A480}" dt="2026-08-26T06:15:06.062" v="76" actId="26606"/>
          <ac:spMkLst>
            <pc:docMk/>
            <pc:sldMk cId="3976092398" sldId="275"/>
            <ac:spMk id="23" creationId="{5105D448-4A6C-48A3-8C3C-71AF58F3E506}"/>
          </ac:spMkLst>
        </pc:spChg>
        <pc:spChg chg="add del">
          <ac:chgData name="Esraa Mohamed" userId="32a53f8955a3383c" providerId="LiveId" clId="{F10043CA-7E0C-4C5B-B8AD-80B51C33A480}" dt="2026-08-26T06:15:06.062" v="76" actId="26606"/>
          <ac:spMkLst>
            <pc:docMk/>
            <pc:sldMk cId="3976092398" sldId="275"/>
            <ac:spMk id="25" creationId="{4025579F-C5D8-43BE-AF84-3E66A482C567}"/>
          </ac:spMkLst>
        </pc:spChg>
        <pc:spChg chg="add del">
          <ac:chgData name="Esraa Mohamed" userId="32a53f8955a3383c" providerId="LiveId" clId="{F10043CA-7E0C-4C5B-B8AD-80B51C33A480}" dt="2026-08-26T06:15:09.625" v="78" actId="26606"/>
          <ac:spMkLst>
            <pc:docMk/>
            <pc:sldMk cId="3976092398" sldId="275"/>
            <ac:spMk id="27" creationId="{AAD0DBB9-1A4B-4391-81D4-CB19F9AB918A}"/>
          </ac:spMkLst>
        </pc:spChg>
        <pc:spChg chg="add del">
          <ac:chgData name="Esraa Mohamed" userId="32a53f8955a3383c" providerId="LiveId" clId="{F10043CA-7E0C-4C5B-B8AD-80B51C33A480}" dt="2026-08-26T06:15:09.625" v="78" actId="26606"/>
          <ac:spMkLst>
            <pc:docMk/>
            <pc:sldMk cId="3976092398" sldId="275"/>
            <ac:spMk id="28" creationId="{BACC6370-2D7E-4714-9D71-7542949D7D5D}"/>
          </ac:spMkLst>
        </pc:spChg>
        <pc:spChg chg="add del">
          <ac:chgData name="Esraa Mohamed" userId="32a53f8955a3383c" providerId="LiveId" clId="{F10043CA-7E0C-4C5B-B8AD-80B51C33A480}" dt="2026-08-26T06:15:09.625" v="78" actId="26606"/>
          <ac:spMkLst>
            <pc:docMk/>
            <pc:sldMk cId="3976092398" sldId="275"/>
            <ac:spMk id="29" creationId="{063BBA22-50EA-4C4D-BE05-F1CE4E63AA56}"/>
          </ac:spMkLst>
        </pc:spChg>
        <pc:spChg chg="add del">
          <ac:chgData name="Esraa Mohamed" userId="32a53f8955a3383c" providerId="LiveId" clId="{F10043CA-7E0C-4C5B-B8AD-80B51C33A480}" dt="2026-08-26T06:15:09.625" v="78" actId="26606"/>
          <ac:spMkLst>
            <pc:docMk/>
            <pc:sldMk cId="3976092398" sldId="275"/>
            <ac:spMk id="30" creationId="{F68B3F68-107C-434F-AA38-110D5EA91B85}"/>
          </ac:spMkLst>
        </pc:spChg>
        <pc:spChg chg="add del">
          <ac:chgData name="Esraa Mohamed" userId="32a53f8955a3383c" providerId="LiveId" clId="{F10043CA-7E0C-4C5B-B8AD-80B51C33A480}" dt="2026-08-26T06:15:11.476" v="80" actId="26606"/>
          <ac:spMkLst>
            <pc:docMk/>
            <pc:sldMk cId="3976092398" sldId="275"/>
            <ac:spMk id="32" creationId="{5D11FD0E-2D27-4A5A-949D-222E61ECBCC3}"/>
          </ac:spMkLst>
        </pc:spChg>
        <pc:spChg chg="add del">
          <ac:chgData name="Esraa Mohamed" userId="32a53f8955a3383c" providerId="LiveId" clId="{F10043CA-7E0C-4C5B-B8AD-80B51C33A480}" dt="2026-08-26T06:15:11.476" v="80" actId="26606"/>
          <ac:spMkLst>
            <pc:docMk/>
            <pc:sldMk cId="3976092398" sldId="275"/>
            <ac:spMk id="33" creationId="{1BC8109F-B452-45EE-8BB3-65433C039601}"/>
          </ac:spMkLst>
        </pc:spChg>
        <pc:spChg chg="add del">
          <ac:chgData name="Esraa Mohamed" userId="32a53f8955a3383c" providerId="LiveId" clId="{F10043CA-7E0C-4C5B-B8AD-80B51C33A480}" dt="2026-08-26T06:15:16.504" v="82" actId="26606"/>
          <ac:spMkLst>
            <pc:docMk/>
            <pc:sldMk cId="3976092398" sldId="275"/>
            <ac:spMk id="35" creationId="{BACC6370-2D7E-4714-9D71-7542949D7D5D}"/>
          </ac:spMkLst>
        </pc:spChg>
        <pc:spChg chg="add del">
          <ac:chgData name="Esraa Mohamed" userId="32a53f8955a3383c" providerId="LiveId" clId="{F10043CA-7E0C-4C5B-B8AD-80B51C33A480}" dt="2026-08-26T06:15:16.504" v="82" actId="26606"/>
          <ac:spMkLst>
            <pc:docMk/>
            <pc:sldMk cId="3976092398" sldId="275"/>
            <ac:spMk id="36" creationId="{F68B3F68-107C-434F-AA38-110D5EA91B85}"/>
          </ac:spMkLst>
        </pc:spChg>
        <pc:spChg chg="add del">
          <ac:chgData name="Esraa Mohamed" userId="32a53f8955a3383c" providerId="LiveId" clId="{F10043CA-7E0C-4C5B-B8AD-80B51C33A480}" dt="2026-08-26T06:15:16.504" v="82" actId="26606"/>
          <ac:spMkLst>
            <pc:docMk/>
            <pc:sldMk cId="3976092398" sldId="275"/>
            <ac:spMk id="37" creationId="{AAD0DBB9-1A4B-4391-81D4-CB19F9AB918A}"/>
          </ac:spMkLst>
        </pc:spChg>
        <pc:spChg chg="add del">
          <ac:chgData name="Esraa Mohamed" userId="32a53f8955a3383c" providerId="LiveId" clId="{F10043CA-7E0C-4C5B-B8AD-80B51C33A480}" dt="2026-08-26T06:15:16.504" v="82" actId="26606"/>
          <ac:spMkLst>
            <pc:docMk/>
            <pc:sldMk cId="3976092398" sldId="275"/>
            <ac:spMk id="38" creationId="{063BBA22-50EA-4C4D-BE05-F1CE4E63AA56}"/>
          </ac:spMkLst>
        </pc:spChg>
        <pc:spChg chg="add">
          <ac:chgData name="Esraa Mohamed" userId="32a53f8955a3383c" providerId="LiveId" clId="{F10043CA-7E0C-4C5B-B8AD-80B51C33A480}" dt="2026-08-26T06:15:16.563" v="83" actId="26606"/>
          <ac:spMkLst>
            <pc:docMk/>
            <pc:sldMk cId="3976092398" sldId="275"/>
            <ac:spMk id="40" creationId="{56E9B3E6-E277-4D68-BA48-9CB43FFBD6E2}"/>
          </ac:spMkLst>
        </pc:spChg>
        <pc:spChg chg="add">
          <ac:chgData name="Esraa Mohamed" userId="32a53f8955a3383c" providerId="LiveId" clId="{F10043CA-7E0C-4C5B-B8AD-80B51C33A480}" dt="2026-08-26T06:15:16.563" v="83" actId="26606"/>
          <ac:spMkLst>
            <pc:docMk/>
            <pc:sldMk cId="3976092398" sldId="275"/>
            <ac:spMk id="44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26T08:05:58.415" v="202"/>
          <ac:grpSpMkLst>
            <pc:docMk/>
            <pc:sldMk cId="3976092398" sldId="275"/>
            <ac:grpSpMk id="12" creationId="{657B4784-4B92-844B-50A6-4DF66A125982}"/>
          </ac:grpSpMkLst>
        </pc:grpChg>
        <pc:grpChg chg="mod">
          <ac:chgData name="Esraa Mohamed" userId="32a53f8955a3383c" providerId="LiveId" clId="{F10043CA-7E0C-4C5B-B8AD-80B51C33A480}" dt="2026-08-26T08:05:58.415" v="202"/>
          <ac:grpSpMkLst>
            <pc:docMk/>
            <pc:sldMk cId="3976092398" sldId="275"/>
            <ac:grpSpMk id="15" creationId="{4303453A-D477-7682-07CD-0197EE10AB7E}"/>
          </ac:grpSpMkLst>
        </pc:grpChg>
        <pc:grpChg chg="add">
          <ac:chgData name="Esraa Mohamed" userId="32a53f8955a3383c" providerId="LiveId" clId="{F10043CA-7E0C-4C5B-B8AD-80B51C33A480}" dt="2026-08-26T06:15:16.563" v="83" actId="26606"/>
          <ac:grpSpMkLst>
            <pc:docMk/>
            <pc:sldMk cId="3976092398" sldId="275"/>
            <ac:grpSpMk id="41" creationId="{AE1C45F0-260A-458C-96ED-C1F6D2151219}"/>
          </ac:grpSpMkLst>
        </pc:grpChg>
        <pc:graphicFrameChg chg="add mod">
          <ac:chgData name="Esraa Mohamed" userId="32a53f8955a3383c" providerId="LiveId" clId="{F10043CA-7E0C-4C5B-B8AD-80B51C33A480}" dt="2026-08-26T06:13:51.662" v="66"/>
          <ac:graphicFrameMkLst>
            <pc:docMk/>
            <pc:sldMk cId="3976092398" sldId="275"/>
            <ac:graphicFrameMk id="4" creationId="{9B68FF31-145F-24F2-59B2-E007F3C668A4}"/>
          </ac:graphicFrameMkLst>
        </pc:graphicFrameChg>
        <pc:graphicFrameChg chg="add mod">
          <ac:chgData name="Esraa Mohamed" userId="32a53f8955a3383c" providerId="LiveId" clId="{F10043CA-7E0C-4C5B-B8AD-80B51C33A480}" dt="2026-08-26T06:13:50.258" v="65"/>
          <ac:graphicFrameMkLst>
            <pc:docMk/>
            <pc:sldMk cId="3976092398" sldId="275"/>
            <ac:graphicFrameMk id="5" creationId="{C3EFE652-489A-A48F-47A4-AB69D19F5595}"/>
          </ac:graphicFrameMkLst>
        </pc:graphicFrameChg>
        <pc:graphicFrameChg chg="add mod">
          <ac:chgData name="Esraa Mohamed" userId="32a53f8955a3383c" providerId="LiveId" clId="{F10043CA-7E0C-4C5B-B8AD-80B51C33A480}" dt="2026-08-26T06:13:50.258" v="65"/>
          <ac:graphicFrameMkLst>
            <pc:docMk/>
            <pc:sldMk cId="3976092398" sldId="275"/>
            <ac:graphicFrameMk id="6" creationId="{66BD4F5F-D844-BD06-65E6-A67307B2D3C6}"/>
          </ac:graphicFrameMkLst>
        </pc:graphicFrameChg>
        <pc:graphicFrameChg chg="add mod">
          <ac:chgData name="Esraa Mohamed" userId="32a53f8955a3383c" providerId="LiveId" clId="{F10043CA-7E0C-4C5B-B8AD-80B51C33A480}" dt="2026-08-26T06:13:50.258" v="65"/>
          <ac:graphicFrameMkLst>
            <pc:docMk/>
            <pc:sldMk cId="3976092398" sldId="275"/>
            <ac:graphicFrameMk id="7" creationId="{F18A5F98-6661-F9F5-B4B5-3064679BF103}"/>
          </ac:graphicFrameMkLst>
        </pc:graphicFrameChg>
        <pc:graphicFrameChg chg="add mod">
          <ac:chgData name="Esraa Mohamed" userId="32a53f8955a3383c" providerId="LiveId" clId="{F10043CA-7E0C-4C5B-B8AD-80B51C33A480}" dt="2026-08-26T06:13:50.258" v="65"/>
          <ac:graphicFrameMkLst>
            <pc:docMk/>
            <pc:sldMk cId="3976092398" sldId="275"/>
            <ac:graphicFrameMk id="8" creationId="{06882765-9963-33E4-9133-28894C940517}"/>
          </ac:graphicFrameMkLst>
        </pc:graphicFrameChg>
        <pc:graphicFrameChg chg="add mod">
          <ac:chgData name="Esraa Mohamed" userId="32a53f8955a3383c" providerId="LiveId" clId="{F10043CA-7E0C-4C5B-B8AD-80B51C33A480}" dt="2026-08-26T06:13:50.258" v="65"/>
          <ac:graphicFrameMkLst>
            <pc:docMk/>
            <pc:sldMk cId="3976092398" sldId="275"/>
            <ac:graphicFrameMk id="9" creationId="{D0797415-0EE2-BE53-D7E3-4E1A339922AA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0" creationId="{4D551069-4586-CFB2-F7A5-6E3F5106B1DF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1" creationId="{3BCB4281-44B6-16F1-BAB5-0CF11704AC95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2" creationId="{8EA9F264-BBFD-CE64-30BD-8E2437F056BF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3" creationId="{B75D3233-4DC1-2124-B087-AE4B64B2F3EE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4" creationId="{23EEA83C-94AD-4977-B981-E1A18DFBCF5B}"/>
          </ac:graphicFrameMkLst>
        </pc:graphicFrameChg>
        <pc:graphicFrameChg chg="add del mod">
          <ac:chgData name="Esraa Mohamed" userId="32a53f8955a3383c" providerId="LiveId" clId="{F10043CA-7E0C-4C5B-B8AD-80B51C33A480}" dt="2026-08-26T06:14:09.347" v="68" actId="478"/>
          <ac:graphicFrameMkLst>
            <pc:docMk/>
            <pc:sldMk cId="3976092398" sldId="275"/>
            <ac:graphicFrameMk id="15" creationId="{130A1D89-D063-A168-84E7-F33E600F348E}"/>
          </ac:graphicFrameMkLst>
        </pc:graphicFrameChg>
        <pc:graphicFrameChg chg="add mod modGraphic">
          <ac:chgData name="Esraa Mohamed" userId="32a53f8955a3383c" providerId="LiveId" clId="{F10043CA-7E0C-4C5B-B8AD-80B51C33A480}" dt="2026-08-26T06:15:39.823" v="111" actId="113"/>
          <ac:graphicFrameMkLst>
            <pc:docMk/>
            <pc:sldMk cId="3976092398" sldId="275"/>
            <ac:graphicFrameMk id="18" creationId="{EB189C35-26E5-26A0-99C0-048F63B7997A}"/>
          </ac:graphicFrameMkLst>
        </pc:graphicFrameChg>
        <pc:inkChg chg="add">
          <ac:chgData name="Esraa Mohamed" userId="32a53f8955a3383c" providerId="LiveId" clId="{F10043CA-7E0C-4C5B-B8AD-80B51C33A480}" dt="2026-08-26T08:04:34.160" v="190" actId="9405"/>
          <ac:inkMkLst>
            <pc:docMk/>
            <pc:sldMk cId="3976092398" sldId="275"/>
            <ac:inkMk id="3" creationId="{B369DAC7-EDB7-251F-FC9C-1F0E1DED44CF}"/>
          </ac:inkMkLst>
        </pc:inkChg>
        <pc:inkChg chg="add">
          <ac:chgData name="Esraa Mohamed" userId="32a53f8955a3383c" providerId="LiveId" clId="{F10043CA-7E0C-4C5B-B8AD-80B51C33A480}" dt="2026-08-26T08:04:37.694" v="191" actId="9405"/>
          <ac:inkMkLst>
            <pc:docMk/>
            <pc:sldMk cId="3976092398" sldId="275"/>
            <ac:inkMk id="4" creationId="{66FD7A41-086B-EC84-74CB-310DD2C6B950}"/>
          </ac:inkMkLst>
        </pc:inkChg>
        <pc:inkChg chg="add del">
          <ac:chgData name="Esraa Mohamed" userId="32a53f8955a3383c" providerId="LiveId" clId="{F10043CA-7E0C-4C5B-B8AD-80B51C33A480}" dt="2026-08-26T08:04:41.242" v="193"/>
          <ac:inkMkLst>
            <pc:docMk/>
            <pc:sldMk cId="3976092398" sldId="275"/>
            <ac:inkMk id="5" creationId="{AD744C4D-BECC-75F6-1BAD-65827DE3D73E}"/>
          </ac:inkMkLst>
        </pc:inkChg>
        <pc:inkChg chg="add">
          <ac:chgData name="Esraa Mohamed" userId="32a53f8955a3383c" providerId="LiveId" clId="{F10043CA-7E0C-4C5B-B8AD-80B51C33A480}" dt="2026-08-26T08:04:41.242" v="193"/>
          <ac:inkMkLst>
            <pc:docMk/>
            <pc:sldMk cId="3976092398" sldId="275"/>
            <ac:inkMk id="6" creationId="{D1F8C73C-1736-A8D5-4CD9-36A451F8A7ED}"/>
          </ac:inkMkLst>
        </pc:inkChg>
        <pc:inkChg chg="add">
          <ac:chgData name="Esraa Mohamed" userId="32a53f8955a3383c" providerId="LiveId" clId="{F10043CA-7E0C-4C5B-B8AD-80B51C33A480}" dt="2026-08-26T08:04:47.667" v="194" actId="9405"/>
          <ac:inkMkLst>
            <pc:docMk/>
            <pc:sldMk cId="3976092398" sldId="275"/>
            <ac:inkMk id="7" creationId="{649D292D-1C4D-8A0C-6D55-1FD9C78EFB0B}"/>
          </ac:inkMkLst>
        </pc:inkChg>
        <pc:inkChg chg="add">
          <ac:chgData name="Esraa Mohamed" userId="32a53f8955a3383c" providerId="LiveId" clId="{F10043CA-7E0C-4C5B-B8AD-80B51C33A480}" dt="2026-08-26T08:05:35.223" v="195" actId="9405"/>
          <ac:inkMkLst>
            <pc:docMk/>
            <pc:sldMk cId="3976092398" sldId="275"/>
            <ac:inkMk id="8" creationId="{1598D730-91B4-2E31-29F0-396ECF7B7587}"/>
          </ac:inkMkLst>
        </pc:inkChg>
        <pc:inkChg chg="add">
          <ac:chgData name="Esraa Mohamed" userId="32a53f8955a3383c" providerId="LiveId" clId="{F10043CA-7E0C-4C5B-B8AD-80B51C33A480}" dt="2026-08-26T08:05:38.743" v="196" actId="9405"/>
          <ac:inkMkLst>
            <pc:docMk/>
            <pc:sldMk cId="3976092398" sldId="275"/>
            <ac:inkMk id="9" creationId="{BC3FC8CF-51F6-1A3F-B3D4-382D8B72FE7A}"/>
          </ac:inkMkLst>
        </pc:inkChg>
        <pc:inkChg chg="add mod">
          <ac:chgData name="Esraa Mohamed" userId="32a53f8955a3383c" providerId="LiveId" clId="{F10043CA-7E0C-4C5B-B8AD-80B51C33A480}" dt="2026-08-26T08:05:58.415" v="202"/>
          <ac:inkMkLst>
            <pc:docMk/>
            <pc:sldMk cId="3976092398" sldId="275"/>
            <ac:inkMk id="10" creationId="{8BC6753D-B727-04E6-F61D-B5994BBB1310}"/>
          </ac:inkMkLst>
        </pc:inkChg>
        <pc:inkChg chg="add mod">
          <ac:chgData name="Esraa Mohamed" userId="32a53f8955a3383c" providerId="LiveId" clId="{F10043CA-7E0C-4C5B-B8AD-80B51C33A480}" dt="2026-08-26T08:05:58.415" v="202"/>
          <ac:inkMkLst>
            <pc:docMk/>
            <pc:sldMk cId="3976092398" sldId="275"/>
            <ac:inkMk id="11" creationId="{35D1CCE3-3AF4-1D53-11A4-FA7377D7AC96}"/>
          </ac:inkMkLst>
        </pc:inkChg>
        <pc:inkChg chg="add mod">
          <ac:chgData name="Esraa Mohamed" userId="32a53f8955a3383c" providerId="LiveId" clId="{F10043CA-7E0C-4C5B-B8AD-80B51C33A480}" dt="2026-08-26T08:05:58.415" v="202"/>
          <ac:inkMkLst>
            <pc:docMk/>
            <pc:sldMk cId="3976092398" sldId="275"/>
            <ac:inkMk id="13" creationId="{CEE904DD-E2F5-B31E-A40B-4580F68106A0}"/>
          </ac:inkMkLst>
        </pc:inkChg>
        <pc:inkChg chg="add mod">
          <ac:chgData name="Esraa Mohamed" userId="32a53f8955a3383c" providerId="LiveId" clId="{F10043CA-7E0C-4C5B-B8AD-80B51C33A480}" dt="2026-08-26T08:05:58.415" v="202"/>
          <ac:inkMkLst>
            <pc:docMk/>
            <pc:sldMk cId="3976092398" sldId="275"/>
            <ac:inkMk id="14" creationId="{2AF239D8-1FA8-B6F4-160D-5D1F03D662BA}"/>
          </ac:inkMkLst>
        </pc:inkChg>
        <pc:inkChg chg="add">
          <ac:chgData name="Esraa Mohamed" userId="32a53f8955a3383c" providerId="LiveId" clId="{F10043CA-7E0C-4C5B-B8AD-80B51C33A480}" dt="2026-08-26T08:06:11.342" v="203" actId="9405"/>
          <ac:inkMkLst>
            <pc:docMk/>
            <pc:sldMk cId="3976092398" sldId="275"/>
            <ac:inkMk id="16" creationId="{BF1C8B30-94A0-63A9-ED74-4A26C29EFE53}"/>
          </ac:inkMkLst>
        </pc:inkChg>
        <pc:inkChg chg="add">
          <ac:chgData name="Esraa Mohamed" userId="32a53f8955a3383c" providerId="LiveId" clId="{F10043CA-7E0C-4C5B-B8AD-80B51C33A480}" dt="2026-08-26T08:06:21.613" v="204" actId="9405"/>
          <ac:inkMkLst>
            <pc:docMk/>
            <pc:sldMk cId="3976092398" sldId="275"/>
            <ac:inkMk id="17" creationId="{65D62442-C023-F7FC-FAE8-557844C9FC8B}"/>
          </ac:inkMkLst>
        </pc:inkChg>
        <pc:inkChg chg="add">
          <ac:chgData name="Esraa Mohamed" userId="32a53f8955a3383c" providerId="LiveId" clId="{F10043CA-7E0C-4C5B-B8AD-80B51C33A480}" dt="2026-08-26T08:06:28.527" v="205" actId="9405"/>
          <ac:inkMkLst>
            <pc:docMk/>
            <pc:sldMk cId="3976092398" sldId="275"/>
            <ac:inkMk id="19" creationId="{BDEB27F0-C5A8-B2E2-D1DA-D836E5F5E9DE}"/>
          </ac:inkMkLst>
        </pc:inkChg>
        <pc:inkChg chg="add">
          <ac:chgData name="Esraa Mohamed" userId="32a53f8955a3383c" providerId="LiveId" clId="{F10043CA-7E0C-4C5B-B8AD-80B51C33A480}" dt="2026-08-26T08:06:31.456" v="206" actId="9405"/>
          <ac:inkMkLst>
            <pc:docMk/>
            <pc:sldMk cId="3976092398" sldId="275"/>
            <ac:inkMk id="20" creationId="{7E31C315-B7C6-97AF-3830-6D7C9A2E08C0}"/>
          </ac:inkMkLst>
        </pc:inkChg>
        <pc:inkChg chg="add">
          <ac:chgData name="Esraa Mohamed" userId="32a53f8955a3383c" providerId="LiveId" clId="{F10043CA-7E0C-4C5B-B8AD-80B51C33A480}" dt="2026-08-26T08:06:42.135" v="207" actId="9405"/>
          <ac:inkMkLst>
            <pc:docMk/>
            <pc:sldMk cId="3976092398" sldId="275"/>
            <ac:inkMk id="21" creationId="{D542066D-060C-2352-2C5A-1786E8ABA095}"/>
          </ac:inkMkLst>
        </pc:inkChg>
        <pc:inkChg chg="add del">
          <ac:chgData name="Esraa Mohamed" userId="32a53f8955a3383c" providerId="LiveId" clId="{F10043CA-7E0C-4C5B-B8AD-80B51C33A480}" dt="2026-08-26T08:07:16.420" v="209"/>
          <ac:inkMkLst>
            <pc:docMk/>
            <pc:sldMk cId="3976092398" sldId="275"/>
            <ac:inkMk id="22" creationId="{80DDDA93-5195-2D31-13A9-20BA02AAA2B8}"/>
          </ac:inkMkLst>
        </pc:inkChg>
        <pc:inkChg chg="add">
          <ac:chgData name="Esraa Mohamed" userId="32a53f8955a3383c" providerId="LiveId" clId="{F10043CA-7E0C-4C5B-B8AD-80B51C33A480}" dt="2026-08-26T08:07:16.420" v="209"/>
          <ac:inkMkLst>
            <pc:docMk/>
            <pc:sldMk cId="3976092398" sldId="275"/>
            <ac:inkMk id="23" creationId="{9BA9BBE4-0B27-634D-EF2E-248442A2F589}"/>
          </ac:inkMkLst>
        </pc:inkChg>
        <pc:cxnChg chg="add">
          <ac:chgData name="Esraa Mohamed" userId="32a53f8955a3383c" providerId="LiveId" clId="{F10043CA-7E0C-4C5B-B8AD-80B51C33A480}" dt="2026-08-26T06:15:16.563" v="83" actId="26606"/>
          <ac:cxnSpMkLst>
            <pc:docMk/>
            <pc:sldMk cId="3976092398" sldId="275"/>
            <ac:cxnSpMk id="45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26T08:29:49.494" v="262" actId="9405"/>
        <pc:sldMkLst>
          <pc:docMk/>
          <pc:sldMk cId="3209752515" sldId="276"/>
        </pc:sldMkLst>
        <pc:spChg chg="add">
          <ac:chgData name="Esraa Mohamed" userId="32a53f8955a3383c" providerId="LiveId" clId="{F10043CA-7E0C-4C5B-B8AD-80B51C33A480}" dt="2026-08-26T06:26:19.653" v="128" actId="26606"/>
          <ac:spMkLst>
            <pc:docMk/>
            <pc:sldMk cId="3209752515" sldId="276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8-26T08:28:21.703" v="237"/>
          <ac:grpSpMkLst>
            <pc:docMk/>
            <pc:sldMk cId="3209752515" sldId="276"/>
            <ac:grpSpMk id="7" creationId="{429CCCB7-4732-EC0C-4ECA-EFB664FC72F6}"/>
          </ac:grpSpMkLst>
        </pc:grpChg>
        <pc:grpChg chg="mod">
          <ac:chgData name="Esraa Mohamed" userId="32a53f8955a3383c" providerId="LiveId" clId="{F10043CA-7E0C-4C5B-B8AD-80B51C33A480}" dt="2026-08-26T08:28:29.400" v="243"/>
          <ac:grpSpMkLst>
            <pc:docMk/>
            <pc:sldMk cId="3209752515" sldId="276"/>
            <ac:grpSpMk id="14" creationId="{11D81066-AED2-A015-5CCE-E549D925067E}"/>
          </ac:grpSpMkLst>
        </pc:grpChg>
        <pc:grpChg chg="mod">
          <ac:chgData name="Esraa Mohamed" userId="32a53f8955a3383c" providerId="LiveId" clId="{F10043CA-7E0C-4C5B-B8AD-80B51C33A480}" dt="2026-08-26T08:28:35.789" v="247"/>
          <ac:grpSpMkLst>
            <pc:docMk/>
            <pc:sldMk cId="3209752515" sldId="276"/>
            <ac:grpSpMk id="18" creationId="{E4136D7C-DCD4-4647-6B09-CBBD169A8496}"/>
          </ac:grpSpMkLst>
        </pc:grpChg>
        <pc:grpChg chg="mod">
          <ac:chgData name="Esraa Mohamed" userId="32a53f8955a3383c" providerId="LiveId" clId="{F10043CA-7E0C-4C5B-B8AD-80B51C33A480}" dt="2026-08-26T08:28:48.179" v="252"/>
          <ac:grpSpMkLst>
            <pc:docMk/>
            <pc:sldMk cId="3209752515" sldId="276"/>
            <ac:grpSpMk id="23" creationId="{BBE5C334-52B2-3EB2-64CC-FB1A97D2C2F1}"/>
          </ac:grpSpMkLst>
        </pc:grpChg>
        <pc:grpChg chg="del mod">
          <ac:chgData name="Esraa Mohamed" userId="32a53f8955a3383c" providerId="LiveId" clId="{F10043CA-7E0C-4C5B-B8AD-80B51C33A480}" dt="2026-08-26T08:28:55.638" v="257"/>
          <ac:grpSpMkLst>
            <pc:docMk/>
            <pc:sldMk cId="3209752515" sldId="276"/>
            <ac:grpSpMk id="26" creationId="{63E96DF4-24BF-EC8C-E89F-F8291983E85C}"/>
          </ac:grpSpMkLst>
        </pc:grpChg>
        <pc:grpChg chg="mod">
          <ac:chgData name="Esraa Mohamed" userId="32a53f8955a3383c" providerId="LiveId" clId="{F10043CA-7E0C-4C5B-B8AD-80B51C33A480}" dt="2026-08-26T08:28:55.638" v="257"/>
          <ac:grpSpMkLst>
            <pc:docMk/>
            <pc:sldMk cId="3209752515" sldId="276"/>
            <ac:grpSpMk id="28" creationId="{096D62C3-E4C4-B157-BEE9-1597697573F6}"/>
          </ac:grpSpMkLst>
        </pc:grpChg>
        <pc:picChg chg="add">
          <ac:chgData name="Esraa Mohamed" userId="32a53f8955a3383c" providerId="LiveId" clId="{F10043CA-7E0C-4C5B-B8AD-80B51C33A480}" dt="2026-08-26T06:26:16.575" v="127" actId="22"/>
          <ac:picMkLst>
            <pc:docMk/>
            <pc:sldMk cId="3209752515" sldId="276"/>
            <ac:picMk id="3" creationId="{DFB83A42-9FA4-0F26-57C4-1666360E37D3}"/>
          </ac:picMkLst>
        </pc:picChg>
        <pc:inkChg chg="add del">
          <ac:chgData name="Esraa Mohamed" userId="32a53f8955a3383c" providerId="LiveId" clId="{F10043CA-7E0C-4C5B-B8AD-80B51C33A480}" dt="2026-08-26T08:11:58.428" v="233"/>
          <ac:inkMkLst>
            <pc:docMk/>
            <pc:sldMk cId="3209752515" sldId="276"/>
            <ac:inkMk id="2" creationId="{649E2C2B-5E6D-AB9D-A3A1-2CB3404316F4}"/>
          </ac:inkMkLst>
        </pc:inkChg>
        <pc:inkChg chg="add del">
          <ac:chgData name="Esraa Mohamed" userId="32a53f8955a3383c" providerId="LiveId" clId="{F10043CA-7E0C-4C5B-B8AD-80B51C33A480}" dt="2026-08-26T08:12:03.623" v="234"/>
          <ac:inkMkLst>
            <pc:docMk/>
            <pc:sldMk cId="3209752515" sldId="276"/>
            <ac:inkMk id="4" creationId="{6D01854B-CEC7-A850-1D9D-0DFBCC80423E}"/>
          </ac:inkMkLst>
        </pc:inkChg>
        <pc:inkChg chg="add mod">
          <ac:chgData name="Esraa Mohamed" userId="32a53f8955a3383c" providerId="LiveId" clId="{F10043CA-7E0C-4C5B-B8AD-80B51C33A480}" dt="2026-08-26T08:28:21.703" v="237"/>
          <ac:inkMkLst>
            <pc:docMk/>
            <pc:sldMk cId="3209752515" sldId="276"/>
            <ac:inkMk id="5" creationId="{4B1D90B6-635F-0ABF-C988-00146691E5E0}"/>
          </ac:inkMkLst>
        </pc:inkChg>
        <pc:inkChg chg="add mod">
          <ac:chgData name="Esraa Mohamed" userId="32a53f8955a3383c" providerId="LiveId" clId="{F10043CA-7E0C-4C5B-B8AD-80B51C33A480}" dt="2026-08-26T08:28:21.703" v="237"/>
          <ac:inkMkLst>
            <pc:docMk/>
            <pc:sldMk cId="3209752515" sldId="276"/>
            <ac:inkMk id="6" creationId="{CC6DCCF2-7C28-114B-E87E-6B65F5601650}"/>
          </ac:inkMkLst>
        </pc:inkChg>
        <pc:inkChg chg="add">
          <ac:chgData name="Esraa Mohamed" userId="32a53f8955a3383c" providerId="LiveId" clId="{F10043CA-7E0C-4C5B-B8AD-80B51C33A480}" dt="2026-08-26T08:28:21.984" v="238" actId="9405"/>
          <ac:inkMkLst>
            <pc:docMk/>
            <pc:sldMk cId="3209752515" sldId="276"/>
            <ac:inkMk id="9" creationId="{5F2E0083-6327-0D13-77AA-F969F9DF8BEE}"/>
          </ac:inkMkLst>
        </pc:inkChg>
        <pc:inkChg chg="add mod">
          <ac:chgData name="Esraa Mohamed" userId="32a53f8955a3383c" providerId="LiveId" clId="{F10043CA-7E0C-4C5B-B8AD-80B51C33A480}" dt="2026-08-26T08:28:29.400" v="243"/>
          <ac:inkMkLst>
            <pc:docMk/>
            <pc:sldMk cId="3209752515" sldId="276"/>
            <ac:inkMk id="10" creationId="{29A11DE8-8CF0-DB8E-B1BA-1F829A922F8B}"/>
          </ac:inkMkLst>
        </pc:inkChg>
        <pc:inkChg chg="add mod">
          <ac:chgData name="Esraa Mohamed" userId="32a53f8955a3383c" providerId="LiveId" clId="{F10043CA-7E0C-4C5B-B8AD-80B51C33A480}" dt="2026-08-26T08:28:29.400" v="243"/>
          <ac:inkMkLst>
            <pc:docMk/>
            <pc:sldMk cId="3209752515" sldId="276"/>
            <ac:inkMk id="11" creationId="{204B2A0E-BA3F-9344-BEA6-76FB41FC3E57}"/>
          </ac:inkMkLst>
        </pc:inkChg>
        <pc:inkChg chg="add mod">
          <ac:chgData name="Esraa Mohamed" userId="32a53f8955a3383c" providerId="LiveId" clId="{F10043CA-7E0C-4C5B-B8AD-80B51C33A480}" dt="2026-08-26T08:28:29.400" v="243"/>
          <ac:inkMkLst>
            <pc:docMk/>
            <pc:sldMk cId="3209752515" sldId="276"/>
            <ac:inkMk id="12" creationId="{0DEE4FCA-AFC7-B969-9021-FD4493ADC9B6}"/>
          </ac:inkMkLst>
        </pc:inkChg>
        <pc:inkChg chg="add">
          <ac:chgData name="Esraa Mohamed" userId="32a53f8955a3383c" providerId="LiveId" clId="{F10043CA-7E0C-4C5B-B8AD-80B51C33A480}" dt="2026-08-26T08:28:28.512" v="242" actId="9405"/>
          <ac:inkMkLst>
            <pc:docMk/>
            <pc:sldMk cId="3209752515" sldId="276"/>
            <ac:inkMk id="13" creationId="{89C8D9AB-B3D7-70AC-70C6-0F46BFF3B52E}"/>
          </ac:inkMkLst>
        </pc:inkChg>
        <pc:inkChg chg="add">
          <ac:chgData name="Esraa Mohamed" userId="32a53f8955a3383c" providerId="LiveId" clId="{F10043CA-7E0C-4C5B-B8AD-80B51C33A480}" dt="2026-08-26T08:28:32.503" v="244" actId="9405"/>
          <ac:inkMkLst>
            <pc:docMk/>
            <pc:sldMk cId="3209752515" sldId="276"/>
            <ac:inkMk id="15" creationId="{142AF99F-7DD5-8F0C-8819-661717DEE801}"/>
          </ac:inkMkLst>
        </pc:inkChg>
        <pc:inkChg chg="add mod">
          <ac:chgData name="Esraa Mohamed" userId="32a53f8955a3383c" providerId="LiveId" clId="{F10043CA-7E0C-4C5B-B8AD-80B51C33A480}" dt="2026-08-26T08:28:35.789" v="247"/>
          <ac:inkMkLst>
            <pc:docMk/>
            <pc:sldMk cId="3209752515" sldId="276"/>
            <ac:inkMk id="16" creationId="{E043CB68-DADC-8CD0-09A3-1E473768266A}"/>
          </ac:inkMkLst>
        </pc:inkChg>
        <pc:inkChg chg="add mod">
          <ac:chgData name="Esraa Mohamed" userId="32a53f8955a3383c" providerId="LiveId" clId="{F10043CA-7E0C-4C5B-B8AD-80B51C33A480}" dt="2026-08-26T08:28:35.789" v="247"/>
          <ac:inkMkLst>
            <pc:docMk/>
            <pc:sldMk cId="3209752515" sldId="276"/>
            <ac:inkMk id="17" creationId="{CE3D5C4F-78A9-3E6E-808F-3D042E598809}"/>
          </ac:inkMkLst>
        </pc:inkChg>
        <pc:inkChg chg="add">
          <ac:chgData name="Esraa Mohamed" userId="32a53f8955a3383c" providerId="LiveId" clId="{F10043CA-7E0C-4C5B-B8AD-80B51C33A480}" dt="2026-08-26T08:28:36.882" v="248" actId="9405"/>
          <ac:inkMkLst>
            <pc:docMk/>
            <pc:sldMk cId="3209752515" sldId="276"/>
            <ac:inkMk id="19" creationId="{102CCBE7-B3D6-593C-70B4-4EE2BD5341FE}"/>
          </ac:inkMkLst>
        </pc:inkChg>
        <pc:inkChg chg="add mod">
          <ac:chgData name="Esraa Mohamed" userId="32a53f8955a3383c" providerId="LiveId" clId="{F10043CA-7E0C-4C5B-B8AD-80B51C33A480}" dt="2026-08-26T08:28:48.179" v="252"/>
          <ac:inkMkLst>
            <pc:docMk/>
            <pc:sldMk cId="3209752515" sldId="276"/>
            <ac:inkMk id="20" creationId="{32EC998D-067C-A191-1823-5E0E2BEAC580}"/>
          </ac:inkMkLst>
        </pc:inkChg>
        <pc:inkChg chg="add mod">
          <ac:chgData name="Esraa Mohamed" userId="32a53f8955a3383c" providerId="LiveId" clId="{F10043CA-7E0C-4C5B-B8AD-80B51C33A480}" dt="2026-08-26T08:28:48.179" v="252"/>
          <ac:inkMkLst>
            <pc:docMk/>
            <pc:sldMk cId="3209752515" sldId="276"/>
            <ac:inkMk id="21" creationId="{56FBB221-A09F-EE74-E6F4-53295BB3959B}"/>
          </ac:inkMkLst>
        </pc:inkChg>
        <pc:inkChg chg="add mod">
          <ac:chgData name="Esraa Mohamed" userId="32a53f8955a3383c" providerId="LiveId" clId="{F10043CA-7E0C-4C5B-B8AD-80B51C33A480}" dt="2026-08-26T08:28:48.179" v="252"/>
          <ac:inkMkLst>
            <pc:docMk/>
            <pc:sldMk cId="3209752515" sldId="276"/>
            <ac:inkMk id="22" creationId="{61837413-0E7F-FF6E-2046-9DC999CB19D8}"/>
          </ac:inkMkLst>
        </pc:inkChg>
        <pc:inkChg chg="add mod">
          <ac:chgData name="Esraa Mohamed" userId="32a53f8955a3383c" providerId="LiveId" clId="{F10043CA-7E0C-4C5B-B8AD-80B51C33A480}" dt="2026-08-26T08:28:55.638" v="257"/>
          <ac:inkMkLst>
            <pc:docMk/>
            <pc:sldMk cId="3209752515" sldId="276"/>
            <ac:inkMk id="24" creationId="{2F7D5545-D31B-1EBA-5BF8-413573A9F8F0}"/>
          </ac:inkMkLst>
        </pc:inkChg>
        <pc:inkChg chg="add mod">
          <ac:chgData name="Esraa Mohamed" userId="32a53f8955a3383c" providerId="LiveId" clId="{F10043CA-7E0C-4C5B-B8AD-80B51C33A480}" dt="2026-08-26T08:28:55.638" v="257"/>
          <ac:inkMkLst>
            <pc:docMk/>
            <pc:sldMk cId="3209752515" sldId="276"/>
            <ac:inkMk id="25" creationId="{F10D25EB-4856-BB8C-D463-E3F78AF8D385}"/>
          </ac:inkMkLst>
        </pc:inkChg>
        <pc:inkChg chg="add mod">
          <ac:chgData name="Esraa Mohamed" userId="32a53f8955a3383c" providerId="LiveId" clId="{F10043CA-7E0C-4C5B-B8AD-80B51C33A480}" dt="2026-08-26T08:28:55.638" v="257"/>
          <ac:inkMkLst>
            <pc:docMk/>
            <pc:sldMk cId="3209752515" sldId="276"/>
            <ac:inkMk id="27" creationId="{DD6E405C-0368-C3BB-B379-4FF9D13F53D9}"/>
          </ac:inkMkLst>
        </pc:inkChg>
        <pc:inkChg chg="add">
          <ac:chgData name="Esraa Mohamed" userId="32a53f8955a3383c" providerId="LiveId" clId="{F10043CA-7E0C-4C5B-B8AD-80B51C33A480}" dt="2026-08-26T08:28:59.942" v="258" actId="9405"/>
          <ac:inkMkLst>
            <pc:docMk/>
            <pc:sldMk cId="3209752515" sldId="276"/>
            <ac:inkMk id="29" creationId="{BE367DF0-A14F-8D8D-4F41-FDAB840ACF01}"/>
          </ac:inkMkLst>
        </pc:inkChg>
        <pc:inkChg chg="add del">
          <ac:chgData name="Esraa Mohamed" userId="32a53f8955a3383c" providerId="LiveId" clId="{F10043CA-7E0C-4C5B-B8AD-80B51C33A480}" dt="2026-08-26T08:29:03.035" v="260"/>
          <ac:inkMkLst>
            <pc:docMk/>
            <pc:sldMk cId="3209752515" sldId="276"/>
            <ac:inkMk id="30" creationId="{D2B6D501-8BA6-9056-3E4A-6A279B331F64}"/>
          </ac:inkMkLst>
        </pc:inkChg>
        <pc:inkChg chg="add">
          <ac:chgData name="Esraa Mohamed" userId="32a53f8955a3383c" providerId="LiveId" clId="{F10043CA-7E0C-4C5B-B8AD-80B51C33A480}" dt="2026-08-26T08:29:03.035" v="260"/>
          <ac:inkMkLst>
            <pc:docMk/>
            <pc:sldMk cId="3209752515" sldId="276"/>
            <ac:inkMk id="31" creationId="{9FE87A30-F192-BE76-24C8-FECA7CE16089}"/>
          </ac:inkMkLst>
        </pc:inkChg>
        <pc:inkChg chg="add">
          <ac:chgData name="Esraa Mohamed" userId="32a53f8955a3383c" providerId="LiveId" clId="{F10043CA-7E0C-4C5B-B8AD-80B51C33A480}" dt="2026-08-26T08:29:12.393" v="261" actId="9405"/>
          <ac:inkMkLst>
            <pc:docMk/>
            <pc:sldMk cId="3209752515" sldId="276"/>
            <ac:inkMk id="32" creationId="{BA9C9055-62B3-847E-CCCA-506CF5131AD2}"/>
          </ac:inkMkLst>
        </pc:inkChg>
        <pc:inkChg chg="add">
          <ac:chgData name="Esraa Mohamed" userId="32a53f8955a3383c" providerId="LiveId" clId="{F10043CA-7E0C-4C5B-B8AD-80B51C33A480}" dt="2026-08-26T08:29:49.494" v="262" actId="9405"/>
          <ac:inkMkLst>
            <pc:docMk/>
            <pc:sldMk cId="3209752515" sldId="276"/>
            <ac:inkMk id="33" creationId="{0CD4874C-691D-09BA-206D-0A6028B29120}"/>
          </ac:inkMkLst>
        </pc:inkChg>
      </pc:sldChg>
      <pc:sldChg chg="new del ord">
        <pc:chgData name="Esraa Mohamed" userId="32a53f8955a3383c" providerId="LiveId" clId="{F10043CA-7E0C-4C5B-B8AD-80B51C33A480}" dt="2026-08-26T06:24:58.517" v="119" actId="47"/>
        <pc:sldMkLst>
          <pc:docMk/>
          <pc:sldMk cId="1382678072" sldId="277"/>
        </pc:sldMkLst>
      </pc:sldChg>
      <pc:sldChg chg="addSp delSp add mod setBg delDesignElem">
        <pc:chgData name="Esraa Mohamed" userId="32a53f8955a3383c" providerId="LiveId" clId="{F10043CA-7E0C-4C5B-B8AD-80B51C33A480}" dt="2026-08-26T09:03:28.704" v="267" actId="9405"/>
        <pc:sldMkLst>
          <pc:docMk/>
          <pc:sldMk cId="2098283111" sldId="277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2098283111" sldId="277"/>
            <ac:spMk id="8" creationId="{42A4FC2C-047E-45A5-965D-8E1E3BF09BC6}"/>
          </ac:spMkLst>
        </pc:spChg>
        <pc:inkChg chg="add">
          <ac:chgData name="Esraa Mohamed" userId="32a53f8955a3383c" providerId="LiveId" clId="{F10043CA-7E0C-4C5B-B8AD-80B51C33A480}" dt="2026-08-26T09:03:27.614" v="266" actId="9405"/>
          <ac:inkMkLst>
            <pc:docMk/>
            <pc:sldMk cId="2098283111" sldId="277"/>
            <ac:inkMk id="2" creationId="{3E435EAF-1AFE-CF8B-BD9F-9C3DBE33250A}"/>
          </ac:inkMkLst>
        </pc:inkChg>
        <pc:inkChg chg="add">
          <ac:chgData name="Esraa Mohamed" userId="32a53f8955a3383c" providerId="LiveId" clId="{F10043CA-7E0C-4C5B-B8AD-80B51C33A480}" dt="2026-08-26T09:03:28.704" v="267" actId="9405"/>
          <ac:inkMkLst>
            <pc:docMk/>
            <pc:sldMk cId="2098283111" sldId="277"/>
            <ac:inkMk id="4" creationId="{8F14FD32-332A-24AB-6382-E74D938A34E3}"/>
          </ac:inkMkLst>
        </pc:inkChg>
      </pc:sldChg>
      <pc:sldChg chg="delSp add setBg delDesignElem">
        <pc:chgData name="Esraa Mohamed" userId="32a53f8955a3383c" providerId="LiveId" clId="{F10043CA-7E0C-4C5B-B8AD-80B51C33A480}" dt="2026-08-26T06:54:07.584" v="141"/>
        <pc:sldMkLst>
          <pc:docMk/>
          <pc:sldMk cId="3748842537" sldId="278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3748842537" sldId="278"/>
            <ac:spMk id="8" creationId="{42A4FC2C-047E-45A5-965D-8E1E3BF09BC6}"/>
          </ac:spMkLst>
        </pc:spChg>
      </pc:sldChg>
      <pc:sldChg chg="addSp delSp modSp add mod setBg delDesignElem">
        <pc:chgData name="Esraa Mohamed" userId="32a53f8955a3383c" providerId="LiveId" clId="{F10043CA-7E0C-4C5B-B8AD-80B51C33A480}" dt="2026-08-26T09:07:16.411" v="287"/>
        <pc:sldMkLst>
          <pc:docMk/>
          <pc:sldMk cId="2371935947" sldId="279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2371935947" sldId="279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8-26T09:07:02.753" v="278"/>
          <ac:grpSpMkLst>
            <pc:docMk/>
            <pc:sldMk cId="2371935947" sldId="279"/>
            <ac:grpSpMk id="12" creationId="{2A7B04FE-ED24-48B2-DE84-AE419AD43955}"/>
          </ac:grpSpMkLst>
        </pc:grpChg>
        <pc:grpChg chg="mod">
          <ac:chgData name="Esraa Mohamed" userId="32a53f8955a3383c" providerId="LiveId" clId="{F10043CA-7E0C-4C5B-B8AD-80B51C33A480}" dt="2026-08-26T09:07:02.753" v="278"/>
          <ac:grpSpMkLst>
            <pc:docMk/>
            <pc:sldMk cId="2371935947" sldId="279"/>
            <ac:grpSpMk id="14" creationId="{2A3CFDD6-D487-5880-AD23-4E56DE7408FC}"/>
          </ac:grpSpMkLst>
        </pc:grpChg>
        <pc:grpChg chg="del mod">
          <ac:chgData name="Esraa Mohamed" userId="32a53f8955a3383c" providerId="LiveId" clId="{F10043CA-7E0C-4C5B-B8AD-80B51C33A480}" dt="2026-08-26T09:07:16.411" v="287"/>
          <ac:grpSpMkLst>
            <pc:docMk/>
            <pc:sldMk cId="2371935947" sldId="279"/>
            <ac:grpSpMk id="19" creationId="{3BAA2EE1-E483-F3AD-A7A0-AA4387487753}"/>
          </ac:grpSpMkLst>
        </pc:grpChg>
        <pc:grpChg chg="mod">
          <ac:chgData name="Esraa Mohamed" userId="32a53f8955a3383c" providerId="LiveId" clId="{F10043CA-7E0C-4C5B-B8AD-80B51C33A480}" dt="2026-08-26T09:07:16.411" v="287"/>
          <ac:grpSpMkLst>
            <pc:docMk/>
            <pc:sldMk cId="2371935947" sldId="279"/>
            <ac:grpSpMk id="23" creationId="{CC032681-5A14-28BC-816C-3F56BC756F62}"/>
          </ac:grpSpMkLst>
        </pc:grpChg>
        <pc:inkChg chg="add">
          <ac:chgData name="Esraa Mohamed" userId="32a53f8955a3383c" providerId="LiveId" clId="{F10043CA-7E0C-4C5B-B8AD-80B51C33A480}" dt="2026-08-26T08:55:49.556" v="263" actId="9405"/>
          <ac:inkMkLst>
            <pc:docMk/>
            <pc:sldMk cId="2371935947" sldId="279"/>
            <ac:inkMk id="2" creationId="{2352DAD9-6999-1335-942B-2A2CA9EE4F28}"/>
          </ac:inkMkLst>
        </pc:inkChg>
        <pc:inkChg chg="add">
          <ac:chgData name="Esraa Mohamed" userId="32a53f8955a3383c" providerId="LiveId" clId="{F10043CA-7E0C-4C5B-B8AD-80B51C33A480}" dt="2026-08-26T09:06:44.677" v="268" actId="9405"/>
          <ac:inkMkLst>
            <pc:docMk/>
            <pc:sldMk cId="2371935947" sldId="279"/>
            <ac:inkMk id="4" creationId="{0695ACA1-1E14-A992-03B4-894B0585A79F}"/>
          </ac:inkMkLst>
        </pc:inkChg>
        <pc:inkChg chg="add">
          <ac:chgData name="Esraa Mohamed" userId="32a53f8955a3383c" providerId="LiveId" clId="{F10043CA-7E0C-4C5B-B8AD-80B51C33A480}" dt="2026-08-26T09:06:46.955" v="269" actId="9405"/>
          <ac:inkMkLst>
            <pc:docMk/>
            <pc:sldMk cId="2371935947" sldId="279"/>
            <ac:inkMk id="5" creationId="{8674CBDF-C495-8B20-8997-ADC9E2C5CC3C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6" creationId="{91474373-B761-4373-E116-5C110882C0F9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7" creationId="{5894526C-C6FE-1838-76E1-261BF002468F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8" creationId="{F8566170-4758-3B4D-8667-AAC07EEF6788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9" creationId="{2B192810-9A7A-F123-ED16-ACCE77A90E5D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10" creationId="{7C2F76A8-F67C-4480-E8C0-A96AA279FCF5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11" creationId="{3012C624-5EEC-4C8D-24DA-F45D5C0DE909}"/>
          </ac:inkMkLst>
        </pc:inkChg>
        <pc:inkChg chg="add mod">
          <ac:chgData name="Esraa Mohamed" userId="32a53f8955a3383c" providerId="LiveId" clId="{F10043CA-7E0C-4C5B-B8AD-80B51C33A480}" dt="2026-08-26T09:07:02.753" v="278"/>
          <ac:inkMkLst>
            <pc:docMk/>
            <pc:sldMk cId="2371935947" sldId="279"/>
            <ac:inkMk id="13" creationId="{E53E3397-C239-DD37-1194-CCC526244722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15" creationId="{7B2B0F05-8FCA-C609-AB2C-B746536028D3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16" creationId="{49EC1878-0571-E128-680B-2C36DB092A2F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17" creationId="{1B19E9C5-5696-8863-714C-DFABD6573B8D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18" creationId="{18418B65-C15B-D9BC-E2F0-2BC141C105FA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20" creationId="{2696A85E-0E64-FEF4-C306-A4A9577FDD3B}"/>
          </ac:inkMkLst>
        </pc:inkChg>
        <pc:inkChg chg="add mod">
          <ac:chgData name="Esraa Mohamed" userId="32a53f8955a3383c" providerId="LiveId" clId="{F10043CA-7E0C-4C5B-B8AD-80B51C33A480}" dt="2026-08-26T09:07:16.411" v="287"/>
          <ac:inkMkLst>
            <pc:docMk/>
            <pc:sldMk cId="2371935947" sldId="279"/>
            <ac:inkMk id="21" creationId="{D2CEF672-8514-C2E6-FA6E-2448E7F29767}"/>
          </ac:inkMkLst>
        </pc:inkChg>
        <pc:inkChg chg="add">
          <ac:chgData name="Esraa Mohamed" userId="32a53f8955a3383c" providerId="LiveId" clId="{F10043CA-7E0C-4C5B-B8AD-80B51C33A480}" dt="2026-08-26T09:07:15.779" v="286" actId="9405"/>
          <ac:inkMkLst>
            <pc:docMk/>
            <pc:sldMk cId="2371935947" sldId="279"/>
            <ac:inkMk id="22" creationId="{EA0520C8-9CCF-5007-2DBA-7330656AF61F}"/>
          </ac:inkMkLst>
        </pc:inkChg>
      </pc:sldChg>
      <pc:sldChg chg="delSp add setBg delDesignElem">
        <pc:chgData name="Esraa Mohamed" userId="32a53f8955a3383c" providerId="LiveId" clId="{F10043CA-7E0C-4C5B-B8AD-80B51C33A480}" dt="2026-08-26T06:54:07.584" v="141"/>
        <pc:sldMkLst>
          <pc:docMk/>
          <pc:sldMk cId="722968888" sldId="280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722968888" sldId="280"/>
            <ac:spMk id="8" creationId="{42A4FC2C-047E-45A5-965D-8E1E3BF09BC6}"/>
          </ac:spMkLst>
        </pc:spChg>
      </pc:sldChg>
      <pc:sldChg chg="delSp modSp add mod setBg delDesignElem">
        <pc:chgData name="Esraa Mohamed" userId="32a53f8955a3383c" providerId="LiveId" clId="{F10043CA-7E0C-4C5B-B8AD-80B51C33A480}" dt="2026-08-26T09:08:24.296" v="288" actId="1036"/>
        <pc:sldMkLst>
          <pc:docMk/>
          <pc:sldMk cId="3318823782" sldId="281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3318823782" sldId="281"/>
            <ac:spMk id="8" creationId="{42A4FC2C-047E-45A5-965D-8E1E3BF09BC6}"/>
          </ac:spMkLst>
        </pc:spChg>
        <pc:picChg chg="mod">
          <ac:chgData name="Esraa Mohamed" userId="32a53f8955a3383c" providerId="LiveId" clId="{F10043CA-7E0C-4C5B-B8AD-80B51C33A480}" dt="2026-08-26T09:08:24.296" v="288" actId="1036"/>
          <ac:picMkLst>
            <pc:docMk/>
            <pc:sldMk cId="3318823782" sldId="281"/>
            <ac:picMk id="3" creationId="{9A3FF2F5-E747-DF1C-6D53-3DF1BC22E591}"/>
          </ac:picMkLst>
        </pc:picChg>
      </pc:sldChg>
      <pc:sldChg chg="delSp add setBg delDesignElem">
        <pc:chgData name="Esraa Mohamed" userId="32a53f8955a3383c" providerId="LiveId" clId="{F10043CA-7E0C-4C5B-B8AD-80B51C33A480}" dt="2026-08-26T06:54:07.584" v="141"/>
        <pc:sldMkLst>
          <pc:docMk/>
          <pc:sldMk cId="3108475916" sldId="282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3108475916" sldId="282"/>
            <ac:spMk id="8" creationId="{42A4FC2C-047E-45A5-965D-8E1E3BF09BC6}"/>
          </ac:spMkLst>
        </pc:spChg>
      </pc:sldChg>
      <pc:sldChg chg="delSp add setBg delDesignElem">
        <pc:chgData name="Esraa Mohamed" userId="32a53f8955a3383c" providerId="LiveId" clId="{F10043CA-7E0C-4C5B-B8AD-80B51C33A480}" dt="2026-08-26T06:54:07.584" v="141"/>
        <pc:sldMkLst>
          <pc:docMk/>
          <pc:sldMk cId="2430163090" sldId="283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2430163090" sldId="283"/>
            <ac:spMk id="8" creationId="{42A4FC2C-047E-45A5-965D-8E1E3BF09BC6}"/>
          </ac:spMkLst>
        </pc:spChg>
      </pc:sldChg>
      <pc:sldChg chg="delSp add del setBg delDesignElem">
        <pc:chgData name="Esraa Mohamed" userId="32a53f8955a3383c" providerId="LiveId" clId="{F10043CA-7E0C-4C5B-B8AD-80B51C33A480}" dt="2026-08-26T08:56:05.395" v="264" actId="47"/>
        <pc:sldMkLst>
          <pc:docMk/>
          <pc:sldMk cId="853434240" sldId="284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853434240" sldId="284"/>
            <ac:spMk id="8" creationId="{42A4FC2C-047E-45A5-965D-8E1E3BF09BC6}"/>
          </ac:spMkLst>
        </pc:spChg>
      </pc:sldChg>
      <pc:sldChg chg="delSp add del setBg delDesignElem">
        <pc:chgData name="Esraa Mohamed" userId="32a53f8955a3383c" providerId="LiveId" clId="{F10043CA-7E0C-4C5B-B8AD-80B51C33A480}" dt="2026-08-26T08:56:07.152" v="265" actId="47"/>
        <pc:sldMkLst>
          <pc:docMk/>
          <pc:sldMk cId="145794312" sldId="285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145794312" sldId="285"/>
            <ac:spMk id="8" creationId="{42A4FC2C-047E-45A5-965D-8E1E3BF09BC6}"/>
          </ac:spMkLst>
        </pc:spChg>
      </pc:sldChg>
      <pc:sldChg chg="addSp delSp modSp add mod setBg delDesignElem">
        <pc:chgData name="Esraa Mohamed" userId="32a53f8955a3383c" providerId="LiveId" clId="{F10043CA-7E0C-4C5B-B8AD-80B51C33A480}" dt="2026-08-26T09:44:53.367" v="342"/>
        <pc:sldMkLst>
          <pc:docMk/>
          <pc:sldMk cId="3475879817" sldId="286"/>
        </pc:sldMkLst>
        <pc:spChg chg="del">
          <ac:chgData name="Esraa Mohamed" userId="32a53f8955a3383c" providerId="LiveId" clId="{F10043CA-7E0C-4C5B-B8AD-80B51C33A480}" dt="2026-08-26T06:54:07.584" v="141"/>
          <ac:spMkLst>
            <pc:docMk/>
            <pc:sldMk cId="3475879817" sldId="286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8-26T09:44:53.367" v="342"/>
          <ac:grpSpMkLst>
            <pc:docMk/>
            <pc:sldMk cId="3475879817" sldId="286"/>
            <ac:grpSpMk id="5" creationId="{D1F07818-B547-F0F0-2E2A-FFEF8984AFF0}"/>
          </ac:grpSpMkLst>
        </pc:grpChg>
        <pc:inkChg chg="add mod">
          <ac:chgData name="Esraa Mohamed" userId="32a53f8955a3383c" providerId="LiveId" clId="{F10043CA-7E0C-4C5B-B8AD-80B51C33A480}" dt="2026-08-26T09:44:53.367" v="342"/>
          <ac:inkMkLst>
            <pc:docMk/>
            <pc:sldMk cId="3475879817" sldId="286"/>
            <ac:inkMk id="2" creationId="{91C6836B-0C7F-A769-E21C-C532B7E8E9B1}"/>
          </ac:inkMkLst>
        </pc:inkChg>
        <pc:inkChg chg="add mod">
          <ac:chgData name="Esraa Mohamed" userId="32a53f8955a3383c" providerId="LiveId" clId="{F10043CA-7E0C-4C5B-B8AD-80B51C33A480}" dt="2026-08-26T09:44:53.367" v="342"/>
          <ac:inkMkLst>
            <pc:docMk/>
            <pc:sldMk cId="3475879817" sldId="286"/>
            <ac:inkMk id="4" creationId="{05F77E79-9807-E2CA-5087-95F0DC7D9A86}"/>
          </ac:inkMkLst>
        </pc:inkChg>
      </pc:sldChg>
      <pc:sldChg chg="addSp delSp modSp new del mod setBg">
        <pc:chgData name="Esraa Mohamed" userId="32a53f8955a3383c" providerId="LiveId" clId="{F10043CA-7E0C-4C5B-B8AD-80B51C33A480}" dt="2026-08-26T09:44:38.547" v="339" actId="47"/>
        <pc:sldMkLst>
          <pc:docMk/>
          <pc:sldMk cId="2818264809" sldId="287"/>
        </pc:sldMkLst>
        <pc:spChg chg="add">
          <ac:chgData name="Esraa Mohamed" userId="32a53f8955a3383c" providerId="LiveId" clId="{F10043CA-7E0C-4C5B-B8AD-80B51C33A480}" dt="2026-08-26T09:37:40.924" v="291" actId="26606"/>
          <ac:spMkLst>
            <pc:docMk/>
            <pc:sldMk cId="2818264809" sldId="287"/>
            <ac:spMk id="8" creationId="{42A4FC2C-047E-45A5-965D-8E1E3BF09BC6}"/>
          </ac:spMkLst>
        </pc:spChg>
        <pc:grpChg chg="del mod">
          <ac:chgData name="Esraa Mohamed" userId="32a53f8955a3383c" providerId="LiveId" clId="{F10043CA-7E0C-4C5B-B8AD-80B51C33A480}" dt="2026-08-26T09:38:47.917" v="305"/>
          <ac:grpSpMkLst>
            <pc:docMk/>
            <pc:sldMk cId="2818264809" sldId="287"/>
            <ac:grpSpMk id="11" creationId="{B5E0B95F-475D-09B4-D356-C00F3B691029}"/>
          </ac:grpSpMkLst>
        </pc:grpChg>
        <pc:grpChg chg="del mod">
          <ac:chgData name="Esraa Mohamed" userId="32a53f8955a3383c" providerId="LiveId" clId="{F10043CA-7E0C-4C5B-B8AD-80B51C33A480}" dt="2026-08-26T09:38:53.106" v="308"/>
          <ac:grpSpMkLst>
            <pc:docMk/>
            <pc:sldMk cId="2818264809" sldId="287"/>
            <ac:grpSpMk id="15" creationId="{9F7D28AA-C9B2-EDC2-7392-7A1C20BCECEA}"/>
          </ac:grpSpMkLst>
        </pc:grpChg>
        <pc:grpChg chg="del mod">
          <ac:chgData name="Esraa Mohamed" userId="32a53f8955a3383c" providerId="LiveId" clId="{F10043CA-7E0C-4C5B-B8AD-80B51C33A480}" dt="2026-08-26T09:39:53.922" v="334"/>
          <ac:grpSpMkLst>
            <pc:docMk/>
            <pc:sldMk cId="2818264809" sldId="287"/>
            <ac:grpSpMk id="18" creationId="{769DA3AD-73A2-B601-FE44-AFC58C25A89F}"/>
          </ac:grpSpMkLst>
        </pc:grpChg>
        <pc:grpChg chg="del mod">
          <ac:chgData name="Esraa Mohamed" userId="32a53f8955a3383c" providerId="LiveId" clId="{F10043CA-7E0C-4C5B-B8AD-80B51C33A480}" dt="2026-08-26T09:39:15.014" v="318"/>
          <ac:grpSpMkLst>
            <pc:docMk/>
            <pc:sldMk cId="2818264809" sldId="287"/>
            <ac:grpSpMk id="22" creationId="{F3D30E15-D59B-40DD-FE3F-9DF8BA8EAE41}"/>
          </ac:grpSpMkLst>
        </pc:grpChg>
        <pc:grpChg chg="del mod">
          <ac:chgData name="Esraa Mohamed" userId="32a53f8955a3383c" providerId="LiveId" clId="{F10043CA-7E0C-4C5B-B8AD-80B51C33A480}" dt="2026-08-26T09:39:15.014" v="318"/>
          <ac:grpSpMkLst>
            <pc:docMk/>
            <pc:sldMk cId="2818264809" sldId="287"/>
            <ac:grpSpMk id="26" creationId="{5529DC81-6A18-E455-3E19-C3B7D5498BA3}"/>
          </ac:grpSpMkLst>
        </pc:grpChg>
        <pc:grpChg chg="mod">
          <ac:chgData name="Esraa Mohamed" userId="32a53f8955a3383c" providerId="LiveId" clId="{F10043CA-7E0C-4C5B-B8AD-80B51C33A480}" dt="2026-08-26T09:39:15.014" v="318"/>
          <ac:grpSpMkLst>
            <pc:docMk/>
            <pc:sldMk cId="2818264809" sldId="287"/>
            <ac:grpSpMk id="28" creationId="{A45523C7-8478-B58E-859B-07FC9E40148C}"/>
          </ac:grpSpMkLst>
        </pc:grpChg>
        <pc:grpChg chg="mod">
          <ac:chgData name="Esraa Mohamed" userId="32a53f8955a3383c" providerId="LiveId" clId="{F10043CA-7E0C-4C5B-B8AD-80B51C33A480}" dt="2026-08-26T09:39:33.031" v="324"/>
          <ac:grpSpMkLst>
            <pc:docMk/>
            <pc:sldMk cId="2818264809" sldId="287"/>
            <ac:grpSpMk id="34" creationId="{EDA6006B-A597-A58F-E42A-43A585A177E2}"/>
          </ac:grpSpMkLst>
        </pc:grpChg>
        <pc:grpChg chg="del mod">
          <ac:chgData name="Esraa Mohamed" userId="32a53f8955a3383c" providerId="LiveId" clId="{F10043CA-7E0C-4C5B-B8AD-80B51C33A480}" dt="2026-08-26T09:40:03.598" v="337"/>
          <ac:grpSpMkLst>
            <pc:docMk/>
            <pc:sldMk cId="2818264809" sldId="287"/>
            <ac:grpSpMk id="39" creationId="{1CE67C7A-1021-0518-CD13-CE976994EBE5}"/>
          </ac:grpSpMkLst>
        </pc:grpChg>
        <pc:grpChg chg="mod">
          <ac:chgData name="Esraa Mohamed" userId="32a53f8955a3383c" providerId="LiveId" clId="{F10043CA-7E0C-4C5B-B8AD-80B51C33A480}" dt="2026-08-26T09:39:53.922" v="334"/>
          <ac:grpSpMkLst>
            <pc:docMk/>
            <pc:sldMk cId="2818264809" sldId="287"/>
            <ac:grpSpMk id="44" creationId="{5B913A9C-7429-8592-EEF9-1AD37A230723}"/>
          </ac:grpSpMkLst>
        </pc:grpChg>
        <pc:grpChg chg="mod">
          <ac:chgData name="Esraa Mohamed" userId="32a53f8955a3383c" providerId="LiveId" clId="{F10043CA-7E0C-4C5B-B8AD-80B51C33A480}" dt="2026-08-26T09:40:03.598" v="337"/>
          <ac:grpSpMkLst>
            <pc:docMk/>
            <pc:sldMk cId="2818264809" sldId="287"/>
            <ac:grpSpMk id="47" creationId="{9BDC7E0C-7D09-FB28-1422-54C75C6505B4}"/>
          </ac:grpSpMkLst>
        </pc:grpChg>
        <pc:picChg chg="add del mod">
          <ac:chgData name="Esraa Mohamed" userId="32a53f8955a3383c" providerId="LiveId" clId="{F10043CA-7E0C-4C5B-B8AD-80B51C33A480}" dt="2026-08-26T09:37:47.827" v="293" actId="478"/>
          <ac:picMkLst>
            <pc:docMk/>
            <pc:sldMk cId="2818264809" sldId="287"/>
            <ac:picMk id="3" creationId="{050B9F41-73D6-68C9-5B87-D925CB977A7E}"/>
          </ac:picMkLst>
        </pc:picChg>
        <pc:picChg chg="add mod">
          <ac:chgData name="Esraa Mohamed" userId="32a53f8955a3383c" providerId="LiveId" clId="{F10043CA-7E0C-4C5B-B8AD-80B51C33A480}" dt="2026-08-26T09:38:10.745" v="296" actId="14100"/>
          <ac:picMkLst>
            <pc:docMk/>
            <pc:sldMk cId="2818264809" sldId="287"/>
            <ac:picMk id="5" creationId="{78C2D5C6-F1C8-6449-F4AE-9B953E6AFEEA}"/>
          </ac:picMkLst>
        </pc:picChg>
        <pc:inkChg chg="add">
          <ac:chgData name="Esraa Mohamed" userId="32a53f8955a3383c" providerId="LiveId" clId="{F10043CA-7E0C-4C5B-B8AD-80B51C33A480}" dt="2026-08-26T09:38:20.161" v="297" actId="9405"/>
          <ac:inkMkLst>
            <pc:docMk/>
            <pc:sldMk cId="2818264809" sldId="287"/>
            <ac:inkMk id="6" creationId="{FEC253B6-142A-0530-B92C-2D1610598412}"/>
          </ac:inkMkLst>
        </pc:inkChg>
        <pc:inkChg chg="add">
          <ac:chgData name="Esraa Mohamed" userId="32a53f8955a3383c" providerId="LiveId" clId="{F10043CA-7E0C-4C5B-B8AD-80B51C33A480}" dt="2026-08-26T09:38:23.949" v="298" actId="9405"/>
          <ac:inkMkLst>
            <pc:docMk/>
            <pc:sldMk cId="2818264809" sldId="287"/>
            <ac:inkMk id="7" creationId="{A561F6DD-A311-09A6-1FED-64F9E413A441}"/>
          </ac:inkMkLst>
        </pc:inkChg>
        <pc:inkChg chg="add mod">
          <ac:chgData name="Esraa Mohamed" userId="32a53f8955a3383c" providerId="LiveId" clId="{F10043CA-7E0C-4C5B-B8AD-80B51C33A480}" dt="2026-08-26T09:39:53.922" v="334"/>
          <ac:inkMkLst>
            <pc:docMk/>
            <pc:sldMk cId="2818264809" sldId="287"/>
            <ac:inkMk id="9" creationId="{8EE22988-A987-DB82-AADC-0445DF224148}"/>
          </ac:inkMkLst>
        </pc:inkChg>
        <pc:inkChg chg="add mod">
          <ac:chgData name="Esraa Mohamed" userId="32a53f8955a3383c" providerId="LiveId" clId="{F10043CA-7E0C-4C5B-B8AD-80B51C33A480}" dt="2026-08-26T09:39:53.922" v="334"/>
          <ac:inkMkLst>
            <pc:docMk/>
            <pc:sldMk cId="2818264809" sldId="287"/>
            <ac:inkMk id="10" creationId="{E31B2276-33AB-F6D6-EFE7-A0C51B215355}"/>
          </ac:inkMkLst>
        </pc:inkChg>
        <pc:inkChg chg="add del">
          <ac:chgData name="Esraa Mohamed" userId="32a53f8955a3383c" providerId="LiveId" clId="{F10043CA-7E0C-4C5B-B8AD-80B51C33A480}" dt="2026-08-26T09:38:41.603" v="303"/>
          <ac:inkMkLst>
            <pc:docMk/>
            <pc:sldMk cId="2818264809" sldId="287"/>
            <ac:inkMk id="12" creationId="{E2BF2E91-AD93-A8CD-C37C-B52156B63585}"/>
          </ac:inkMkLst>
        </pc:inkChg>
        <pc:inkChg chg="add">
          <ac:chgData name="Esraa Mohamed" userId="32a53f8955a3383c" providerId="LiveId" clId="{F10043CA-7E0C-4C5B-B8AD-80B51C33A480}" dt="2026-08-26T09:38:41.603" v="303"/>
          <ac:inkMkLst>
            <pc:docMk/>
            <pc:sldMk cId="2818264809" sldId="287"/>
            <ac:inkMk id="13" creationId="{35CF8A5D-1C46-C675-8C28-F6FDD12C255A}"/>
          </ac:inkMkLst>
        </pc:inkChg>
        <pc:inkChg chg="add mod">
          <ac:chgData name="Esraa Mohamed" userId="32a53f8955a3383c" providerId="LiveId" clId="{F10043CA-7E0C-4C5B-B8AD-80B51C33A480}" dt="2026-08-26T09:39:53.922" v="334"/>
          <ac:inkMkLst>
            <pc:docMk/>
            <pc:sldMk cId="2818264809" sldId="287"/>
            <ac:inkMk id="14" creationId="{707B0378-B7D5-F523-500E-813DADA04A16}"/>
          </ac:inkMkLst>
        </pc:inkChg>
        <pc:inkChg chg="add mod">
          <ac:chgData name="Esraa Mohamed" userId="32a53f8955a3383c" providerId="LiveId" clId="{F10043CA-7E0C-4C5B-B8AD-80B51C33A480}" dt="2026-08-26T09:39:53.922" v="334"/>
          <ac:inkMkLst>
            <pc:docMk/>
            <pc:sldMk cId="2818264809" sldId="287"/>
            <ac:inkMk id="16" creationId="{F39816C3-3AD8-271D-2395-B3B5A59EB489}"/>
          </ac:inkMkLst>
        </pc:inkChg>
        <pc:inkChg chg="add">
          <ac:chgData name="Esraa Mohamed" userId="32a53f8955a3383c" providerId="LiveId" clId="{F10043CA-7E0C-4C5B-B8AD-80B51C33A480}" dt="2026-08-26T09:38:52.220" v="307" actId="9405"/>
          <ac:inkMkLst>
            <pc:docMk/>
            <pc:sldMk cId="2818264809" sldId="287"/>
            <ac:inkMk id="17" creationId="{86982EBD-CB4A-15E5-D3FF-30BD356789ED}"/>
          </ac:inkMkLst>
        </pc:inkChg>
        <pc:inkChg chg="add">
          <ac:chgData name="Esraa Mohamed" userId="32a53f8955a3383c" providerId="LiveId" clId="{F10043CA-7E0C-4C5B-B8AD-80B51C33A480}" dt="2026-08-26T09:38:55.142" v="309" actId="9405"/>
          <ac:inkMkLst>
            <pc:docMk/>
            <pc:sldMk cId="2818264809" sldId="287"/>
            <ac:inkMk id="19" creationId="{EAC1865A-CD84-BFBD-45D2-FBDB05874654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0" creationId="{02373D61-B1AB-D02A-D16A-DE6814F4EE6B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1" creationId="{320A7FB6-1E3D-EB71-52C1-859A64C25904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3" creationId="{CC9AF0F5-51F5-0DA9-BDB3-2CA6EA599504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4" creationId="{19F31C37-9E3B-5784-71DA-E21F31E7C81D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5" creationId="{99BAF9CE-C57A-8A5B-7FF2-716245E5503D}"/>
          </ac:inkMkLst>
        </pc:inkChg>
        <pc:inkChg chg="add mod">
          <ac:chgData name="Esraa Mohamed" userId="32a53f8955a3383c" providerId="LiveId" clId="{F10043CA-7E0C-4C5B-B8AD-80B51C33A480}" dt="2026-08-26T09:39:15.014" v="318"/>
          <ac:inkMkLst>
            <pc:docMk/>
            <pc:sldMk cId="2818264809" sldId="287"/>
            <ac:inkMk id="27" creationId="{1BD8C5A1-F211-0C17-5825-05906644F364}"/>
          </ac:inkMkLst>
        </pc:inkChg>
        <pc:inkChg chg="add">
          <ac:chgData name="Esraa Mohamed" userId="32a53f8955a3383c" providerId="LiveId" clId="{F10043CA-7E0C-4C5B-B8AD-80B51C33A480}" dt="2026-08-26T09:39:20.129" v="319" actId="9405"/>
          <ac:inkMkLst>
            <pc:docMk/>
            <pc:sldMk cId="2818264809" sldId="287"/>
            <ac:inkMk id="29" creationId="{9AD776C4-33B4-E99E-C5E1-4A270FD8323C}"/>
          </ac:inkMkLst>
        </pc:inkChg>
        <pc:inkChg chg="add del">
          <ac:chgData name="Esraa Mohamed" userId="32a53f8955a3383c" providerId="LiveId" clId="{F10043CA-7E0C-4C5B-B8AD-80B51C33A480}" dt="2026-08-26T09:39:23.929" v="321"/>
          <ac:inkMkLst>
            <pc:docMk/>
            <pc:sldMk cId="2818264809" sldId="287"/>
            <ac:inkMk id="30" creationId="{B3583F3D-D1E1-92E7-4562-5C58F159EB36}"/>
          </ac:inkMkLst>
        </pc:inkChg>
        <pc:inkChg chg="add">
          <ac:chgData name="Esraa Mohamed" userId="32a53f8955a3383c" providerId="LiveId" clId="{F10043CA-7E0C-4C5B-B8AD-80B51C33A480}" dt="2026-08-26T09:39:23.929" v="321"/>
          <ac:inkMkLst>
            <pc:docMk/>
            <pc:sldMk cId="2818264809" sldId="287"/>
            <ac:inkMk id="31" creationId="{51E132CD-5DA5-56FA-5EAD-CB5AB7FAFD75}"/>
          </ac:inkMkLst>
        </pc:inkChg>
        <pc:inkChg chg="add mod">
          <ac:chgData name="Esraa Mohamed" userId="32a53f8955a3383c" providerId="LiveId" clId="{F10043CA-7E0C-4C5B-B8AD-80B51C33A480}" dt="2026-08-26T09:39:33.031" v="324"/>
          <ac:inkMkLst>
            <pc:docMk/>
            <pc:sldMk cId="2818264809" sldId="287"/>
            <ac:inkMk id="32" creationId="{83786F7B-DE52-216B-FC93-132C77B34F09}"/>
          </ac:inkMkLst>
        </pc:inkChg>
        <pc:inkChg chg="add mod">
          <ac:chgData name="Esraa Mohamed" userId="32a53f8955a3383c" providerId="LiveId" clId="{F10043CA-7E0C-4C5B-B8AD-80B51C33A480}" dt="2026-08-26T09:39:33.031" v="324"/>
          <ac:inkMkLst>
            <pc:docMk/>
            <pc:sldMk cId="2818264809" sldId="287"/>
            <ac:inkMk id="33" creationId="{540A2A86-05D1-47B7-EBAD-F9216E246112}"/>
          </ac:inkMkLst>
        </pc:inkChg>
        <pc:inkChg chg="add">
          <ac:chgData name="Esraa Mohamed" userId="32a53f8955a3383c" providerId="LiveId" clId="{F10043CA-7E0C-4C5B-B8AD-80B51C33A480}" dt="2026-08-26T09:39:33.381" v="325" actId="9405"/>
          <ac:inkMkLst>
            <pc:docMk/>
            <pc:sldMk cId="2818264809" sldId="287"/>
            <ac:inkMk id="35" creationId="{A1F5539D-228B-98C7-9EC8-F32F559A22D3}"/>
          </ac:inkMkLst>
        </pc:inkChg>
        <pc:inkChg chg="add">
          <ac:chgData name="Esraa Mohamed" userId="32a53f8955a3383c" providerId="LiveId" clId="{F10043CA-7E0C-4C5B-B8AD-80B51C33A480}" dt="2026-08-26T09:39:37.750" v="326" actId="9405"/>
          <ac:inkMkLst>
            <pc:docMk/>
            <pc:sldMk cId="2818264809" sldId="287"/>
            <ac:inkMk id="36" creationId="{D8649888-BAFD-52B3-DB9C-E9421E089737}"/>
          </ac:inkMkLst>
        </pc:inkChg>
        <pc:inkChg chg="add mod">
          <ac:chgData name="Esraa Mohamed" userId="32a53f8955a3383c" providerId="LiveId" clId="{F10043CA-7E0C-4C5B-B8AD-80B51C33A480}" dt="2026-08-26T09:40:03.598" v="337"/>
          <ac:inkMkLst>
            <pc:docMk/>
            <pc:sldMk cId="2818264809" sldId="287"/>
            <ac:inkMk id="37" creationId="{FD1E628F-DF6D-E750-5D87-304DCC1E045F}"/>
          </ac:inkMkLst>
        </pc:inkChg>
        <pc:inkChg chg="add mod">
          <ac:chgData name="Esraa Mohamed" userId="32a53f8955a3383c" providerId="LiveId" clId="{F10043CA-7E0C-4C5B-B8AD-80B51C33A480}" dt="2026-08-26T09:40:03.598" v="337"/>
          <ac:inkMkLst>
            <pc:docMk/>
            <pc:sldMk cId="2818264809" sldId="287"/>
            <ac:inkMk id="38" creationId="{D717713F-80AF-9CBB-C266-633E69BF5F4F}"/>
          </ac:inkMkLst>
        </pc:inkChg>
        <pc:inkChg chg="add">
          <ac:chgData name="Esraa Mohamed" userId="32a53f8955a3383c" providerId="LiveId" clId="{F10043CA-7E0C-4C5B-B8AD-80B51C33A480}" dt="2026-08-26T09:39:44.226" v="330" actId="9405"/>
          <ac:inkMkLst>
            <pc:docMk/>
            <pc:sldMk cId="2818264809" sldId="287"/>
            <ac:inkMk id="40" creationId="{09DE5C6B-423C-F283-FFA8-EE09E5D3B42B}"/>
          </ac:inkMkLst>
        </pc:inkChg>
        <pc:inkChg chg="add">
          <ac:chgData name="Esraa Mohamed" userId="32a53f8955a3383c" providerId="LiveId" clId="{F10043CA-7E0C-4C5B-B8AD-80B51C33A480}" dt="2026-08-26T09:39:47.725" v="331" actId="9405"/>
          <ac:inkMkLst>
            <pc:docMk/>
            <pc:sldMk cId="2818264809" sldId="287"/>
            <ac:inkMk id="41" creationId="{AEF0B784-654B-DF6D-F1A1-851B1901A391}"/>
          </ac:inkMkLst>
        </pc:inkChg>
        <pc:inkChg chg="add mod">
          <ac:chgData name="Esraa Mohamed" userId="32a53f8955a3383c" providerId="LiveId" clId="{F10043CA-7E0C-4C5B-B8AD-80B51C33A480}" dt="2026-08-26T09:39:53.922" v="334"/>
          <ac:inkMkLst>
            <pc:docMk/>
            <pc:sldMk cId="2818264809" sldId="287"/>
            <ac:inkMk id="42" creationId="{C7383AC6-AAB0-95B3-6B40-2450CC19966F}"/>
          </ac:inkMkLst>
        </pc:inkChg>
        <pc:inkChg chg="add">
          <ac:chgData name="Esraa Mohamed" userId="32a53f8955a3383c" providerId="LiveId" clId="{F10043CA-7E0C-4C5B-B8AD-80B51C33A480}" dt="2026-08-26T09:39:53.021" v="333" actId="9405"/>
          <ac:inkMkLst>
            <pc:docMk/>
            <pc:sldMk cId="2818264809" sldId="287"/>
            <ac:inkMk id="43" creationId="{062BAD35-D946-53B8-9B9D-A5138D888DA7}"/>
          </ac:inkMkLst>
        </pc:inkChg>
        <pc:inkChg chg="add">
          <ac:chgData name="Esraa Mohamed" userId="32a53f8955a3383c" providerId="LiveId" clId="{F10043CA-7E0C-4C5B-B8AD-80B51C33A480}" dt="2026-08-26T09:40:00.209" v="335" actId="9405"/>
          <ac:inkMkLst>
            <pc:docMk/>
            <pc:sldMk cId="2818264809" sldId="287"/>
            <ac:inkMk id="45" creationId="{D7BA6137-22D0-4348-75FA-CEB686A32688}"/>
          </ac:inkMkLst>
        </pc:inkChg>
        <pc:inkChg chg="add mod">
          <ac:chgData name="Esraa Mohamed" userId="32a53f8955a3383c" providerId="LiveId" clId="{F10043CA-7E0C-4C5B-B8AD-80B51C33A480}" dt="2026-08-26T09:40:03.598" v="337"/>
          <ac:inkMkLst>
            <pc:docMk/>
            <pc:sldMk cId="2818264809" sldId="287"/>
            <ac:inkMk id="46" creationId="{197B0BA2-01AF-9B98-FCFB-7295A4A64489}"/>
          </ac:inkMkLst>
        </pc:inkChg>
        <pc:inkChg chg="add">
          <ac:chgData name="Esraa Mohamed" userId="32a53f8955a3383c" providerId="LiveId" clId="{F10043CA-7E0C-4C5B-B8AD-80B51C33A480}" dt="2026-08-26T09:40:07.507" v="338" actId="9405"/>
          <ac:inkMkLst>
            <pc:docMk/>
            <pc:sldMk cId="2818264809" sldId="287"/>
            <ac:inkMk id="48" creationId="{9D556FC3-32DC-E09D-7FF4-1EA29F956D1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02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0 921 24575,'6'-11'0,"0"1"0,1 0 0,1 0 0,-1 1 0,2-1 0,12-10 0,63-46 0,-33 28 0,362-256 0,-237 193 0,-47 29 0,-17 13 0,-75 41 0,0-1 0,-1-2 0,33-26 0,-67 46 0,-1 1 0,0-1 0,0 0 0,0 0 0,0 0 0,0 0 0,0 0 0,0 0 0,0 0 0,-1 0 0,1 0 0,0 0 0,0 0 0,-1-1 0,1 1 0,-1 0 0,1 0 0,-1-1 0,0 1 0,1 0 0,-1-3 0,0 3 0,-1 0 0,1 0 0,-1 0 0,0 0 0,1 0 0,-1 0 0,0 1 0,1-1 0,-1 0 0,0 0 0,0 1 0,0-1 0,0 0 0,1 1 0,-1-1 0,0 1 0,0-1 0,0 1 0,0 0 0,-2-1 0,-9-2 0,-1 0 0,1 1 0,-20-1 0,23 3 0,-25-4 0,0-1 0,1-1 0,-62-20 0,95 26 0,0 0 0,-1 0 0,1 0 0,0 0 0,-1 0 0,1 0 0,0 0 0,-1 0 0,1 0 0,0 0 0,0 0 0,-1 0 0,1 0 0,0 0 0,-1 0 0,1-1 0,0 1 0,-1 0 0,1 0 0,0 0 0,0-1 0,-1 1 0,1 0 0,0 0 0,0 0 0,0-1 0,-1 1 0,1 0 0,0 0 0,0-1 0,0 1 0,0 0 0,-1-1 0,1 1 0,0 0 0,0-1 0,0 1 0,0 0 0,0-1 0,0 1 0,0-1 0,16-2 0,29 1 0,-44 2 0,34 0 0,0 2 0,0 2 0,64 14 0,-96-17 0,1 0 0,-1 1 0,0-1 0,0 1 0,0-1 0,0 1 0,0 0 0,-1 0 0,1 0 0,0 0 0,-1 1 0,1-1 0,-1 1 0,0-1 0,0 1 0,0 0 0,0 0 0,-1 0 0,1 0 0,-1 0 0,0 0 0,1 0 0,-2 1 0,1-1 0,1 6 0,0 9 0,-1-1 0,-1 0 0,0 0 0,-3 18 0,1 2 0,2 40 0,-4 50 0,-7-77-123,6-35-1119,0 3-5584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05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0 790 24575,'6'-1'0,"-2"-1"0,1 0 0,0 0 0,0 0 0,0 0 0,-1-1 0,0 0 0,1 0 0,-1 0 0,0 0 0,6-8 0,3 0 0,109-89 0,-37 27 0,3 3 0,135-80 0,-165 119 0,2 2 0,122-41 0,-115 46 0,-62 22 0,1-1 0,-1 1 0,0-1 0,0 0 0,-1-1 0,1 1 0,-1-1 0,0 0 0,0 0 0,5-6 0,-8 9 0,0 0 0,-1 0 0,1-1 0,0 1 0,-1 0 0,1 0 0,-1-1 0,1 1 0,-1-1 0,0 1 0,0 0 0,1-1 0,-1 1 0,0-1 0,0 1 0,0-1 0,-1 1 0,1-1 0,0 1 0,-1 0 0,1-1 0,0 1 0,-1 0 0,0-1 0,1 1 0,-1 0 0,0-1 0,0 1 0,1 0 0,-1 0 0,0 0 0,0 0 0,0 0 0,0 0 0,-1 0 0,1 0 0,0 0 0,0 1 0,-3-2 0,-5-3 0,0 1 0,-1 0 0,1 0 0,-15-3 0,20 6 0,-64-16 0,-124-12 0,161 21 0,23 1 0,8 7 0,1-1 0,-1 1 0,0 0 0,1-1 0,-1 1 0,1-1 0,-1 1 0,0 0 0,1-1 0,-1 1 0,1 0 0,-1-1 0,1 1 0,-1 0 0,1 0 0,-1 0 0,1-1 0,-1 1 0,1 0 0,-1 0 0,1 0 0,0 0 0,0 0 0,31-5 0,0 2 0,0 1 0,0 1 0,32 5 0,10-2 0,-70-2 0,1 0 0,0 0 0,-1 0 0,1 1 0,-1-1 0,1 1 0,0 0 0,-1 1 0,1-1 0,-1 1 0,0 0 0,8 4 0,-10-3 0,1-1 0,-1 1 0,0-1 0,0 1 0,0 0 0,0 0 0,-1 0 0,1 0 0,-1 0 0,0 0 0,0 0 0,0 0 0,0 1 0,0-1 0,-1 0 0,1 1 0,-1-1 0,0 6 0,-3 183 0,0-55 0,3-110-1365,0-4-5461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12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28 24575,'16'-6'0,"0"1"0,1 0 0,0 2 0,0 0 0,0 1 0,0 0 0,30 2 0,-17-1 0,260 0 61,-152 2-1487,-115-1-5400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14.9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24575,'1463'0'0,"-1434"2"0,51 8 0,9 2 0,426-7 0,-285-7 0,-123 2-1365,-84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54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1 300 24575,'0'-1'0,"1"-1"0,0 0 0,0 1 0,0-1 0,0 1 0,0 0 0,0-1 0,1 1 0,-1 0 0,0 0 0,1 0 0,-1 0 0,0 0 0,1 0 0,-1 0 0,1 0 0,0 0 0,-1 1 0,1-1 0,0 1 0,-1-1 0,1 1 0,3-1 0,3-1 0,30-11 0,0 2 0,1 2 0,1 2 0,53-4 0,164 7 0,-156 5 0,-73-3 0,-1-1 0,29-6 0,39-4 0,-74 12 0,1-1 0,-1 0 0,0-2 0,0-1 0,-1 0 0,1-2 0,33-15 0,-34 14 0,19-8 0,-38 15 0,0 1 0,1-1 0,-1 0 0,0 1 0,0-1 0,1 0 0,-1 0 0,0 0 0,0 0 0,0 0 0,0 0 0,0-1 0,0 1 0,-1 0 0,1 0 0,0-1 0,-1 1 0,1 0 0,-1-1 0,2-1 0,-3 1 0,1 1 0,0 0 0,0-1 0,-1 1 0,1 0 0,-1-1 0,1 1 0,-1 0 0,0 0 0,1-1 0,-1 1 0,0 0 0,0 0 0,0 0 0,0 0 0,0 0 0,0 0 0,0 0 0,0 1 0,0-1 0,0 0 0,-2 0 0,-31-15 0,27 13 0,-88-25 0,23 7 0,100 20 0,150 17 0,-147-12 0,-1 2 0,0 1 0,53 20 0,-76-24 0,0 0 0,0 1 0,-1-1 0,0 1 0,0 1 0,0-1 0,0 1 0,-1 0 0,1 0 0,-1 1 0,0-1 0,6 10 0,-9-11 0,0 0 0,0 0 0,-1 1 0,1-1 0,-1 0 0,0 1 0,0-1 0,-1 0 0,1 1 0,-1-1 0,0 1 0,0-1 0,0 1 0,0-1 0,-1 1 0,0-1 0,0 0 0,0 1 0,-1-1 0,1 0 0,-5 7 0,-5 9-136,-2-1-1,0 0 1,-1-1-1,-1-1 1,0-1-1,-1 0 1,-1 0-1,-1-2 0,-28 19 1,31-23-6690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56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24575,'145'-2'0,"1"-7"0,-1-6 0,-1-7 0,156-44 0,-239 46 0,-46 14 0,1 0 0,0 2 0,0-1 0,0 2 0,23-2 0,71-9-623,-97 12-119,14-2-6084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2:58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1 438 24575,'4'-1'0,"1"0"0,-1 0 0,0 0 0,1-1 0,-1 1 0,0-1 0,0 0 0,0 0 0,6-4 0,14-7 0,336-122 0,12 24 0,-288 87 0,-51 16 0,-1 1 0,1 2 0,0 1 0,1 2 0,52 2 0,-46-2 0,-23-6 0,-17 8 0,0 0 0,1-1 0,-1 1 0,0-1 0,0 1 0,0 0 0,0-1 0,0 1 0,1-1 0,-1 1 0,0 0 0,0-1 0,0 1 0,0-1 0,-1 1 0,1-1 0,0 1 0,0 0 0,0-1 0,0 1 0,0-1 0,0 1 0,-1 0 0,1-1 0,0 1 0,0 0 0,0-1 0,-1 1 0,1 0 0,0-1 0,-1 1 0,1 0 0,0-1 0,-1 1 0,1 0 0,-1-1 0,-4-2 0,0-1 0,0 1 0,0 0 0,0 0 0,-1 1 0,1-1 0,-1 1 0,-10-2 0,-52-10 0,56 13 0,-69-6 0,60 7 0,-1-2 0,-40-7 0,62 9 0,-1 0 0,0 0 0,1 0 0,-1 0 0,1 0 0,-1-1 0,1 1 0,-1 0 0,0 0 0,1 0 0,-1 0 0,1-1 0,-1 1 0,1 0 0,-1 0 0,1-1 0,-1 1 0,1 0 0,0-1 0,-1 1 0,1-1 0,-1 1 0,1 0 0,0-1 0,-1 1 0,1-1 0,0 1 0,-1-2 0,15-4 0,27 0 0,-18 5 0,-2-1 0,-1 1 0,1 1 0,0 1 0,27 4 0,-43-4 0,0 0 0,0 0 0,-1 1 0,1 0 0,0-1 0,-1 2 0,1-1 0,-1 0 0,0 1 0,0 0 0,0 0 0,0 0 0,0 0 0,-1 1 0,0 0 0,1-1 0,-1 1 0,0 1 0,-1-1 0,1 0 0,-1 0 0,0 1 0,2 7 0,0 0-273,-2 0 0,0 1 0,0-1 0,0 18 0,-2-6-6553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1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521 1 24575,'-70'-1'0,"-81"3"0,144-1 0,0 0 0,0 1 0,1 0 0,-1 0 0,0 1 0,1 0 0,0 0 0,-1 0 0,1 1 0,0 0 0,1 0 0,-1 0 0,-8 10 0,-6 7 0,2 1 0,-18 25 0,21-26 0,-66 85 0,77-100 0,0 0 0,0 0 0,1 1 0,0-1 0,0 1 0,1 0 0,0 0 0,0 0 0,1 0 0,-1 0 0,1 9 0,0 13 0,3 43 0,1-26 0,-3-26 0,0-10 0,0 0 0,0 0 0,1 1 0,1-1 0,4 19 0,-4-26 0,-1 0 0,0 0 0,1 0 0,0 0 0,0-1 0,0 1 0,0-1 0,0 1 0,0-1 0,1 0 0,-1 0 0,1 0 0,-1 0 0,1 0 0,0 0 0,0-1 0,0 1 0,0-1 0,0 0 0,0 0 0,0 0 0,0-1 0,5 2 0,24 1 0,0-1 0,0-2 0,0 0 0,40-7 0,-65 5 2,0 1-1,0-1 1,0 0-1,0 0 1,0-1 0,0 0-1,-1 0 1,11-7-1,44-39-31,-15 11-1319,-30 27-5477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1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24575,'-14'0'0,"7"-1"0,-1 1 0,0 0 0,0 1 0,-9 2 0,15-3 0,-1 1 0,1 0 0,0 0 0,0 0 0,0 0 0,0 0 0,0 0 0,0 0 0,0 1 0,0-1 0,1 1 0,-1-1 0,1 1 0,-1-1 0,1 1 0,-1 0 0,1 0 0,0 0 0,-1 2 0,-6 14 0,1 0 0,-10 34 0,16-45 0,-1-1 0,1 1 0,0 0 0,0 0 0,1 0 0,0 0 0,0 0 0,1 0 0,0 0 0,0 0 0,2 7 0,-2-12 0,0 0 0,0 0 0,0 0 0,0 0 0,0 0 0,0 0 0,1 0 0,-1-1 0,1 1 0,-1-1 0,1 1 0,-1-1 0,1 1 0,0-1 0,0 0 0,0 0 0,-1 0 0,1 0 0,0 0 0,1 0 0,-1-1 0,0 1 0,0-1 0,0 1 0,0-1 0,0 0 0,0 0 0,1 0 0,-1 0 0,0 0 0,0 0 0,0 0 0,0-1 0,3 0 0,-1 0 0,-1 0 0,1-1 0,0 1 0,-1-1 0,1 0 0,-1 0 0,0 0 0,0 0 0,0-1 0,0 1 0,0-1 0,0 1 0,-1-1 0,1 0 0,-1 0 0,0-1 0,1 1 0,1-5 0,3-17-1365,-3 2-5461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1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24575,'0'18'0,"5"29"0,1 26 0,-1 8 0,0 5 0,-2-8 0,-1-12 0,0-18-8191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24575,'0'4'0,"0"7"0,0 15 0,0 16 0,0 6 0,0 9 0,0 4 0,0-4 0,0-7 0,0-8 0,0-6 0,0-4 0,0-4 0,0-1 0,0-2 0,0-4-8191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1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26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24575,'28'1'0,"-1"1"0,35 8 0,-5-1 0,196 27 0,487 60 0,-227-86 0,-310-12 0,132-14 0,-227 6-1365,-82 8-5461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2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2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1035 24575,'2'-266'0,"-5"-286"0,-17 366 0,20 185 0,-1 0 0,1-1 0,0 1 0,0 0 0,0-1 0,0 1 0,0 0 0,0-1 0,0 1 0,1 0 0,-1 0 0,0-1 0,1 1 0,-1 0 0,1 0 0,-1-1 0,1 1 0,0 0 0,-1 0 0,1 0 0,0 0 0,1-1 0,-1 2 0,0-1 0,0 1 0,0 0 0,0 0 0,1 0 0,-1-1 0,0 1 0,0 1 0,0-1 0,0 0 0,0 0 0,0 0 0,0 0 0,0 1 0,0-1 0,0 1 0,0-1 0,0 1 0,0-1 0,2 2 0,7 4 0,0 2 0,-1-1 0,14 15 0,59 65 0,-3 3 0,-5 4 0,97 160 0,-131-180 45,-3 1-1,35 106 1,35 73-1544,-81-204-5327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29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56 24575,'-35'-2'0,"-58"-10"0,56 6 0,-42-2 0,46 6 0,-42-9 0,43 5 0,-45-2 0,24 8-1365,30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24575,'67'129'0,"216"424"0,-230-451 0,34 80 0,-82-171 0,1 0 0,1 0 0,0-1 0,0 1 0,1-2 0,0 1 0,13 11 0,-9-9 0,-11-11 0,-1 0 0,0-1 0,1 1 0,-1-1 0,0 1 0,1-1 0,-1 1 0,1-1 0,-1 1 0,1-1 0,-1 1 0,1-1 0,-1 0 0,1 1 0,-1-1 0,1 0 0,-1 0 0,1 1 0,0-1 0,-1 0 0,1 0 0,-1 0 0,1 0 0,0 1 0,-1-1 0,1 0 0,0 0 0,-1 0 0,2-1 0,-1-16 0,-14-29 0,-14-21 0,-45-79 0,43 91 0,2-1 0,-28-81 0,50 119 0,1 0 0,1 0 0,0 0 0,1 0 0,1 0 0,0 0 0,2-1 0,0 1 0,1 0 0,1 0 0,1 0 0,0 0 0,1 1 0,1-1 0,1 1 0,0 1 0,1-1 0,1 1 0,1 1 0,0 0 0,1 0 0,0 1 0,1 0 0,20-17 0,-8 7 64,30-41-1,-32 37-809,28-26 0,-35 40-6080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3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0 399 24575,'17'19'0,"-1"0"0,-1 1 0,-1 1 0,-1 0 0,-1 1 0,-1 0 0,-1 1 0,8 25 0,-17-46 0,0 1 0,0-1 0,0 1 0,0-1 0,1 0 0,-1 1 0,1-1 0,-1 0 0,1 0 0,0 0 0,3 3 0,-4-5 0,-1 0 0,0 0 0,1 1 0,-1-1 0,0 0 0,0 0 0,1 0 0,-1 0 0,0 0 0,1 0 0,-1 0 0,0 0 0,1 0 0,-1 0 0,0 0 0,0 0 0,1 0 0,-1 0 0,0 0 0,1 0 0,-1-1 0,0 1 0,0 0 0,1 0 0,-1 0 0,0 0 0,0-1 0,1 1 0,-1 0 0,0 0 0,0 0 0,1-1 0,-1 1 0,0-1 0,6-21 0,-1-66 0,-7-90 0,-1 50 0,3 108 30,1-1 0,0 0 0,8-33 0,-8 46-144,2 1 0,-1 0-1,1-1 1,0 1 0,1 0 0,0 1-1,0-1 1,0 1 0,1-1 0,0 1-1,0 1 1,11-11 0,-1 4-6712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24575,'0'4'0,"0"7"0,0 6 0,0 4 0,5 8 0,1 4 0,-1 0 0,0-5-8191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7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0 212 24575,'5'0'0,"10"0"0,12 0 0,11-9 0,12-7 0,12-11 0,9-5 0,-3-2 0,-4 0 0,-4 7 0,-7 7 0,-13 7-8191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8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3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 24575,'-4'0'0,"0"1"0,0-1 0,-1 1 0,1 0 0,0 1 0,0-1 0,0 1 0,0-1 0,0 1 0,0 0 0,-6 5 0,-38 35 0,28-24 0,-1 1 0,-2 0 0,1 1 0,1 1 0,-23 29 0,44-50 0,-1 1 0,1-1 0,-1 1 0,1 0 0,-1 0 0,1-1 0,-1 1 0,1 0 0,0 0 0,-1 0 0,1-1 0,0 1 0,0 0 0,0 0 0,0 0 0,-1 0 0,1-1 0,0 1 0,1 0 0,-1 0 0,0 0 0,0 0 0,0 0 0,0-1 0,1 1 0,-1 1 0,1-1 0,1 1 0,-1-1 0,0 0 0,0 0 0,0 0 0,0-1 0,1 1 0,-1 0 0,0 0 0,1-1 0,-1 1 0,1-1 0,2 1 0,7 2 0,0-2 0,0 1 0,15-1 0,-21-1 0,254 15 0,-151-9-1365,-86-6-5461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41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24575,'0'4'0,"5"16"0,1 13 0,5 6 0,0 6 0,-2-1 0,-2-3 0,-3-4 0,3-8 0,0-4 0,-1-3 0,-1 0 0,-2 2 0,-2 0 0,0 1 0,-1 1 0,0 1 0,0-5-8191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4:43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 24575,'0'275'0,"-1"-325"0,-1 28 0,2 0 0,0 1 0,1-1 0,7-30 0,-6 47 0,0-1 0,0 1 0,1-1 0,0 1 0,0 0 0,1 0 0,-1 1 0,1-1 0,0 1 0,0-1 0,1 1 0,-1 1 0,1-1 0,0 1 0,0-1 0,0 1 0,0 1 0,1-1 0,-1 1 0,1 0 0,-1 0 0,1 0 0,0 1 0,0 0 0,11 0 0,-11 0 0,1 0 0,0 1 0,-1 0 0,1 0 0,-1 0 0,1 1 0,-1 0 0,1 1 0,-1-1 0,0 1 0,1 0 0,-1 1 0,0-1 0,0 1 0,-1 1 0,1-1 0,-1 1 0,1 0 0,-1 0 0,0 0 0,-1 1 0,1 0 0,4 6 0,-5-3-151,-1-1-1,1 0 0,-2 1 0,1 0 1,-1 0-1,0 0 0,-1 0 1,1 9-1,0 7-6674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5:3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1057 24575,'11'1'0,"1"0"0,0 1 0,15 4 0,7 1 0,197 44 0,-47-8 0,47 13 0,58 10 0,-201-57 0,0-4 0,99-7 0,-50 0 0,51 3 0,190-3 0,-316-2 0,0-4 0,-1-2 0,110-33 0,170-79 0,-336 119 0,42-14 0,0-2 0,-2-3 0,72-45 0,-112 63 0,0-1 0,0 0 0,0 0 0,-1 0 0,0 0 0,0-1 0,0 0 0,0 0 0,-1 0 0,0 0 0,-1 0 0,1-1 0,-1 1 0,0-1 0,-1 0 0,2-10 0,-1-10 0,0-1 0,-5-50 0,1 40 0,-5-213 0,6 244 0,0 1 0,0-1 0,0 0 0,-1 1 0,0-1 0,-1 1 0,1 0 0,-1-1 0,0 1 0,-1 1 0,1-1 0,-1 0 0,0 1 0,-1 0 0,1 0 0,-9-7 0,-4-1 0,-1 0 0,0 2 0,-36-17 0,26 13 0,-35-14 0,-84-27 0,50 21 0,58 23 0,0 3 0,-1 0 0,0 3 0,-80-3 0,37 4 0,-232-4 0,-22-2 0,324 9 0,-547-58 0,444 51 0,-162 7 0,133 4 0,110-1 0,0 2 0,0 1 0,0 2 0,0 1 0,-65 24 0,48-11 0,1 3 0,1 2 0,-48 33 0,17-8 0,32-21 0,0 2 0,-80 68 0,116-87 0,1 1 0,0 0 0,1 0 0,0 2 0,1-1 0,0 1 0,2 1 0,-1-1 0,2 1 0,0 1 0,1 0 0,1 0 0,-5 26 0,4 5 0,3 0 0,1 1 0,8 79 0,-4-122 0,-1-1 0,1 1 0,0-1 0,0 1 0,0-1 0,1 0 0,0 0 0,0 0 0,0 0 0,0-1 0,1 1 0,0-1 0,0 0 0,0 0 0,0 0 0,1 0 0,0-1 0,-1 0 0,1 0 0,10 4 0,11 5 0,1-1 0,52 14 0,-63-20 0,34 11 0,2-3 0,0-2 0,0-1 0,1-4 0,60 1 0,208-9-1365,-296 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5:5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5:5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24575,'5'4'0,"1"-1"0,-1 1 0,1-1 0,0 0 0,0 0 0,0-1 0,0 0 0,0 0 0,9 1 0,11 5 0,50 15 0,1-3 0,140 19 0,-101-29 0,152-4 0,20-7-1365,-264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6:00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1597 24575,'206'1'0,"223"31"0,-254-7 0,-26-2 0,208 6 0,-335-29 0,1-2 0,-1 0 0,0-1 0,0-2 0,43-13 0,-16-2 0,64-35 0,7-7 0,147-53 0,60-3 0,-257 97 0,-43 14 0,-1-2 0,38-16 0,-56 20 0,1 0 0,-1 0 0,0-1 0,0 0 0,0 0 0,-1-1 0,0 1 0,0-2 0,-1 1 0,11-16 0,12-30 0,31-78 0,-29 60 0,-15 35 0,8-13 0,-2-2 0,-3 0 0,15-64 0,-33 111 0,0-1 0,-1 1 0,0-1 0,0 1 0,0-1 0,0 1 0,-1-1 0,1 1 0,-1-1 0,0 1 0,-1 0 0,1-1 0,-1 1 0,-4-8 0,2 6 0,-1-1 0,0 1 0,0 0 0,0 1 0,-1-1 0,0 1 0,0 0 0,-7-4 0,-12-6 0,0 2 0,0 0 0,-47-14 0,63 24 0,-60-19 0,-122-23 0,-75 5 0,212 33 0,-99-8 0,84 10 0,0-3 0,-73-18 0,-194-72 0,261 76 0,45 14 0,0-1 0,-54-24 0,62 22 0,0 2 0,0 0 0,-1 1 0,0 2 0,0 0 0,-33-3 0,-8 4 0,-72 3 0,103 2 0,3 0 0,1 1 0,-55 9 0,74-8 0,1 0 0,0 1 0,-1 1 0,1-1 0,0 2 0,1-1 0,-1 1 0,1 0 0,0 1 0,0 0 0,0 0 0,-10 13 0,-39 46 0,-49 52 0,10-10 0,37-37 0,50-61 0,0 1 0,1 0 0,0 1 0,1 0 0,0 0 0,1 0 0,0 1 0,1 0 0,0 0 0,1 0 0,-4 17 0,-7 79 0,5 0 0,6 165 0,4-212 0,1-47 0,1 0 0,-1 0 0,2 0 0,0 0 0,1-1 0,0 1 0,1-1 0,9 16 0,8 12 0,31 43 0,-44-70 0,4 2 0,1-1 0,0 0 0,0-2 0,1 1 0,1-2 0,33 20 0,-23-14 0,-6-5 0,1-1 0,0-1 0,1-1 0,0-1 0,0-1 0,1 0 0,30 4 0,-9-4 0,0-3 0,89-1 0,-123-4-227,0 0-1,-1 1 1,1 0-1,0 1 1,12 3-1,-6 1-6598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6:33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1 249 24575,'686'0'0,"-675"1"0,0-1 0,0-1 0,0 0 0,0-1 0,18-4 0,-27 5 0,1 0 0,-1 0 0,0 0 0,0 0 0,1 0 0,-1-1 0,0 1 0,0-1 0,0 1 0,0-1 0,-1 0 0,1 0 0,0 0 0,-1 0 0,1 0 0,-1 0 0,0 0 0,0-1 0,1 1 0,-2 0 0,1-1 0,0 1 0,0 0 0,-1-1 0,1 1 0,-1-1 0,0 0 0,0 1 0,0-1 0,0-4 0,-3-5 0,1-1 0,-2 1 0,0 0 0,0 0 0,-1 1 0,0-1 0,-1 1 0,0 0 0,-1 1 0,0 0 0,-1 0 0,-15-16 0,22 25 0,0 0 0,1 0 0,-1 0 0,0 1 0,0-1 0,0 0 0,0 0 0,0 0 0,0 1 0,0-1 0,0 0 0,0 1 0,-1-1 0,1 1 0,0-1 0,0 1 0,0 0 0,-1-1 0,1 1 0,0 0 0,0 0 0,-1 0 0,1 0 0,0 0 0,-2 1 0,2 0 0,1 0 0,0 0 0,-1 0 0,1 0 0,0 0 0,-1 1 0,1-1 0,0 0 0,0 0 0,0 0 0,0 1 0,0-1 0,0 0 0,1 0 0,-1 0 0,0 1 0,1-1 0,-1 0 0,0 0 0,1 0 0,0 0 0,-1 0 0,1 0 0,0 0 0,-1 0 0,2 1 0,9 15 0,0-1 0,1-1 0,1 0 0,1-1 0,0 0 0,20 15 0,-18-15 0,-11-8 0,0-1 0,-1 1 0,1 0 0,-2 0 0,1 0 0,0 0 0,-1 1 0,-1 0 0,1-1 0,-1 1 0,0 0 0,0 0 0,-1 0 0,0 1 0,0-1 0,-1 14 0,-1 12 0,-1 0 0,-10 43 0,10-60 0,-20 104-1365,14-91-5461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6:42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1 165 24575,'4'-4'0,"7"-7"0,5-5 0,1-10 0,1-9 0,-1-4 0,-5 6-8191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6:53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24483,'0'190'0,"216"-190"0,-216-190 0,-216 190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6:5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7:04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23715,'1759'0'0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7:47:5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24341,'4701'28'0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4:34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1098 24575,'10'-1'0,"1"0"0,-1 0 0,0-1 0,0-1 0,0 0 0,17-7 0,-21 7 0,346-165 0,-236 108 0,498-226 0,-600 280 0,1 0 0,-1 1 0,1 1 0,0 1 0,0 0 0,0 0 0,0 2 0,18 0 0,41 1 0,109-14 0,17 4 0,-84 8 0,-73-5 0,-27-2 0,-16 8 0,0 1 0,0-1 0,0 1 0,0-1 0,0 1 0,0-1 0,0 1 0,0-1 0,0 1 0,0-1 0,0 1 0,0-1 0,0 1 0,0-1 0,0 1 0,0-1 0,-1 1 0,1-1 0,0 1 0,0 0 0,-1-1 0,1 1 0,0-1 0,-1 1 0,1 0 0,0-1 0,-1 1 0,1 0 0,0-1 0,-1 1 0,1 0 0,-1 0 0,0-1 0,-145-91 0,22 1 0,24 17 0,-157-89 0,178 117 0,74 42 0,6 3 0,15 5 0,24 11 0,13 14 0,-1 1 0,-2 3 0,0 2 0,61 58 0,-107-89 0,0 0 0,0 0 0,-1 1 0,1-1 0,-1 1 0,-1 0 0,1 0 0,-1 0 0,1 0 0,-1 0 0,-1 1 0,1-1 0,-1 0 0,1 12 0,0 4 0,-2 1 0,-3 35 0,0-9 0,2-28 0,1 33 0,-3 0 0,-16 88 0,-31 104 0,49-240 0,0 0 0,0-1 0,1 1 0,0 0 0,0 0 0,0-1 0,0 1 0,1 0 0,0-1 0,2 7 0,-2-8 0,0 0 0,1-1 0,-1 1 0,1 0 0,0-1 0,0 0 0,0 1 0,0-1 0,1 0 0,-1 0 0,0 0 0,1-1 0,0 1 0,-1 0 0,1-1 0,0 0 0,4 2 0,16 4 0,1-1 0,0-1 0,0-1 0,1-1 0,26 0 0,19 2 0,9 4-1365,-49-7-5461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4:37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569 1246 24575,'16'-1'0,"-1"-1"0,0 0 0,16-4 0,24-4 0,374 2 0,-253 10 0,788-2 0,-956 0 0,-1-1 0,1 0 0,-1-1 0,1 1 0,-1-1 0,0-1 0,0 1 0,0-1 0,0 0 0,0-1 0,0 0 0,-1 0 0,0 0 0,0-1 0,0 0 0,-1 0 0,1 0 0,-1-1 0,0 0 0,-1 0 0,1 0 0,-1 0 0,5-12 0,2-5 0,-1-1 0,-1 0 0,-1 0 0,-1-1 0,6-44 0,-9 45 0,-2-1 0,-1 1 0,-1 0 0,-2-1 0,0 1 0,-1 0 0,-1 0 0,-2 0 0,0 0 0,-1 1 0,-12-23 0,7 19 0,-2 1 0,0 1 0,-2 0 0,-1 1 0,-1 1 0,-1 0 0,-1 2 0,-40-35 0,22 26 0,-1 1 0,-2 2 0,0 2 0,-2 2 0,-1 2 0,0 1 0,-1 3 0,-1 2 0,-1 1 0,0 3 0,-1 1 0,-50-2 0,32 3 0,1-3 0,-111-34 0,176 45 0,-52-12 0,-1 2 0,-1 2 0,-71-2 0,-166 10 0,136 3 0,131-1 0,0 1 0,0 2 0,0 0 0,0 1 0,1 1 0,0 1 0,0 2 0,-24 12 0,18-7 0,1 2 0,1 1 0,0 2 0,1 0 0,-38 38 0,55-47 0,0 1 0,1 1 0,0-1 0,1 2 0,0-1 0,1 1 0,0 0 0,-4 14 0,-26 109 0,19-52 0,4 1 0,3 0 0,1 91 0,10-135 0,5 45 0,-4-73 0,1 0 0,0 0 0,1 0 0,0 0 0,1 0 0,0-1 0,10 15 0,-9-15 0,1-1 0,0-1 0,0 1 0,1-1 0,1 0 0,0-1 0,17 15 0,-10-13 0,1 0 0,-1-2 0,2 0 0,-1 0 0,1-2 0,0 0 0,1-1 0,0-1 0,0-1 0,24 3 0,39 1-53,144-5 0,-130-5-1206,-69 2-5567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4:4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24245,'2296'55'0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4:47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1 624 24575,'6'-1'0,"0"0"0,0 0 0,0 0 0,0-1 0,0 0 0,0 0 0,6-4 0,20-5 0,100-21 0,79-22 0,331-112 0,-415 129 0,166-41 0,-236 69 0,-43 8 0,-1-1 0,1-1 0,-1 1 0,0-2 0,0 0 0,0-1 0,-1 0 0,17-9 0,26-15 0,-46 25 0,0 0 0,0 0 0,0-1 0,0 0 0,-1 0 0,1-1 0,-1-1 0,-1 1 0,1-1 0,10-13 0,-17 18 0,0 1 0,-1 0 0,1-1 0,0 1 0,-1 0 0,1-1 0,-1 1 0,1-1 0,-1 1 0,0-1 0,0 1 0,1-1 0,-1 1 0,0-1 0,0 1 0,-1-1 0,1 1 0,0-1 0,0 1 0,-1-1 0,1 1 0,-1-1 0,0-1 0,-1 1 0,0 0 0,1-1 0,-1 2 0,0-1 0,0 0 0,0 0 0,0 0 0,-1 1 0,1-1 0,0 1 0,-1 0 0,-2-1 0,-6-2 0,0 0 0,0 1 0,-1 1 0,-22-3 0,-89 6 0,210-2 0,77 4 0,-147-1 0,0 0 0,0 1 0,0 1 0,0 1 0,0 1 0,-1 0 0,20 10 0,-20-7 0,-5-3 0,0 0 0,0 0 0,-1 1 0,10 9 0,-17-13 0,0 1 0,0-1 0,0 1 0,0-1 0,-1 1 0,0 0 0,0 0 0,0 0 0,0 0 0,0 0 0,-1 0 0,0 1 0,0-1 0,0 0 0,0 6 0,0-1 0,-1 1 0,-1 0 0,0-1 0,0 1 0,-1 0 0,0-1 0,-1 0 0,1 1 0,-2-1 0,0 0 0,0-1 0,0 1 0,-1-1 0,0 1 0,-1-1 0,-12 13 0,-8 7 0,-2-2 0,-60 45 0,53-44 0,-19 14-28,-60 51-1309,98-78-5489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35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706 1243 24575,'20'2'0,"1"1"0,-1 0 0,0 2 0,-1 0 0,1 1 0,-1 1 0,31 16 0,-26-12 0,0-1 0,0-1 0,49 11 0,-21-11 0,-1 2 0,0 3 0,50 20 0,-86-29 0,1-1 0,-1 0 0,1-1 0,-1-1 0,22 1 0,83-4 0,-58-1 0,509 1 0,-521 3 0,57 11 0,38 1 0,-65-14 0,130-17 0,-58 8 0,-51 5 0,-86 2 0,0-1 0,0 0 0,0 0 0,0-2 0,16-7 0,70-36 0,-82 38 0,32-20 0,55-41 0,-94 61 0,0 0 0,0-1 0,-1 0 0,0-1 0,-1 0 0,-1-1 0,13-20 0,-3-2 0,25-66 0,-39 89 0,-2 0 0,1 0 0,-1-1 0,-1 1 0,0-1 0,-1 0 0,0 1 0,-1-1 0,-1 0 0,0 0 0,0 1 0,-2-1 0,1 1 0,-1-1 0,-1 1 0,-1 0 0,1 0 0,-2 1 0,1-1 0,-2 1 0,0 0 0,0 1 0,-1 0 0,0 0 0,0 0 0,-13-9 0,-72-44 0,67 47 0,0 0 0,2-2 0,-30-27 0,45 36 0,-1 1 0,0 1 0,0-1 0,-1 2 0,-21-11 0,-63-20 0,35 15 0,-60-36 0,77 37 0,-76-30 0,55 29 0,32 10 0,-1 1 0,-1 2 0,1 1 0,-67-7 0,70 12 0,0-2 0,1 0 0,-1-2 0,-46-18 0,-6 0 0,-100-12 0,131 26 0,-85-7 0,133 18 0,-148-23 0,8 9 0,-62-2 0,191 16 0,-484 2 0,458 0 0,-1 2 0,1 1 0,1 3 0,-1 1 0,1 1 0,1 3 0,-51 23 0,-155 66 0,234-97 0,0 0 0,1 1 0,-1 1 0,1 0 0,0 0 0,1 0 0,0 1 0,0 1 0,0-1 0,1 1 0,1 1 0,-1-1 0,2 1 0,-1 0 0,-7 21 0,6-9 0,0 1 0,2 0 0,1 0 0,0 0 0,2 0 0,1 42 0,1-32 0,7 93 0,-5-109 0,1-1 0,0 1 0,2-1 0,0 0 0,11 23 0,-8-26 0,1-1 0,0 0 0,0-1 0,2 0 0,-1 0 0,1-1 0,25 17 0,1 3 0,3 8 0,45 55 0,-57-59 0,3-1 0,1-1 0,37 29 0,-42-40 0,-18-13 0,0 0 0,1-1 0,0-1 0,0 0 0,0 0 0,16 5 0,-11-5 33,-1 1-1,0 0 1,17 12-1,-16-10-530,0 0-1,20 8 1,-18-11-6328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38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1 563 24575,'29'-2'0,"0"-1"0,0-2 0,0-1 0,37-13 0,-1 1 0,333-97 0,-365 106 0,-1 2 0,47-6 0,-47 9 0,0-1 0,51-16 0,-41 10 0,-32 9 0,0 0 0,-1-1 0,0 0 0,0-1 0,10-4 0,-18 7 0,10-5 0,0 0 0,-1-1 0,1 0 0,-1-1 0,10-11 0,-18 17 0,1-1 0,-1 1 0,0-1 0,-1 0 0,1 0 0,0 0 0,-1 0 0,0 0 0,1 0 0,-1 0 0,0 0 0,-1-1 0,1 1 0,-1 0 0,1-1 0,-1 1 0,0 0 0,0-1 0,-1 1 0,1 0 0,-1-1 0,1 1 0,-1 0 0,0 0 0,-2-4 0,1 1 0,-1 0 0,-1 0 0,1 0 0,-1 1 0,0-1 0,0 1 0,-1 0 0,1 1 0,-8-7 0,-52-33 0,24 17 0,-17-7 0,84 47 0,0-1 0,1-2 0,37 9 0,-8-2 0,-25-9 0,-20-5 0,1 1 0,-1 0 0,22 10 0,-31-13 0,0 1 0,-1 0 0,1 0 0,0 0 0,-1 0 0,1 1 0,-1-1 0,0 0 0,1 1 0,-1 0 0,-1-1 0,1 1 0,0 0 0,-1 0 0,1 0 0,-1 0 0,0 1 0,0-1 0,1 5 0,-1 3 0,0 0 0,0 0 0,-1 0 0,-1 0 0,0 0 0,0 0 0,-1-1 0,-1 1 0,0 0 0,0-1 0,-7 14 0,-6 9 0,-2-1 0,-21 31 0,33-54 0,-48 50-1365,46-45-5461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5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595 1 24575,'-5'1'0,"-1"0"0,1 0 0,-1 0 0,1 1 0,0-1 0,0 2 0,0-1 0,0 0 0,0 1 0,-5 4 0,3-3 0,0 0 0,0 0 0,-1 0 0,-9 2 0,3-3 0,0-1 0,0-1 0,-25 1 0,30-3 0,0 1 0,-1 0 0,1 0 0,0 1 0,0 1 0,-1 0 0,1 0 0,0 0 0,1 1 0,-1 1 0,-12 6 0,-3 7 0,1 2 0,0 1 0,-28 32 0,-52 77 0,94-118 0,2 0 0,-1 1 0,1 0 0,1 0 0,1 0 0,-1 1 0,-4 19 0,9-28 0,0 0 0,1 0 0,-1 0 0,1 0 0,0 0 0,0 0 0,1 1 0,-1-1 0,1 0 0,0 0 0,0 0 0,0 0 0,0 0 0,1 0 0,-1-1 0,1 1 0,0 0 0,1-1 0,-1 1 0,0-1 0,1 0 0,0 0 0,0 0 0,0 0 0,0 0 0,0-1 0,0 1 0,6 2 0,7 4 0,2-1 0,-1 0 0,1-1 0,0-1 0,1-1 0,-1 0 0,37 3 0,-13-4 0,0-2 0,64-5 0,-96 2 0,0-1 0,0 1 0,0-1 0,0-1 0,0 0 0,0 0 0,0-1 0,-1-1 0,0 1 0,13-10 0,-11 6 0,-1-1 0,0 0 0,-1 0 0,0-1 0,-1 0 0,0-1 0,12-19 0,-12 15 0,0 0 0,-1-1 0,-1 0 0,0 0 0,-1 0 0,0-1 0,-2 1 0,0-1 0,-1 0 0,-1 0 0,0-19 0,-3-152 0,1 250 0,2 90 0,0-146 3,0-1 0,0 0 1,0 1-1,1-1 0,0 0 0,0 0 0,0 0 0,0 0 0,1 0 0,6 8 0,1 0-54,1 0-1,16 13 0,3 4-1192,-15-13-5582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54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24575,'-3'0'0,"1"1"0,-1-1 0,0 0 0,1 1 0,-1-1 0,1 1 0,-1 0 0,1 0 0,0 0 0,-1 0 0,1 0 0,0 1 0,-1-1 0,1 1 0,0-1 0,0 1 0,0 0 0,-1 2 0,-1 0 0,1 1 0,0 0 0,0 0 0,0 0 0,0 0 0,1 0 0,-3 12 0,1-2 0,1 0 0,1 0 0,0 1 0,1-1 0,1 23 0,1-33 0,-1 0 0,1 0 0,0 0 0,0 0 0,1 0 0,0 0 0,-1 0 0,2 0 0,-1-1 0,0 1 0,1-1 0,0 0 0,0 0 0,5 5 0,-2-3 0,0-1 0,0 0 0,1 0 0,-1 0 0,1-1 0,0 0 0,1 0 0,10 3 0,-2-2 0,1 0 0,0-1 0,0-1 0,0-1 0,0 0 0,1-1 0,33-3 0,-47 1 0,0 1 0,0-1 0,-1 0 0,1 0 0,0 0 0,-1 0 0,1-1 0,0 1 0,-1-1 0,0 0 0,1 0 0,-1 0 0,0-1 0,0 1 0,0-1 0,-1 0 0,1 1 0,-1-1 0,1 0 0,-1-1 0,0 1 0,0 0 0,0-1 0,-1 1 0,1-1 0,-1 1 0,0-1 0,0 0 0,1-4 0,1-12 0,-1 1 0,-1-1 0,-1 0 0,-4-32 0,2 12 0,-2-3 0,4 40 0,0 1 0,0-1 0,-1 0 0,0 1 0,1-1 0,-1 1 0,0-1 0,0 1 0,0 0 0,-1-1 0,1 1 0,-1 0 0,-2-3 0,3 6 0,0 1 0,0 0 0,0 0 0,0 0 0,1-1 0,-1 1 0,0 0 0,1 0 0,0 0 0,-1 0 0,1 0 0,0 0 0,0 4 0,0 42 0,2 0 0,2 0 0,14 63 0,-8-47 0,59 279 0,-23-133 0,-40-178 0,-2 1 0,-1 0 0,-1 0 0,-2 0 0,-4 39 0,3-69 0,1-1 0,-1 1 0,0 0 0,0-1 0,0 1 0,0-1 0,0 1 0,0-1 0,-1 1 0,0-1 0,1 0 0,-1 0 0,0 1 0,0-1 0,0-1 0,0 1 0,0 0 0,0 0 0,-1-1 0,1 1 0,-1-1 0,1 0 0,-1 0 0,1 0 0,-1 0 0,0 0 0,1 0 0,-1-1 0,-4 1 0,-10 1 0,0-1 0,0-1 0,-31-3 0,19 1 0,24 2 9,1 0-1,0 0 1,0 0-1,-1-1 1,1 0 0,0 0-1,0 0 1,0 0-1,0-1 1,0 0-1,0 0 1,0 0-1,-5-4 1,6 3-96,1 1-1,0-1 1,0 0 0,0 0-1,0 0 1,0 0 0,1-1-1,-1 1 1,1 0-1,0-1 1,0 1 0,0-1-1,0 1 1,1-1 0,-1 1-1,1-6 1,0-14-6739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5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141 358 24575,'0'-3'0,"1"1"0,-1-1 0,1 1 0,0-1 0,0 1 0,0-1 0,0 1 0,0-1 0,0 1 0,1 0 0,-1 0 0,1 0 0,-1 0 0,4-3 0,33-29 0,-18 18 0,-13 8 0,-1 0 0,0 0 0,0 0 0,0-1 0,-1 0 0,0-1 0,-1 1 0,0-1 0,-1 0 0,0 0 0,0 0 0,-1 0 0,0 0 0,-1 0 0,0-1 0,-1 1 0,0-1 0,0 1 0,-4-18 0,3 25 0,1 0 0,-1 0 0,1 0 0,-1 0 0,0 1 0,0-1 0,-1 0 0,1 1 0,0-1 0,-1 1 0,0-1 0,1 1 0,-1 0 0,0 0 0,0-1 0,0 1 0,-1 1 0,1-1 0,0 0 0,-1 1 0,1-1 0,-1 1 0,1-1 0,-1 1 0,0 0 0,0 0 0,0 1 0,1-1 0,-1 1 0,0-1 0,0 1 0,0 0 0,0 0 0,-3 0 0,-2 0 0,1 1 0,0 0 0,0 0 0,0 0 0,0 1 0,1 0 0,-1 1 0,0-1 0,1 1 0,-1 0 0,1 1 0,0 0 0,-7 5 0,4 0 0,-1 1 0,2 1 0,0-1 0,0 1 0,0 1 0,2-1 0,-1 1 0,2 0 0,-1 1 0,2-1 0,0 1 0,0 0 0,1 0 0,-1 16 0,-1 23 0,2-1 0,5 73 0,0-50 0,-2-57 0,1-1 0,0 0 0,1 0 0,1 0 0,0 0 0,7 17 0,-7-26 0,0 0 0,0 0 0,1 0 0,0-1 0,0 0 0,1 0 0,-1 0 0,1 0 0,0-1 0,1 0 0,0 0 0,-1 0 0,1-1 0,1 0 0,9 5 0,9 3 17,0-2 0,0-1 1,1-2-1,0 0 0,1-1 0,34 2 0,163-2-1502,-201-7-5341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5:5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6:11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24575,'24'1'0,"0"-1"0,0-1 0,0-1 0,-1-1 0,1-1 0,-1-2 0,27-8 0,-46 12 0,7-2 0,0-1 0,0 0 0,-1 0 0,17-12 0,-24 14 0,0 0 0,0 0 0,0 0 0,0 0 0,0-1 0,-1 1 0,0-1 0,0 1 0,0-1 0,0 0 0,0 0 0,-1 0 0,0 0 0,0 0 0,0 0 0,1-8 0,-2 7 0,1-1 0,0 1 0,0-1 0,0 1 0,1 0 0,-1 0 0,1 0 0,5-9 0,-6 13 0,-1 0 0,1 1 0,0-1 0,-1 0 0,1 0 0,0 0 0,0 1 0,0-1 0,0 0 0,0 1 0,0-1 0,0 1 0,0-1 0,0 1 0,0 0 0,0-1 0,0 1 0,2 0 0,0 0 0,-1 0 0,0 0 0,0 1 0,0-1 0,1 1 0,-1-1 0,0 1 0,0 0 0,0 0 0,0 0 0,0 0 0,0 0 0,1 2 0,1 0 6,-1 0 1,1 0-1,-1 0 0,0 0 0,-1 1 0,1 0 1,0-1-1,-1 1 0,0 0 0,0 0 0,0 0 0,0 0 1,-1 1-1,0-1 0,0 0 0,1 7 0,1 7-360,-2 0-1,-1 30 0,0-39-51,0 15-6420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6:21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24575,'138'6'0,"139"24"0,-178-17 0,-36-8-53,79-4 0,-78-2-1206,-40 1-5567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6:28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6:3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1 322 24575,'12'-10'0,"0"0"0,1 0 0,0 1 0,1 1 0,0 0 0,0 1 0,16-6 0,1 2 0,0 1 0,45-9 0,306-36 0,-298 45 0,30 0 0,-113 10 0,0 0 0,0 0 0,1 0 0,-1-1 0,0 1 0,0 0 0,1 0 0,-1-1 0,0 1 0,0-1 0,0 1 0,0-1 0,1 1 0,-1-1 0,0 0 0,0 1 0,0-1 0,0 0 0,0 0 0,0-1 0,-1 1 0,1 0 0,-1 1 0,-1-1 0,1 0 0,0 0 0,0 1 0,0-1 0,0 0 0,0 0 0,-1 1 0,1-1 0,0 0 0,-1 1 0,1-1 0,0 0 0,-1 1 0,1-1 0,-1 1 0,1-1 0,-1 0 0,1 1 0,-1-1 0,-1 0 0,-6-6 0,-1 1 0,-1 0 0,-11-6 0,18 11 0,-26-16 0,-2 0 0,-48-21 0,126 63 0,-17-8 0,1-2 0,38 14 0,-30-18 0,-22-7 0,0 1 0,0 1 0,20 9 0,-32-12 0,0 0 0,-1 0 0,1 0 0,-1 0 0,1 1 0,-1 0 0,0 0 0,0 0 0,-1 0 0,1 0 0,-1 1 0,0 0 0,0 0 0,3 8 0,-3-7-45,-1 0-1,0-1 1,0 1-1,0 0 1,0 1-1,-1-1 1,0 0-1,-1 0 1,1 1-1,-1-1 1,-1 0-1,1 0 1,-1 1-1,0-1 1,0 0-1,-1 0 1,1 0-1,-2 0 1,1 0-1,0 0 1,-1-1-1,0 1 1,-1-1-1,1 0 0,-1 0 1,0 0-1,0 0 1,-1-1-1,-6 7 1,-14 7-6781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6:4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1278 1002 24575,'25'0'0,"181"-4"0,-161 0 0,-1-1 0,71-19 0,-90 18 0,1 2 0,0 1 0,31-1 0,-4 1 0,-48 3 0,0-1 0,0-1 0,0 1 0,0 0 0,-1-1 0,1 0 0,-1 0 0,1-1 0,-1 1 0,0-1 0,0 0 0,0 0 0,0 0 0,5-6 0,3-5 0,1-1 0,13-23 0,-9 13 0,-9 14 0,-1-1 0,-1 0 0,0-1 0,0 1 0,-1-1 0,-1 0 0,0 0 0,-1 0 0,0-1 0,-1 1 0,-1-1 0,0 0 0,-1 1 0,0-1 0,-3-16 0,0 11 0,-1-1 0,-1 1 0,0 0 0,-2 0 0,0 0 0,-1 1 0,-1 0 0,0 1 0,-22-30 0,18 31 0,-1 1 0,0 0 0,-2 1 0,0 0 0,0 1 0,-1 1 0,0 1 0,-1 0 0,-28-11 0,-32-18 0,-74-32 0,130 64 0,0 0 0,0 2 0,-1 0 0,0 1 0,-26-1 0,-179-21 0,46 2 0,103 12 0,-110-4 0,161 16 0,0 1 0,1 1 0,-1 1 0,1 2 0,0 1 0,0 1 0,-44 15 0,-13 13 0,-70 31 0,138-57 0,6-5 0,1 1 0,0 1 0,1-1 0,-1 2 0,1-1 0,0 1 0,0 0 0,0 1 0,1 0 0,0 0 0,-10 15 0,-1 9 0,2 0 0,1 2 0,1 0 0,2 1 0,1 0 0,-9 54 0,13-44 0,2 1 0,1 0 0,3 1 0,8 80 0,-6-121 0,1 1 0,-1 0 0,1 0 0,1-1 0,-1 1 0,1-1 0,0 0 0,1 0 0,-1 0 0,1 0 0,0-1 0,0 1 0,0-1 0,1 0 0,-1 0 0,9 5 0,2 1 0,0-1 0,1 0 0,0-1 0,22 8 0,-7-6 0,1 0 0,0-3 0,1 0 0,-1-2 0,1-2 0,44 0 0,739-5 0,-592-12 76,-112 4-1517,-78 8-5385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7:1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24309,'3026'-27'0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01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1058 140 24575,'-26'0'0,"-201"8"0,198-5 0,1 1 0,-1 2 0,1 1 0,0 1 0,-47 22 0,33-10 0,2 3 0,-52 36 0,74-45 0,0 0 0,1 1 0,1 1 0,0 1 0,1 0 0,-23 35 0,33-43 0,-1 1 0,2 0 0,-1 1 0,2-1 0,-1 1 0,1 0 0,1 0 0,0 0 0,0 0 0,2 0 0,-1 15 0,1-19 0,1-1 0,0 0 0,0 0 0,0 1 0,0-1 0,1 0 0,0 0 0,1-1 0,-1 1 0,1 0 0,0-1 0,1 1 0,-1-1 0,1 0 0,0 0 0,0-1 0,1 1 0,-1-1 0,1 0 0,0 0 0,6 4 0,11 2 0,0-1 0,0-1 0,0-2 0,1 0 0,0-1 0,41 4 0,-34-5 0,42 5 0,0-2 0,0-4 0,102-8 0,-166 4 0,0 0 0,-1-1 0,1 0 0,0 0 0,0 0 0,-1-1 0,1 0 0,-1-1 0,0 0 0,0 0 0,0 0 0,-1-1 0,0 0 0,0 0 0,0-1 0,0 0 0,-1 0 0,0 0 0,0 0 0,0-1 0,3-7 0,-1 0 0,-1-1 0,0 0 0,-1 0 0,0 0 0,-2-1 0,0 0 0,0 0 0,-2 0 0,1-24 0,-2-27 0,-4-133 0,2 191 0,0 0 0,0 1 0,-1-1 0,0 1 0,0-1 0,-1 1 0,0 0 0,-1 0 0,1 1 0,-1 0 0,-1-1 0,0 2 0,0-1 0,0 1 0,-1-1 0,0 2 0,0-1 0,-10-6 0,0 2 0,-1 0 0,0 0 0,0 2 0,-1 0 0,0 1 0,0 1 0,-25-4 0,-55-4 0,0 5 0,-1 4 0,-110 8 0,180-1 0,1 1 0,-43 10 0,60-10 0,0 0 0,1 1 0,0 0 0,0 1 0,0 0 0,1 1 0,-1 0 0,-18 14 0,25-14 0,-1-1 0,0 0 0,1 1 0,0 0 0,1 0 0,-1 0 0,1 1 0,0-1 0,1 1 0,-4 12 0,0 10 0,-5 37 0,6-26 0,-6 61 0,4 0 0,11 164 0,-3-232 0,2-1 0,1 1 0,1-1 0,2 0 0,2 0 0,24 59 0,-28-81 0,1 0 0,0-1 0,1 0 0,0-1 0,1 1 0,-1-2 0,2 1 0,-1-1 0,1 0 0,0 0 0,0-1 0,1-1 0,0 1 0,0-2 0,18 7 0,11 2 0,2-3 0,73 11 0,-101-20 0,70 7 0,166-5 0,-122-5 0,-44 3 0,93-3 0,-167 1 0,-1-1 0,1 0 0,-1-1 0,0 1 0,0-2 0,0 1 0,0-1 0,-1 0 0,1-1 0,-1 0 0,0 0 0,7-7 0,11-11 0,37-45 0,-48 51 0,-3 4 0,-1-1 0,0 0 0,-2-1 0,1 0 0,-2-1 0,0 0 0,-1 0 0,7-29 0,-7 25 0,1 0 0,-1-1 0,-1 0 0,-1 0 0,2-39 0,-7-129-1365,1 166-5461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0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24575,'-27'358'0,"-1"-7"0,27-336 0,1-7 0,0 0 0,0-1 0,0 1 0,4 15 0,-3-22 0,-1 1 0,1 0 0,0 0 0,-1 0 0,1 0 0,0-1 0,1 1 0,-1 0 0,0-1 0,0 1 0,1-1 0,-1 0 0,0 1 0,1-1 0,0 0 0,-1 0 0,1 0 0,0 0 0,-1 0 0,1 0 0,0 0 0,0 0 0,4 0 0,20 3 0,1-1 0,0-1 0,-1-2 0,52-5 0,-4 1 0,-70 4 0,1 0 0,-1 0 0,1-1 0,-1 0 0,1 1 0,-1-2 0,1 1 0,-1 0 0,0-1 0,0 0 0,0 0 0,0 0 0,0-1 0,0 1 0,0-1 0,-1 0 0,1 0 0,-1 0 0,0-1 0,0 1 0,0-1 0,-1 1 0,1-1 0,-1 0 0,0 0 0,0 0 0,3-7 0,14-36 0,-2-1 0,18-87 0,-26 97 0,-8 35 0,-1 0 0,1 0 0,-1 0 0,0-1 0,1 1 0,-2 0 0,1 0 0,0 0 0,-1 0 0,1 0 0,-1 0 0,0 0 0,0 0 0,0 0 0,0 0 0,-1 1 0,1-1 0,-1 0 0,1 1 0,-1-1 0,0 1 0,0-1 0,0 1 0,-1 0 0,1 0 0,0 0 0,-1 0 0,1 1 0,-6-4 0,-8-3 0,0 1 0,-1 0 0,1 1 0,-23-4 0,-10-5 0,-11-12-341,1-2 0,2-3-1,-65-48 1,103 68-6485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0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24575,'2'39'0,"1"-1"0,10 43 0,-5-34 0,-2-10 0,2 1 0,1-1 0,2-1 0,1 1 0,2-2 0,24 43 0,-36-73 0,1-1 0,0 0 0,0 1 0,1-2 0,-1 1 0,1 0 0,0-1 0,0 1 0,0-1 0,0 0 0,0-1 0,1 1 0,0-1 0,-1 0 0,7 2 0,-8-3 0,0 0 0,0 0 0,0-1 0,1 1 0,-1-1 0,0 0 0,0 0 0,0 0 0,1-1 0,-1 1 0,0-1 0,0 1 0,0-1 0,0 0 0,0 0 0,0-1 0,0 1 0,0-1 0,0 1 0,-1-1 0,1 0 0,0 0 0,-1 0 0,0 0 0,3-3 0,9-12 0,-1-1 0,0-1 0,-2 1 0,0-2 0,10-24 0,-2-5 0,15-55 0,-13 13-1365,-16 55-5461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0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141 239 24575,'0'-91'0,"0"53"0,0 29 0,0 11 0,-1 20 0,1 29 0,1-48 0,-1 1 0,0-1 0,1 0 0,0 1 0,0-1 0,0 0 0,0 0 0,1 0 0,-1 1 0,1-2 0,3 6 0,-4-7 0,-1-1 0,1 1 0,-1 0 0,1-1 0,-1 1 0,1-1 0,0 0 0,-1 1 0,1-1 0,0 1 0,-1-1 0,1 0 0,0 0 0,0 1 0,-1-1 0,1 0 0,0 0 0,0 0 0,-1 0 0,1 0 0,0 0 0,0 0 0,-1 0 0,1 0 0,0 0 0,0 0 0,0 0 0,-1-1 0,1 1 0,0 0 0,-1-1 0,1 1 0,0 0 0,-1-1 0,1 1 0,0-1 0,-1 1 0,1-1 0,-1 1 0,1-1 0,-1 0 0,1 1 0,-1-1 0,1 1 0,-1-1 0,0 0 0,1 0 0,-1 1 0,0-1 0,1-1 0,16-41 0,-16 41 0,4-14 0,-1-1 0,-1 0 0,0 0 0,-1 0 0,-1 0 0,-2-24 0,1 41 0,1-1 0,-1 0 0,0 0 0,0 0 0,0 0 0,-1 0 0,1 0 0,0 0 0,0 0 0,0 0 0,-1 0 0,1 0 0,-1 0 0,1 0 0,-1 0 0,1 0 0,-1 0 0,1 1 0,-1-1 0,0 0 0,1 0 0,-1 1 0,0-1 0,1 0 0,-1 1 0,0-1 0,-2 0 0,2 1 0,0 0 0,-1 0 0,1 0 0,-1 1 0,1-1 0,-1 0 0,1 1 0,0-1 0,-1 1 0,1 0 0,0-1 0,0 1 0,-1 0 0,1 0 0,0 0 0,-1 1 0,-7 6 0,0 1 0,1 0 0,-9 12 0,-7 13 0,1 0 0,-32 66 0,47-82 0,1 0 0,1 1 0,1-1 0,0 1 0,1 1 0,2-1 0,-1 0 0,2 22 0,1-26 0,0 0 0,1 0 0,1 0 0,1 0 0,0 0 0,1 0 0,9 23 0,-10-32 0,0 0 0,0-1 0,1 0 0,0 1 0,-1-1 0,2 0 0,-1-1 0,1 1 0,-1-1 0,1 0 0,0 0 0,1-1 0,-1 1 0,1-1 0,-1 0 0,1-1 0,0 1 0,0-1 0,0 0 0,11 2 0,5-2-341,0 0 0,0-1-1,23-2 1,-22 0-6485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08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24575,'3'5'0,"1"0"0,-1 0 0,0 0 0,0 0 0,-1 1 0,0-1 0,0 1 0,0 0 0,2 10 0,0 1 0,24 95 0,21 183 0,-36-225 0,-13-69 0,0-1 0,0 0 0,0 1 0,0-1 0,0 1 0,0-1 0,0 0 0,0 1 0,1-1 0,-1 0 0,0 1 0,0-1 0,0 0 0,0 1 0,1-1 0,-1 0 0,0 1 0,0-1 0,0 0 0,1 0 0,-1 1 0,0-1 0,1 0 0,-1 0 0,0 0 0,0 1 0,1-1 0,-1 0 0,0 0 0,1 0 0,-1 0 0,1 1 0,6-11 0,2-24 0,8-73 0,10-51 0,-21 129 0,2 0 0,1 1 0,17-35 0,-18 48-124,1 0 0,0 0 0,2 1 0,-1 0 0,2 1 0,0 0-1,0 1 1,1 0 0,1 1 0,27-17 0,-24 17-6702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10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24575,'2'119'0,"27"173"0,-20-210 0,-6-46 0,9 44 0,-12-81 0,0 1 0,0 0 0,0 0 0,0 0 0,0 0 0,0 0 0,1 0 0,-1 0 0,0-1 0,0 1 0,0 0 0,0 0 0,0 0 0,1 0 0,-1 0 0,0 0 0,0 0 0,0 0 0,0 0 0,0 0 0,1 0 0,-1 0 0,0 0 0,0 0 0,0 0 0,0 0 0,0 0 0,1 0 0,-1 0 0,0 0 0,0 0 0,0 0 0,0 0 0,0 0 0,1 1 0,-1-1 0,0 0 0,0 0 0,0 0 0,0 0 0,0 0 0,0 0 0,1 0 0,-1 1 0,0-1 0,0 0 0,0 0 0,0 0 0,0 0 0,0 0 0,0 1 0,0-1 0,0 0 0,0 0 0,0 0 0,0 0 0,0 0 0,0 1 0,0-1 0,0 0 0,0 0 0,5-13 0,9-60 0,-8 40 0,11-38 0,-13 54 0,2 1 0,0 0 0,0 0 0,1 1 0,1 0 0,1 0 0,0 1 0,1 0 0,1 0 0,0 1 0,0 1 0,1 0 0,19-14 0,59-39-1365,-72 52-5461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11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24575,'0'4'0,"0"21"0,0 19 0,0 16 0,0 12 0,0-2 0,0-4 0,0-8 0,0-9 0,0-14-8191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1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16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0 24575,'0'857'0,"0"-843"0,1-9 0,-1 0 0,0 1 0,-1-1 0,1 1 0,-1-1 0,-1 7 0,1-11 0,1 0 0,-1 0 0,1 0 0,-1 0 0,0 0 0,1 0 0,-1-1 0,0 1 0,1 0 0,-1 0 0,0-1 0,0 1 0,0 0 0,1-1 0,-1 1 0,0-1 0,0 1 0,0-1 0,0 0 0,0 1 0,0-1 0,0 0 0,0 0 0,0 0 0,0 1 0,0-1 0,0 0 0,-1-1 0,1 1 0,0 0 0,0 0 0,0 0 0,0 0 0,0-1 0,0 1 0,0-1 0,-1 0 0,-22-8 0,0-1 0,1-2 0,0 0 0,-36-26 0,27 17 0,-39-20 0,59 35 0,0 1 0,0 1 0,0 0 0,-1 0 0,0 1 0,1 1 0,-18-2 0,22 4 0,-4-1 0,1 1 0,-1 0 0,1 0 0,-13 3 0,21-2 0,-1 0 0,1 0 0,0 0 0,0 0 0,1 0 0,-1 1 0,0-1 0,0 1 0,1 0 0,-1-1 0,1 1 0,-1 0 0,1 1 0,0-1 0,0 0 0,0 1 0,0-1 0,0 1 0,-2 5 0,-2 6 0,0 1 0,2 0 0,0 0 0,0 0 0,2 0 0,-2 26 0,4 100 0,2-81 0,-2-50 0,0 14 0,1 1 0,7 37 0,-6-55 0,-1 0 0,2 0 0,-1 0 0,1 0 0,0-1 0,0 1 0,0-1 0,1 0 0,0 0 0,0 0 0,1-1 0,0 1 0,7 5 0,0 0 0,1-1 0,1 0 0,0-1 0,1-1 0,-1 0 0,2-1 0,-1-1 0,1 0 0,0-1 0,0-1 0,0 0 0,0-1 0,1-1 0,-1-1 0,21 0 0,-15 0 0,0-1 0,-1-2 0,44-7 0,-58 7 0,1 0 0,-1-1 0,0 0 0,0 0 0,0 0 0,-1-1 0,1-1 0,-1 1 0,0-1 0,0 0 0,0 0 0,-1 0 0,1-1 0,6-10 0,1-2 0,-2-1 0,0 0 0,-1 0 0,-1-1 0,-1 0 0,-1-1 0,0 0 0,-2 0 0,0 0 0,-2 0 0,0-1 0,-1-38 0,-4-103-1365,2 139-5461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1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218 657 24575,'19'-24'0,"0"0"0,-1-1 0,-1 0 0,21-48 0,-11 24 0,-15 28 0,-1 0 0,-1-1 0,0 0 0,-2 0 0,-1-1 0,-1 0 0,0 0 0,-2 0 0,-1-1 0,-1 0 0,0-27 0,-3 36 0,2 5 0,-2 0 0,1 0 0,-1 0 0,-1 0 0,-3-12 0,4 19 0,0 0 0,0 1 0,0-1 0,-1 1 0,1-1 0,-1 1 0,0 0 0,1 0 0,-1-1 0,0 1 0,0 0 0,-1 1 0,1-1 0,0 0 0,0 1 0,-1-1 0,1 1 0,-1 0 0,0 0 0,1 0 0,-1 0 0,0 0 0,-4 0 0,-7-2 0,0 1 0,-1 1 0,1 0 0,-1 1 0,1 1 0,-1 0 0,1 1 0,0 1 0,-1 0 0,1 1 0,-21 8 0,25-7 0,1-1 0,-1 2 0,1-1 0,0 1 0,0 0 0,1 1 0,0 0 0,0 0 0,0 1 0,1 0 0,0 1 0,1-1 0,0 1 0,0 0 0,1 1 0,-5 11 0,0 5 0,2 1 0,0 1 0,2-1 0,-5 52 0,8 113 0,3-157 0,0-29 0,0 1 0,1-1 0,0 1 0,0-1 0,1 1 0,-1-1 0,1 0 0,0 0 0,1 0 0,0 0 0,0 0 0,0 0 0,1-1 0,-1 0 0,1 1 0,1-1 0,-1-1 0,1 1 0,-1-1 0,2 1 0,-1-1 0,0-1 0,1 1 0,7 3 0,9 6-114,0-2 1,1 0-1,0-2 0,1 0 0,0-2 1,1 0-1,-1-2 0,1-1 0,0 0 1,0-2-1,37-2 0,-39-1-6712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23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786 2596 24575,'12'1'0,"-1"1"0,0 0 0,1 0 0,-1 1 0,0 0 0,19 9 0,3 1 0,161 55 0,473 154 0,-516-181 0,0-7 0,241 24 0,-235-40 0,299 77 0,-356-73 0,199 20 0,106-31 0,-350-8 0,1 3 0,-2 2 0,66 18 0,1 0 0,149 15 0,367 10 0,277-47 0,-898-4 0,1284-62 0,-508 38 0,-771 24 0,0-1 0,0-1 0,-1-1 0,1-1 0,0-1 0,-1 0 0,0-2 0,0 0 0,-1-2 0,0 0 0,25-16 0,-8 0 0,-1-1 0,-2-2 0,0-1 0,42-50 0,21-33 0,-5-4 0,85-143 0,-117 158 0,-4-2 0,-5-2 0,47-141 0,-82 194 0,-3 0 0,-1-1 0,6-104 0,-16-164 0,-3 183 0,0-618 0,2 743 0,1-1 0,-2 0 0,1 0 0,-6-26 0,5 37 0,0-1 0,0 0 0,0 1 0,-1 0 0,1-1 0,-1 1 0,0 0 0,0 0 0,0 0 0,0 0 0,-1 0 0,1 0 0,-1 1 0,1-1 0,-1 1 0,0-1 0,0 1 0,0 0 0,-7-3 0,-12-3 0,-1 0 0,-1 2 0,-38-7 0,-77-3 0,119 14 0,-600-9 0,389 14 0,-29-2 0,-359-3 0,379-11 0,-71-1 0,-1484 15 0,1654-4 0,-1-6 0,1-6 0,-156-37 0,244 41 0,-1 3 0,0 2 0,-89 1 0,97 4 0,-63-10 0,-7-1 0,-86 7 0,-135-10 0,308 12 0,-506-32 0,-244 37 0,730-5 0,-1-1 0,-56-14 0,-52-6 0,-275 18 0,259 7 0,136 1 0,0 1 0,0 1 0,0 3 0,1 1 0,0 1 0,0 3 0,1 0 0,1 3 0,0 1 0,-60 37 0,80-42 0,1 1 0,0 0 0,1 1 0,0 0 0,0 1 0,2 0 0,-13 21 0,-5 13 0,-24 54 0,25-37 0,3 1 0,3 1 0,2 0 0,4 2 0,2 0 0,4 1 0,3 1 0,3 132 0,4-196 0,0 26 0,6 34 0,-4-55 0,1-1 0,0 0 0,0 0 0,1 0 0,0 0 0,10 17 0,5 6 0,2-1 0,1-1 0,2-1 0,1-1 0,1-1 0,2-1 0,0-1 0,2-2 0,57 37 0,124 54 0,-182-101 0,49 35 0,-49-30 0,34 17 0,-44-26 0,-1 0 0,0 1 0,-1 1 0,23 21 0,55 66 0,-64-66 0,-1 3 0,-2 1 0,34 59 0,-40-47 53,-12-26-1471,-4-8-5408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46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24575,'4'0'0,"12"0"0,6 0 0,10 0 0,3 0 0,5 0 0,1 0 0,-3 0 0,-2 0 0,-4 0 0,-2 0 0,-6 0-8191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09:5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23892,'1621'82'0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10:00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24575,'1785'0'-1365,"-1762"0"-5461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10:14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24044,'2000'135'0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1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0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24575,'0'9'0,"0"8"0,0 15 0,0 11 0,0 7 0,0 5 0,0 1 0,0-3 0,0-6 0,0-8 0,0-4 0,0-5 0,0-2 0,0-1 0,0-6-8191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4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0 384 24575,'0'402'0,"2"-490"0,3 0 0,26-142 0,-12 154 0,6-35 0,-23 100 0,0 1 0,1-1 0,0 1 0,1 0 0,-1 0 0,2 0 0,0 1 0,0-1 0,1 1 0,0 0 0,11-13 0,-11 17 0,-1-1 0,1 1 0,1-1 0,-1 2 0,1-1 0,0 1 0,0 0 0,0 0 0,0 1 0,1 0 0,-1 0 0,1 1 0,0 0 0,0 1 0,14-2 0,-9 2 0,0 0 0,0 1 0,0 1 0,15 2 0,-24-2 0,0 0 0,0 0 0,0 1 0,0-1 0,0 1 0,0 0 0,0 0 0,-1 1 0,1-1 0,-1 1 0,0-1 0,0 1 0,0 0 0,0 0 0,0 1 0,4 5 0,0 4 0,0 0 0,0 1 0,-2 0 0,1 0 0,-2 0 0,0 0 0,-1 1 0,0 0 0,1 16 0,-2 22 0,-4 67 0,-1-30 0,3 67-1365,0-132-5461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5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24575,'0'410'0,"1"-399"0,0 1 0,0-1 0,1 0 0,0 1 0,1-1 0,0 0 0,1-1 0,1 1 0,8 16 0,-1-8 0,0 0 0,1-1 0,31 32 0,-38-44 6,1 0 0,0 0 0,0-1 0,0 0-1,1-1 1,0 1 0,0-1 0,0-1 0,0 0-1,0 0 1,1 0 0,0-1 0,9 1 0,12 0-219,0-1 0,45-3 1,-39 0-597,-11 1-6017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6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516 1 24575,'-5'0'0,"-11"0"0,-11 0 0,-11 0 0,-8 0 0,-5 0 0,-3 0 0,2 0 0,7 0 0,5 0 0,5 0 0,5 0 0,2 0 0,1 0 0,6 0-8191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28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0 24575,'-1'19'0,"0"0"0,-2 0 0,-7 29 0,-2 8 0,-36 393 0,41 8 0,7-451 0,1-1 0,0 1 0,-1-1 0,2 1 0,-1-1 0,1 0 0,-1 0 0,2 1 0,-1-1 0,0 0 0,1-1 0,0 1 0,0 0 0,0-1 0,1 0 0,0 1 0,0-1 0,0-1 0,6 6 0,5 1 0,1 0 0,0-1 0,0-1 0,29 10 0,-5-4-682,58 11-1,-74-21-6143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32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33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34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41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 24575,'3'38'0,"2"0"0,2 0 0,1-1 0,1 0 0,16 37 0,-13-34 0,14 31 0,-17-52 0,-1 1 0,-2 0 0,0 0 0,-1 1 0,5 39 0,-14-118 0,-2 1 0,-2-1 0,-32-107 0,20 89 0,-14-105 0,33 173 0,0 1 0,0 0 0,1-1 0,0 1 0,1 0 0,0-1 0,2-9 0,-3 15 0,1 0 0,0 0 0,1 0 0,-1 0 0,0 0 0,0 0 0,1 0 0,-1 0 0,1 0 0,0 1 0,0-1 0,-1 1 0,1-1 0,0 1 0,0 0 0,0 0 0,0 0 0,0 0 0,1 0 0,-1 0 0,0 0 0,0 1 0,1-1 0,-1 1 0,0 0 0,4 0 0,8-2 0,0 1 0,1 0 0,-1 1 0,0 1 0,27 5 0,-35-5 0,0 1 0,1 0 0,-1 1 0,0-1 0,0 1 0,0 0 0,-1 1 0,1-1 0,-1 1 0,0 0 0,0 1 0,0-1 0,0 1 0,7 10 0,4 12 0,-1 1 0,-1 0 0,-1 1 0,-2 1 0,8 31 0,-1-4 0,3 1 0,-3 2 0,17 102 0,-31-141-1365,2-5-5461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4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24575,'2'1'0,"1"0"0,-1-1 0,1 1 0,-1 0 0,0 0 0,1 0 0,-1 1 0,0-1 0,0 1 0,0-1 0,0 1 0,0-1 0,0 1 0,0 0 0,0 0 0,-1 0 0,1 0 0,2 5 0,22 41 0,-4 8 0,-12-30 0,23 43 0,-27-60 0,0-1 0,0 0 0,1 0 0,0-1 0,0 1 0,1-2 0,0 1 0,0-1 0,1 0 0,10 5 0,-16-9 0,0-1 0,-1 1 0,1-1 0,0 0 0,0 0 0,0 0 0,0 0 0,0 0 0,0-1 0,0 1 0,1-1 0,-1 0 0,0 0 0,0 0 0,0 0 0,0 0 0,0-1 0,0 0 0,0 1 0,0-1 0,0 0 0,0-1 0,0 1 0,0 0 0,0-1 0,-1 0 0,1 1 0,-1-1 0,1 0 0,-1 0 0,0-1 0,0 1 0,0 0 0,0-1 0,0 1 0,2-5 0,1-2 0,-1-1 0,0 1 0,-1-1 0,0 0 0,0-1 0,-1 1 0,0 0 0,0-14 0,-3-90 0,-1 69 0,2 32 0,0 1 0,-1 0 0,-1 0 0,0-1 0,0 1 0,-1 0 0,-1 1 0,0-1 0,0 1 0,-2-1 0,1 1 0,-1 1 0,-14-20 0,20 30 0,-1-1 0,1 0 0,-1 1 0,1-1 0,-1 1 0,1-1 0,-1 1 0,1-1 0,-1 1 0,1-1 0,-1 1 0,1-1 0,-1 1 0,0 0 0,1-1 0,-1 1 0,0 0 0,1-1 0,-1 1 0,0 0 0,0 0 0,0 0 0,-3 11 0,11 27 0,0-26 0,-1 1 0,1-1 0,1 0 0,0 0 0,1-1 0,11 11 0,2-1 0,45 33 0,-49-41-120,-5-5-58,-1 1 0,0 0 0,0 1 1,-1 1-1,-1 0 0,15 18 0,-17-15-6648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47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24575,'3'0'0,"0"1"0,0-1 0,0 1 0,0 0 0,0 0 0,-1 0 0,1 1 0,0-1 0,-1 1 0,1-1 0,-1 1 0,3 2 0,30 28 0,-30-26 0,24 27 0,-1 1 0,-2 2 0,31 57 0,-44-68 0,-10-18 0,0-1 0,1 1 0,0-1 0,0 0 0,0 0 0,7 7 0,-11-13 0,1 0 0,-1-1 0,1 1 0,-1 0 0,0 0 0,1 0 0,-1-1 0,1 1 0,-1 0 0,0 0 0,1-1 0,-1 1 0,0 0 0,1-1 0,-1 1 0,0 0 0,0-1 0,1 1 0,-1-1 0,0 1 0,0 0 0,0-1 0,0 1 0,1-1 0,-1 1 0,0-1 0,0 1 0,0-1 0,0 1 0,0 0 0,0-1 0,0 1 0,0-1 0,0 1 0,0-1 0,-1 1 0,1-1 0,2-22 0,-3 1 0,-1 1 0,0 0 0,-8-26 0,5 23 0,0-1 0,0-25 0,4 29 0,0 8 0,1 1 0,0-1 0,0 1 0,1 0 0,5-24 0,-5 34 0,0-1 0,0 0 0,0 1 0,1-1 0,-1 1 0,0-1 0,1 1 0,0 0 0,0 0 0,0 0 0,0 0 0,0 0 0,0 0 0,0 0 0,0 0 0,1 1 0,-1 0 0,1-1 0,-1 1 0,1 0 0,0 0 0,-1 0 0,1 0 0,0 1 0,0-1 0,-1 1 0,1 0 0,0-1 0,0 1 0,0 1 0,3-1 0,0 1 0,0-1 0,1 1 0,-1 1 0,0-1 0,0 1 0,0 0 0,0 0 0,0 1 0,-1 0 0,1 0 0,-1 0 0,1 0 0,-1 1 0,0 0 0,-1 0 0,8 9 0,2 4 0,-1 0 0,0 1 0,13 29 0,-23-43 0,7 24 0,-9-25 0,0 1 0,0 0 0,1-1 0,-1 1 0,1-1 0,-1 1 0,1-1 0,0 0 0,0 0 0,1 0 0,3 5 0,-5-8 0,-1 0 0,0 0 0,1 0 0,-1 0 0,0 0 0,1 0 0,-1 0 0,0 0 0,1 0 0,-1 0 0,1 0 0,-1 0 0,0-1 0,1 1 0,-1 0 0,0 0 0,1 0 0,-1 0 0,0-1 0,0 1 0,1 0 0,-1 0 0,0-1 0,1 1 0,-1 0 0,0 0 0,0-1 0,0 1 0,1 0 0,-1-1 0,0 1 0,0 0 0,0-1 0,0 1 0,0 0 0,0-1 0,1 1 0,-1 0 0,0-1 0,0 1 0,0 0 0,0-1 0,0 0 0,3-18 0,-3 18 0,1-50 0,-2 39 0,1 0 0,1 0 0,0-1 0,0 1 0,6-20 0,-6 28 0,0 1 0,1 0 0,-1 0 0,1 1 0,0-1 0,-1 0 0,1 1 0,0-1 0,1 1 0,-1-1 0,0 1 0,1 0 0,-1 0 0,1 0 0,0 0 0,0 1 0,0-1 0,0 1 0,0-1 0,0 1 0,0 0 0,0 0 0,0 1 0,0-1 0,1 1 0,3-1 0,7 0 0,0 0 0,0 1 0,0 0 0,0 1 0,0 1 0,0 0 0,0 1 0,0 0 0,-1 1 0,22 9 0,-29-9 0,1-1 0,0 1 0,-1 1 0,0-1 0,0 1 0,0 0 0,-1 0 0,1 1 0,-1-1 0,0 1 0,-1 1 0,0-1 0,0 0 0,0 1 0,-1 0 0,0 0 0,0 0 0,0 0 0,-1 1 0,0-1 0,0 9 0,5 62 95,2 14-1555,-5-70-5366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5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0 24575,'-1'64'0,"-14"100"0,10-120 0,1 52 0,1-1 0,2-92 5,1 1-1,0-1 0,-1 1 0,0-1 1,1 0-1,-1 1 0,-1-1 0,1 0 1,0 0-1,-1 0 0,0 0 1,1 0-1,-1 0 0,-1 0 0,1-1 1,0 1-1,0-1 0,-1 1 1,0-1-1,1 0 0,-1 0 0,0 0 1,0 0-1,0-1 0,0 1 0,0-1 1,-4 1-1,-6 1-252,1 0 1,-1-1-1,0-1 1,0 0-1,-25-2 1,14 0-6579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5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0 24575,'-4'0'0,"-7"0"0,-5 0 0,-5 0 0,-4 0 0,-2 0 0,0 5 0,3 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54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24575,'5'0'0,"0"1"0,1 0 0,-1 0 0,0 0 0,0 1 0,0 0 0,0 0 0,0 0 0,0 0 0,5 4 0,43 34 0,-19-10 0,-2 1 0,-2 2 0,-1 1 0,-1 2 0,-2 0 0,-2 2 0,-1 0 0,-2 2 0,28 73 0,-43-93 0,0 1 0,-1 0 0,-1 0 0,1 36 0,-6 87 0,-1-67 0,1-51 0,0 0 0,-2 0 0,-1 0 0,-1-1 0,-1 0 0,-18 47 0,17-57 0,0 0 0,-1 0 0,-1-1 0,0 0 0,-1 0 0,0-1 0,-1 0 0,-1-1 0,0 0 0,0-1 0,-26 18 0,14-15-151,0 0-1,-1-1 0,-1-1 0,1-2 1,-2-1-1,0 0 0,0-2 1,-31 4-1,27-8-6674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8:5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1139 1541 24575,'644'0'0,"-606"3"0,0 1 0,-1 2 0,1 1 0,39 14 0,-35-9 0,2-2 0,62 7 0,31-6 0,142 7 0,270-19 0,-504-1 0,0-1 0,87-19 0,83-39 0,-165 41 0,-1-2 0,-2-2 0,0-2 0,44-34 0,-44 29 0,62-42 0,-44 28 0,138-72 0,66-16 0,-197 96 0,11-1 0,-57 27 0,1-1 0,-2-1 0,0-1 0,-1-1 0,28-22 0,-48 32 0,0-1 0,0 1 0,0-1 0,0 1 0,-1-1 0,0 0 0,-1 0 0,1-1 0,-1 1 0,0 0 0,0-1 0,-1 1 0,0-1 0,0 0 0,-1-13 0,0 10 0,0 0 0,-1 0 0,0 0 0,0 0 0,-1 0 0,0 0 0,-1 0 0,0 1 0,-9-18 0,3 14 0,1 1 0,-2 1 0,0 0 0,0 0 0,-1 1 0,0 1 0,0 0 0,-1 0 0,-1 1 0,1 0 0,-1 1 0,-1 1 0,-15-6 0,-20-4 0,0 1 0,-73-11 0,-517-60 0,319 50 0,82 9 0,-284 5 0,429 24 0,-159-19 0,55-14 0,-402-47 0,54 41 0,316 8 0,53 5 0,110 17 0,-51-5 0,-217 3 0,327 10 0,1 0 0,0 0 0,0 0 0,0 1 0,-1 0 0,1 0 0,1 0 0,-1 1 0,0 0 0,1 0 0,-1 0 0,-7 7 0,5-3 0,1 1 0,0-1 0,0 1 0,0 1 0,1-1 0,1 1 0,-6 10 0,-1 7 0,1 2 0,2-1 0,0 1 0,-7 46 0,10-26 0,2 0 0,4 97 0,2-67 0,-1-38 0,1 0 0,2 1 0,16 64 0,-15-85 0,1 0 0,1 0 0,1-1 0,1 0 0,1 0 0,0-1 0,1-1 0,27 33 0,-19-28 0,-11-12 0,0-1 0,1 0 0,14 12 0,88 68 0,-46-35 0,126 79 0,-133-98 0,87 45 0,-127-72 0,1-1 0,0 0 0,0-1 0,1-2 0,-1 1 0,26 1 0,33 3 0,0 4 0,99 29 0,-54-11 0,-101-27-455,0 0 0,41-1 0,-40-2-6371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9:03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23380,'2134'-80'0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9:1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1300 24575,'17'-24'0,"2"0"0,0 1 0,2 2 0,30-26 0,102-69 0,-121 93 0,129-88 0,5 8 0,5 7 0,3 7 0,290-103 0,-426 179 0,1 1 0,0 2 0,1 1 0,0 3 0,1 1 0,-1 2 0,80 4 0,-93 2 0,1-1 0,-1-2 0,0 0 0,1-2 0,-1-1 0,46-11 0,-5-2 0,-45 12 0,1-2 0,-1-1 0,0 0 0,29-14 0,-45 16 0,0-1 0,0 0 0,0 0 0,-1 0 0,0 0 0,0-1 0,-1 0 0,0 0 0,6-12 0,-3 7 0,0 1 0,15-18 0,8-1 0,1 1 0,1 2 0,1 1 0,51-29 0,-97 52 0,-10 1 0,-321 5 0,482-5 0,168 5 0,-304-4 0,1 1 0,-1 0 0,0 1 0,0-1 0,1 1 0,-1-1 0,0 1 0,0 0 0,0 0 0,0 0 0,0 0 0,0 1 0,0-1 0,-1 1 0,1 0 0,0 0 0,-1 0 0,1 0 0,-1 0 0,0 1 0,0-1 0,0 1 0,0-1 0,0 1 0,0 0 0,-1 0 0,1-1 0,-1 1 0,0 0 0,0 0 0,0 1 0,0-1 0,-1 0 0,1 0 0,-1 0 0,0 5 0,3 54 0,-8 81 0,1-53 0,3-50 60,-10 62 0,7-85-272,0-1 0,0 1 0,-2-1-1,0 0 1,-1 0 0,-10 17 0,5-14-6614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29:49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1219 1488 24575,'41'2'0,"0"1"0,0 2 0,0 2 0,53 16 0,155 64 0,-153-51 0,-79-29 0,341 113 0,-290-101 0,2-3 0,0-3 0,92 5 0,210 6 0,-254-11 0,131 33 0,-107-13 0,1-7 0,1-6 0,225 4 0,-332-25 0,-1-1 0,0-2 0,0-1 0,-1-2 0,57-18 0,-56 14 0,-17 6 0,-1-1 0,31-15 0,-44 19 0,0-1 0,-1 0 0,1 0 0,-1-1 0,1 1 0,-1-1 0,0 0 0,0 0 0,-1-1 0,1 1 0,-1-1 0,0 1 0,0-1 0,2-5 0,4-15 0,-1-1 0,-1 0 0,-2 0 0,0 0 0,2-41 0,-8-140 0,-2 92 0,-6-105 0,4 181 0,-1 0 0,-2 1 0,-21-61 0,8 39 0,10 27 0,0 0 0,-26-47 0,33 74 0,-1 0 0,1 0 0,-1 1 0,0 0 0,0 0 0,0 0 0,-1 1 0,-8-6 0,-56-29 0,33 20 0,-33-15 0,-1 3 0,-80-23 0,22 8 0,85 31 0,-84-15 0,94 24 0,0-1 0,0-2 0,1-1 0,-60-28 0,15-4 0,-149-55 0,158 78 0,-2 3 0,-116-12 0,39 8 0,-179-12 0,159 20 0,-162-14 0,228 16 0,-321-18 0,313 28 0,-130 2 0,218 0 0,0 1 0,0 1 0,1 1 0,-1 0 0,1 2 0,-35 16 0,-115 72 0,143-79 0,-45 30 0,1 2 0,3 4 0,1 3 0,4 2 0,2 4 0,-68 85 0,121-134 0,1 0 0,0 1 0,1 0 0,0 1 0,1-1 0,1 1 0,0 1 0,1-1 0,-4 27 0,3 5 0,2 84 0,4-90 0,-1 39 0,12 79 0,-8-131 0,1 1 0,1-1 0,1 0 0,1-1 0,2 0 0,19 38 0,-25-57 0,1 0 0,0 0 0,1-1 0,-1 0 0,1 0 0,1 0 0,-1-1 0,1 1 0,0-2 0,0 1 0,0-1 0,0 0 0,9 3 0,13 4 0,-1-2 0,39 8 0,-44-12 0,357 61 0,7-28 0,-167-18 0,-106-9 0,356 40 0,-415-44-682,60-1-1,-93-7-6143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3:27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24575,'2422'0'0,"-2386"-2"-455,-1-1 0,36-9 0,-44 8-6371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3:28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24575,'84'0'0,"289"6"0,-269 1 0,160 30 0,8 35 0,-156-38 0,128 19 0,-194-46-682,54-1-1,-69-6-6143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8:55:4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44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24575,'183'6'0,"342"56"0,-498-57 0,383 58 0,-270-40 0,90 7 0,-98-13 0,-76-7 0,0 2 0,-37-8 0,-1 0 0,31 2 0,0-4 0,65-6 0,-93 2 0,-1-1 0,0-2 0,0 0 0,0 0 0,37-18 0,-22 8 0,1 1 0,0 1 0,1 2 0,0 2 0,52-6 0,-2 7 0,107 4 0,-73 4-1365,-97 0-5461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46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24575,'167'0'0,"409"-2"-210,768 6-2509,555 136 1349,-1589-102 1740,183 21 1083,-2-26-292,-223-20 157,76 0-1321,33 13 3,-294-13 0,-48-7 0,65 3 0,251-10-1365,-327 1-5461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24575,'-1'49'0,"5"115"0,-2-138 0,2 0 0,1-1 0,0 1 0,13 31 0,-6-19 0,-2 2 0,-1-1 0,6 72 0,-18-146-49,-10-58-1,6 52-1216,3 17-5560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3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1 24575,'-10'0'0,"-11"-1"0,1 1 0,0 2 0,0 0 0,-27 6 0,40-6 0,1 0 0,0 0 0,0 1 0,0 0 0,1 0 0,-1 1 0,1-1 0,-1 1 0,1 0 0,0 0 0,1 1 0,-1 0 0,1 0 0,0 0 0,0 0 0,0 0 0,-4 11 0,-3 5 0,1 1 0,1-1 0,1 1 0,1 1 0,1-1 0,1 1 0,1 0 0,1 1 0,0 36 0,3-30 0,2 1 0,6 35 0,-5-53 0,0 1 0,1-1 0,1 0 0,0 0 0,1 0 0,0-1 0,9 14 0,-4-9 0,1-1 0,1 1 0,20 18 0,-28-30 0,0 0 0,1 0 0,0-1 0,0 0 0,0 0 0,0-1 0,1 1 0,-1-1 0,1-1 0,0 1 0,0-1 0,14 2 0,74-2-688,-85-2 11,14-1-6149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24575,'0'5'0,"0"10"0,0 17 0,0 26 0,0 26 0,0 21 0,0 12 0,0-1 0,0-5 0,0-14 0,0-13 0,0-17 0,0-19-8191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6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37 24575,'-50'0'0,"-60"1"0,104 0 0,0 0 0,-1 1 0,1-1 0,0 1 0,0 0 0,0 1 0,0 0 0,0 0 0,0 0 0,1 0 0,0 1 0,0 0 0,0 0 0,0 1 0,0-1 0,-5 8 0,-5 8 0,0 1 0,-22 43 0,20-33 0,12-21 0,0 1 0,0-1 0,1 1 0,0-1 0,1 1 0,0 1 0,1-1 0,0 0 0,0 20 0,2-24 0,0 1 0,1-1 0,0 0 0,0 0 0,0 0 0,1 0 0,0 0 0,1 0 0,0 0 0,0-1 0,0 1 0,1-1 0,0 0 0,0 0 0,0 0 0,7 6 0,3 0 0,0-1 0,1 0 0,1-1 0,-1-1 0,1 0 0,1-1 0,30 10 0,-25-13 0,1-1 0,0-1 0,0-1 0,0 0 0,0-2 0,0-1 0,24-4 0,-41 5 0,0-1 0,0 1 0,0-2 0,0 1 0,0-1 0,0 0 0,-1 0 0,1 0 0,0-1 0,-1 0 0,0 0 0,6-4 0,-8 3 0,0 1 0,0 0 0,0-1 0,0 0 0,-1 0 0,0 1 0,0-1 0,0-1 0,0 1 0,0 0 0,-1 0 0,0-1 0,0 1 0,0-1 0,0 1 0,-1-10 0,-1-139 0,-2 66 0,2 77 11,1-1 0,-1 1 0,-1-1 0,0 1 0,0 0 0,-1 0-1,0 0 1,-1 0 0,0 0 0,-7-11 0,2 9-223,1-1 0,-2 1 0,0 1-1,0-1 1,-1 2 0,-18-14 0,12 11-6614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7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24575,'0'19'0,"1"0"0,0 0 0,1 0 0,1-1 0,1 1 0,0-1 0,14 33 0,126 263 0,-141-309 0,1 1 0,0 0 0,0-1 0,0 0 0,1 0 0,0-1 0,-1 1 0,2-1 0,-1 0 0,6 3 0,62 30 0,-55-28 0,12 1 0,1-1 0,0-1 0,0-1 0,0-2 0,40 2 0,-59-6 0,51 4-1365,-38-5-5461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6:59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5 24575,'-77'-2'0,"42"0"0,1 2 0,-1 1 0,-48 7 0,79-7 0,0 0 0,0 1 0,0-1 0,0 1 0,0-1 0,0 1 0,0 0 0,1 1 0,-1-1 0,1 1 0,-1-1 0,1 1 0,0 0 0,0 1 0,1-1 0,-4 4 0,2-1 0,1 1 0,-1 0 0,1-1 0,1 2 0,-1-1 0,1 0 0,0 0 0,-1 13 0,1-5 0,1 0 0,1 0 0,1 0 0,0 0 0,1 0 0,0 0 0,1-1 0,9 27 0,-10-37 0,1 1 0,-1-1 0,1 1 0,0-1 0,0 0 0,0 0 0,1 0 0,-1-1 0,1 1 0,0-1 0,0 0 0,0 0 0,1 0 0,-1 0 0,1-1 0,-1 0 0,1 0 0,0 0 0,0-1 0,0 1 0,0-1 0,5 0 0,14 2 0,-1-1 0,1-1 0,37-3 0,-23 0 0,27 0 0,-27-1 0,-1 2 0,0 2 0,0 1 0,55 11 0,-86-12 0,0 1 0,-1 0 0,1 0 0,0 0 0,-1 1 0,1 0 0,-1 0 0,0 0 0,0 1 0,0-1 0,0 1 0,-1 0 0,1 1 0,-1-1 0,0 1 0,3 5 0,-2-1 0,-1-1 0,0 1 0,-1 0 0,0 0 0,-1 0 0,1 0 0,-2 1 0,1-1 0,-1 16 0,0-7 0,-1 0 0,0 1 0,-2-1 0,-7 35 0,8-47 0,0-1 0,-1 1 0,0-1 0,0 0 0,0 0 0,0 0 0,-1 0 0,0 0 0,0 0 0,-1-1 0,1 0 0,-1 1 0,0-1 0,0 0 0,0-1 0,0 1 0,-1-1 0,0 0 0,0 0 0,-5 2 0,-10 3-273,-1-1 0,0-1 0,0-1 0,-33 4 0,32-7-6553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0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411 138 24575,'0'-2'0,"-1"0"0,0 0 0,0 0 0,0 0 0,0 0 0,0 0 0,-1 0 0,1 1 0,-1-1 0,1 0 0,-1 1 0,1-1 0,-1 1 0,0-1 0,-2 0 0,-5-6 0,0-2 0,0 1 0,0 0 0,-1 1 0,0 1 0,0-1 0,-1 1 0,0 1 0,0 0 0,-1 1 0,0 0 0,0 0 0,0 2 0,0-1 0,-1 2 0,1-1 0,-26 0 0,31 2 0,-1 1 0,1 1 0,-1-1 0,1 1 0,0 0 0,-1 1 0,1 0 0,0 0 0,-14 6 0,16-5 0,1 0 0,-1 0 0,1 1 0,0-1 0,0 1 0,0 0 0,1 0 0,-1 0 0,1 1 0,0-1 0,0 1 0,0 0 0,1-1 0,-4 11 0,1 1 0,0 0 0,2 0 0,-1 1 0,2-1 0,-1 22 0,5 89 0,0-59 0,-1-60 0,-1 1 0,1-1 0,0 1 0,0-1 0,1 1 0,1-1 0,-1 0 0,1 0 0,1 0 0,-1 0 0,1 0 0,6 7 0,-7-10 0,1-1 0,0 1 0,1-1 0,-1 0 0,1 0 0,-1 0 0,1-1 0,1 0 0,-1 0 0,0 0 0,1 0 0,-1-1 0,1 0 0,0 0 0,0-1 0,-1 1 0,13 0 0,19 1 0,-18-2 0,1 0 0,-1 1 0,0 2 0,29 8 0,-43-11 0,-1 1 0,1 0 0,-1 1 0,1-1 0,-1 1 0,0-1 0,0 1 0,0 1 0,0-1 0,0 0 0,-1 1 0,0 0 0,1 0 0,-1 0 0,-1 0 0,1 0 0,-1 1 0,1-1 0,-1 1 0,-1 0 0,1-1 0,1 10 0,1 4 0,-2 0 0,0 1 0,-1-1 0,-1 1 0,-1-1 0,0 1 0,-2-1 0,-4 19 0,4-28 0,-1-1 0,0 0 0,-1 0 0,0 0 0,0 0 0,-1-1 0,0 0 0,0 0 0,0 0 0,-1-1 0,0 0 0,0 0 0,-1-1 0,0 0 0,0 0 0,0-1 0,0 0 0,-1 0 0,1-1 0,-1 0 0,0-1 0,0 0 0,0 0 0,-13 0 0,7 0-455,1 0 0,-24 6 0,20-3-6371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04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05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24575,'-14'1'0,"1"0"0,-1 1 0,0 0 0,1 1 0,0 1 0,-1 0 0,2 1 0,-1 0 0,0 1 0,1 0 0,0 1 0,1 1 0,-1 0 0,1 0 0,1 1 0,-12 11 0,19-15 0,0 0 0,0 1 0,0-1 0,1 1 0,0-1 0,0 1 0,0-1 0,1 1 0,0 0 0,-1 8 0,1 1 0,0-1 0,1 0 0,3 17 0,-2-26 0,0-1 0,0 1 0,1-1 0,-1 1 0,1-1 0,0 0 0,1 0 0,-1 0 0,1 0 0,-1 0 0,1-1 0,0 1 0,1-1 0,-1 0 0,0 0 0,1 0 0,0 0 0,0 0 0,0-1 0,0 0 0,0 0 0,0 0 0,7 2 0,10 3 0,0-1 0,1-1 0,33 4 0,-50-8 0,208 26 0,-205-27 0,1 2 0,0-1 0,-1 1 0,1 1 0,-1-1 0,1 1 0,-1 1 0,0 0 0,0 0 0,-1 0 0,1 1 0,-1 0 0,0 0 0,0 1 0,-1 0 0,0 0 0,0 1 0,0 0 0,-1 0 0,0 0 0,0 1 0,-1-1 0,0 1 0,0 0 0,-1 0 0,0 1 0,0-1 0,-1 1 0,0-1 0,-1 1 0,1 0 0,-2 0 0,0 14 0,-1-17 0,0 0 0,-1 0 0,1 0 0,-1 0 0,-1-1 0,1 1 0,-1 0 0,0-1 0,0 0 0,-1 0 0,0 0 0,0 0 0,0 0 0,0-1 0,-1 0 0,1 0 0,-1 0 0,-8 5 0,0-1 0,0 0 0,0-1 0,-1 0 0,0-1 0,0-1 0,-21 6 0,12-7-455,-1 0 0,-38 1 0,34-5-6371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08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114 117 24575,'-8'0'0,"0"-1"0,0 1 0,0 1 0,0-1 0,1 1 0,-16 4 0,20-4 0,1 0 0,0 1 0,-1-1 0,1 0 0,0 1 0,0-1 0,0 1 0,0 0 0,0-1 0,1 1 0,-1 0 0,0 0 0,1 0 0,0 1 0,-1-1 0,1 0 0,0 1 0,0-1 0,0 0 0,0 1 0,1-1 0,-1 4 0,-2 10 0,1 0 0,1 1 0,0-1 0,2 0 0,0 1 0,0-1 0,2 0 0,0 0 0,9 28 0,-10-38 0,0 0 0,1-1 0,0 1 0,0-1 0,0 1 0,1-1 0,-1 0 0,1 0 0,0-1 0,1 1 0,-1-1 0,1 0 0,0 0 0,0 0 0,0-1 0,0 0 0,1 0 0,-1 0 0,12 3 0,-1-1 0,0-1 0,1-1 0,-1 0 0,1-1 0,-1-1 0,20-1 0,15 1 0,-28 0 0,0-1 0,1-1 0,41-7 0,-59 6 0,0 0 0,0-1 0,-1 0 0,1 0 0,-1 0 0,0-1 0,0 0 0,0 1 0,0-2 0,-1 1 0,0-1 0,0 1 0,0-1 0,0 0 0,-1-1 0,0 1 0,0 0 0,0-1 0,0 0 0,2-9 0,-1 1 0,1-1 0,-2 0 0,0 0 0,-1 0 0,0 0 0,-1 0 0,-2-22 0,0 31 0,0 0 0,-1 0 0,1 0 0,-1 0 0,-1 0 0,1 0 0,-1 1 0,0-1 0,0 1 0,0 0 0,-1 0 0,0 0 0,0 0 0,0 1 0,-1-1 0,0 1 0,1 0 0,-1 1 0,-11-7 0,-8-3 0,-1 0 0,-1 2 0,-31-10 0,30 11 0,12 5-118,-3-1-297,0-2-1,-18-9 0,17 5-6410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1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24575,'2'4'0,"0"1"0,0-2 0,1 1 0,-1 0 0,1 0 0,0-1 0,0 1 0,0-1 0,0 0 0,7 5 0,2 4 0,15 17 0,-4-2 0,1-1 0,1-1 0,30 23 0,-48-44 0,0 1 0,1-1 0,0 0 0,0-1 0,0 0 0,0 0 0,0-1 0,0 0 0,1 0 0,13 0 0,-19-1 0,0-1 0,0 0 0,0 0 0,0 0 0,0 0 0,0-1 0,0 1 0,-1-1 0,1 1 0,0-1 0,0 0 0,-1 0 0,1-1 0,0 1 0,-1-1 0,1 1 0,-1-1 0,0 0 0,1 1 0,-1-1 0,0 0 0,0-1 0,0 1 0,-1 0 0,1-1 0,0 1 0,-1-1 0,1 1 0,-1-1 0,0 1 0,0-1 0,0 0 0,1-4 0,0-11 0,0 1 0,0 0 0,-2-1 0,-2-32 0,1 43 0,0 0 0,0 0 0,0 1 0,-1-1 0,0 0 0,-1 1 0,1-1 0,-1 1 0,0 0 0,-1 0 0,1 0 0,-1 0 0,-1 0 0,1 1 0,-6-5 0,-16-9 0,-35-20 0,12 9 0,97 70 0,75 78 0,-33-21 0,-44-36-1365,-32-41-5461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11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24575,'2'0'0,"-1"0"0,1 1 0,0-1 0,0 1 0,0 0 0,0-1 0,-1 1 0,1 0 0,0 0 0,-1 0 0,1 0 0,0 0 0,-1 1 0,0-1 0,1 0 0,-1 1 0,2 2 0,20 30 0,-19-27 0,115 231 0,-86-166 0,99 215 0,-129-280 0,1 0 0,0 0 0,0-1 0,9 12 0,-13-18 0,0 0 0,0 0 0,0 1 0,0-1 0,0 0 0,0 0 0,0 0 0,1 1 0,-1-1 0,0 0 0,0 0 0,0 0 0,0 1 0,1-1 0,-1 0 0,0 0 0,0 0 0,0 0 0,1 0 0,-1 1 0,0-1 0,0 0 0,1 0 0,-1 0 0,0 0 0,0 0 0,1 0 0,-1 0 0,0 0 0,0 0 0,1 0 0,-1 0 0,0 0 0,0 0 0,1 0 0,-1 0 0,0 0 0,0 0 0,1 0 0,-1-1 0,0 1 0,1 0 0,0-13 0,-8-22 0,7 32 0,-10-55 0,2 0 0,3-1 0,2 0 0,6-76 0,-2 125 0,0 0 0,0 0 0,1 0 0,0 0 0,1 1 0,7-19 0,-7 23 0,0-1 0,1 1 0,-1 0 0,1 0 0,0 0 0,0 0 0,1 1 0,-1 0 0,1 0 0,0 0 0,0 0 0,7-2 0,33-19 0,-16 9 0,-1 0 0,39-31 0,-12 14-1365,-37 23-5461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1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0 24575,'-11'1'0,"-1"0"0,1 0 0,0 1 0,0 1 0,0 0 0,0 0 0,0 1 0,-11 7 0,-13 7 0,-33 24 0,17-10 0,18-11 0,0 2 0,2 1 0,-33 32 0,39-34 0,20-19 0,0 1 0,0 0 0,0 0 0,1 0 0,0 0 0,0 1 0,0 0 0,0 0 0,1 0 0,-1 0 0,2 0 0,-1 1 0,0-1 0,1 1 0,-3 11 0,3-2 0,0 0 0,0 1 0,2-1 0,0 0 0,0 1 0,2-1 0,4 22 0,-4-30 0,0 0 0,0 0 0,0 0 0,1 0 0,1 0 0,-1-1 0,1 1 0,0-1 0,0 0 0,1 0 0,0 0 0,0-1 0,0 0 0,0 0 0,1 0 0,0 0 0,9 4 0,1 1 0,0-1 0,1-1 0,1 0 0,0-2 0,0 0 0,0 0 0,0-2 0,1 0 0,0-1 0,19 0 0,120-5-1365,-132 2-5461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07:15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195 383 24575,'16'-1'0,"0"0"0,0-1 0,-1-1 0,0 0 0,1-1 0,-1-1 0,0 0 0,22-12 0,-26 12 0,-1-1 0,1-1 0,-1 1 0,-1-2 0,1 1 0,-1-1 0,-1-1 0,1 0 0,-1 0 0,-1-1 0,12-18 0,-15 19 0,-1-1 0,0 0 0,0 0 0,0-1 0,-2 1 0,1-1 0,-1 1 0,-1-1 0,0 1 0,0-1 0,-1 1 0,0 0 0,-1-1 0,-3-10 0,3 17 0,0 1 0,-1-1 0,1 1 0,-1-1 0,0 1 0,0 0 0,0 0 0,0 0 0,0 1 0,-1-1 0,1 1 0,-1 0 0,0 0 0,0 0 0,1 0 0,-1 0 0,0 1 0,-8-2 0,-4 0 0,1 0 0,-1 1 0,-26-1 0,11 2 0,7 0 0,1 1 0,-34 3 0,52-2 0,0 0 0,-1 0 0,1 0 0,0 0 0,0 1 0,-1 0 0,1 0 0,1 1 0,-1-1 0,0 1 0,1 0 0,-1 0 0,1 1 0,0-1 0,-7 8 0,-4 12 0,1 0 0,1 1 0,2 0 0,0 1 0,1 0 0,2 1 0,0 0 0,-4 36 0,7-18 0,2 1 0,2 0 0,7 63 0,-6-102 0,1-1 0,0 0 0,0 0 0,1 0 0,-1 0 0,1 0 0,0 0 0,0 0 0,1 0 0,-1-1 0,1 1 0,0-1 0,1 0 0,6 7 0,-4-6 0,0 0 0,1 0 0,-1-1 0,1 0 0,0 0 0,0 0 0,1-1 0,14 4 0,5-1 0,0-2 0,0 0 0,1-2 0,43-2 0,64-2-1365,-108 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44:49.9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24575,'331'24'0,"-208"-11"0,5-1 0,0 6 0,171 45 0,-258-52 0,1-2 0,0-3 0,61 4 0,130-11 0,-112-1 0,840 1 0,-917 1 0,-1-3 0,77-13 0,-97 11 0,-1-1 0,0-1 0,0-1 0,0-1 0,-1 0 0,38-25 0,-35 14-1365,-6 2-5461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6T09:44:52.6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3761 2032 24575,'130'-143'0,"-75"80"0,80-73 0,-105 109 0,0-2 0,-2-2 0,-2 0 0,-1-2 0,28-47 0,-47 69 0,-1 0 0,-1 0 0,1 0 0,-2-1 0,0 1 0,0-1 0,-1 0 0,1-22 0,-3-8 0,-5-47 0,4 73 0,-1 0 0,0-1 0,-2 0 0,0 1 0,-1 0 0,0 0 0,-1 0 0,-1 1 0,-1 0 0,0 0 0,-1 1 0,0 0 0,-1 1 0,-19-20 0,-13-8 0,-1 2 0,-78-53 0,27 21 0,-207-163 0,-20 26 0,236 162 0,-3 4 0,-2 3 0,-134-38 0,146 58 0,-2 3 0,1 3 0,-2 4 0,-116 2 0,-731 11 0,892-5 0,1 2 0,0 2 0,0 1 0,1 1 0,-1 3 0,1 0 0,-44 18 0,24-4 0,1 3 0,1 2 0,-79 54 0,39-14 0,-71 55 0,77-58 0,58-45 0,1 2 0,1 0 0,1 1 0,-33 39 0,44-44 0,0 0 0,2 1 0,0 1 0,1 1 0,1-1 0,-13 38 0,-10 41 0,-31 106 0,55-167 0,2 1 0,1 0 0,-1 60 0,6-82 0,1 46 0,8 79 0,-5-121 0,0 0 0,2-1 0,0 1 0,1-1 0,1-1 0,1 1 0,0-1 0,13 18 0,50 83 0,-33-60 0,-28-42 0,0-1 0,1 0 0,1 0 0,0-1 0,1-1 0,15 13 0,13 7 0,1-2 0,90 50 0,-112-73 15,0-1 0,0-1 0,0-1 0,1-1-1,0-1 1,31 3 0,129-3-1049,-159-5 599,2 1-6391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0F08681E-C8EE-47EE-BE81-5B6E68188E69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C5677F10-1291-47CD-84A1-FF784C8AF68F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2373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677F10-1291-47CD-84A1-FF784C8AF68F}" type="slidenum">
              <a:rPr lang="ar-EG" smtClean="0"/>
              <a:t>16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89045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2FEBB-38FF-CACE-27D5-0C37A2A44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8D643-DCD0-767C-23A4-0A5FF4DCF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608D8-2680-B05D-0E5E-F729DDAA1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E7D1E-0CAF-E010-449D-8342CE48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E78C2-E2CA-572F-81B0-2DE623B0B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0053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25C4-B4E8-8922-2373-C367AAD4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E92B1-CE29-1A28-EBF5-27D841CC6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513BD-78CE-6CB4-4AE8-48208858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6FE0B-3D4F-AC1A-6C55-3D1E563FC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E564D-D292-6143-0D28-409B4583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1108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2695-FBCE-750E-3182-D946A146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CB6F2-6E54-B9D5-A91A-F2FE3A810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A78BD-84D0-8FDE-660F-4ECF337B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83020-7B41-5B23-9DAF-51866B7CF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B7307-615A-E658-027F-5E894770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69041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16D7-D660-12F6-55BD-C147E40D8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D15FA-4733-741E-1F11-6C0496908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DA6D8-0169-4B5D-C003-C93650C3D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2B3E3-D4C5-6285-6C86-49FC952B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B0369-5672-81C4-3E9C-8FD69C33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23E1D-7E71-1C56-DE45-5D7D58BD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73578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ED3C-D78F-F937-D629-119152991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C29B4-58CF-8A77-628E-5D185B3C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56185-7B65-AFDD-7976-047835CF3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C40D4-D9C2-8E1D-D034-7BEAC5743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6C9183-5864-C7B5-34D1-7EC5F14BCA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BC43A-54C5-2A83-D6E3-9D7EA222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2E524-EAFE-4688-F19F-21A7AE34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8ABAE-204C-0159-1546-8DB94141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78851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5A62-4A31-6CE2-9BFE-AF543074A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17929-559B-01FF-5BDE-38BA5A5F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1BD639-E055-6F8D-77ED-7F0AD9E2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459A0-224D-1738-A895-AE9ED97E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1589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F25F8-00C9-3671-6CEE-37AFB2D7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391192-0242-6089-F494-3730A190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8FEA8-5CB0-36B8-0748-CF0FA23AB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42479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4BC9-400F-CFF1-3DFB-55C8EEA4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101BC-4C8C-557F-3E8B-73CEF0610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0448B-E58F-EC69-25AF-63C56D6909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E6558-1DF3-0C75-5C10-D2AFBE7BE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6090B1-8230-C4EB-75AB-A38FA0BB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E8529-6BE4-ADBE-C3E7-99B2B290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6867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6339B-8F65-DA35-84C4-061127E7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03C92-ABEA-878D-145A-5A275A0C2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43E5E-9454-6A6A-A513-CFF2EFE12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6BCE8-F77B-55D6-447E-869D4797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B8584A-B921-0C3A-9C05-FF82A21F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C16A8-6D07-6B63-C054-353C9CC2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4150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BD5F8-68BE-4EC2-80AF-D13F0A609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6DFDE-3911-87E9-F33B-6CD455239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B4ED9-59B7-638A-1F6C-3C5E5C02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9B307-221E-D474-46BD-7F2A0780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6E7CF-C9B5-3599-0B60-7E8FB767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9774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CFF9C1-3624-AC04-FE80-0C9E83398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FD1D2-3328-B7C0-67D4-728E15FF5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E9F27-136D-DB90-DDD4-D8B0A9E5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9D0EE-4AF2-E7E9-C9B3-7B761422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77CC3-9049-F7F5-57CF-FF45840B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655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70AF0-AD23-E098-8D87-91B3C9140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5A8B5-110E-993B-1B20-7FF7040F0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5C38-7F72-EB7A-BC9B-5F3747605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161823-FC9C-474B-AE5B-744955D3D80D}" type="datetimeFigureOut">
              <a:rPr lang="ar-EG" smtClean="0"/>
              <a:t>15/03/1448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DC7AB-3D6E-6DFF-3A3E-7CE528A320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D28F6-774E-A172-33D8-A30E929AF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2E9B4-A7FA-465B-94B8-C88BCDFA9B27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43777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0.xml"/><Relationship Id="rId18" Type="http://schemas.openxmlformats.org/officeDocument/2006/relationships/image" Target="../media/image15.png"/><Relationship Id="rId26" Type="http://schemas.openxmlformats.org/officeDocument/2006/relationships/customXml" Target="../ink/ink17.xml"/><Relationship Id="rId39" Type="http://schemas.openxmlformats.org/officeDocument/2006/relationships/customXml" Target="../ink/ink24.xml"/><Relationship Id="rId3" Type="http://schemas.openxmlformats.org/officeDocument/2006/relationships/customXml" Target="../ink/ink5.xml"/><Relationship Id="rId21" Type="http://schemas.openxmlformats.org/officeDocument/2006/relationships/customXml" Target="../ink/ink14.xml"/><Relationship Id="rId34" Type="http://schemas.openxmlformats.org/officeDocument/2006/relationships/customXml" Target="../ink/ink21.xml"/><Relationship Id="rId42" Type="http://schemas.openxmlformats.org/officeDocument/2006/relationships/image" Target="../media/image26.png"/><Relationship Id="rId7" Type="http://schemas.openxmlformats.org/officeDocument/2006/relationships/customXml" Target="../ink/ink7.xml"/><Relationship Id="rId12" Type="http://schemas.openxmlformats.org/officeDocument/2006/relationships/image" Target="../media/image12.png"/><Relationship Id="rId17" Type="http://schemas.openxmlformats.org/officeDocument/2006/relationships/customXml" Target="../ink/ink12.xml"/><Relationship Id="rId25" Type="http://schemas.openxmlformats.org/officeDocument/2006/relationships/image" Target="../media/image18.png"/><Relationship Id="rId33" Type="http://schemas.openxmlformats.org/officeDocument/2006/relationships/image" Target="../media/image22.png"/><Relationship Id="rId38" Type="http://schemas.openxmlformats.org/officeDocument/2006/relationships/image" Target="../media/image24.png"/><Relationship Id="rId2" Type="http://schemas.openxmlformats.org/officeDocument/2006/relationships/image" Target="../media/image7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29" Type="http://schemas.openxmlformats.org/officeDocument/2006/relationships/image" Target="../media/image20.png"/><Relationship Id="rId41" Type="http://schemas.openxmlformats.org/officeDocument/2006/relationships/customXml" Target="../ink/ink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customXml" Target="../ink/ink9.xml"/><Relationship Id="rId24" Type="http://schemas.openxmlformats.org/officeDocument/2006/relationships/customXml" Target="../ink/ink16.xml"/><Relationship Id="rId32" Type="http://schemas.openxmlformats.org/officeDocument/2006/relationships/customXml" Target="../ink/ink20.xml"/><Relationship Id="rId37" Type="http://schemas.openxmlformats.org/officeDocument/2006/relationships/customXml" Target="../ink/ink23.xml"/><Relationship Id="rId40" Type="http://schemas.openxmlformats.org/officeDocument/2006/relationships/image" Target="../media/image25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image" Target="../media/image17.png"/><Relationship Id="rId28" Type="http://schemas.openxmlformats.org/officeDocument/2006/relationships/customXml" Target="../ink/ink18.xml"/><Relationship Id="rId36" Type="http://schemas.openxmlformats.org/officeDocument/2006/relationships/image" Target="../media/image23.png"/><Relationship Id="rId10" Type="http://schemas.openxmlformats.org/officeDocument/2006/relationships/image" Target="../media/image11.png"/><Relationship Id="rId19" Type="http://schemas.openxmlformats.org/officeDocument/2006/relationships/customXml" Target="../ink/ink13.xml"/><Relationship Id="rId31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customXml" Target="../ink/ink8.xml"/><Relationship Id="rId14" Type="http://schemas.openxmlformats.org/officeDocument/2006/relationships/image" Target="../media/image13.png"/><Relationship Id="rId22" Type="http://schemas.openxmlformats.org/officeDocument/2006/relationships/customXml" Target="../ink/ink15.xml"/><Relationship Id="rId27" Type="http://schemas.openxmlformats.org/officeDocument/2006/relationships/image" Target="../media/image19.png"/><Relationship Id="rId30" Type="http://schemas.openxmlformats.org/officeDocument/2006/relationships/customXml" Target="../ink/ink19.xml"/><Relationship Id="rId35" Type="http://schemas.openxmlformats.org/officeDocument/2006/relationships/customXml" Target="../ink/ink2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31.xml"/><Relationship Id="rId18" Type="http://schemas.openxmlformats.org/officeDocument/2006/relationships/customXml" Target="../ink/ink34.xml"/><Relationship Id="rId3" Type="http://schemas.openxmlformats.org/officeDocument/2006/relationships/customXml" Target="../ink/ink26.xml"/><Relationship Id="rId7" Type="http://schemas.openxmlformats.org/officeDocument/2006/relationships/customXml" Target="../ink/ink28.xml"/><Relationship Id="rId12" Type="http://schemas.openxmlformats.org/officeDocument/2006/relationships/image" Target="../media/image31.png"/><Relationship Id="rId17" Type="http://schemas.openxmlformats.org/officeDocument/2006/relationships/image" Target="../media/image33.png"/><Relationship Id="rId2" Type="http://schemas.openxmlformats.org/officeDocument/2006/relationships/image" Target="../media/image27.png"/><Relationship Id="rId16" Type="http://schemas.openxmlformats.org/officeDocument/2006/relationships/customXml" Target="../ink/ink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customXml" Target="../ink/ink30.xml"/><Relationship Id="rId5" Type="http://schemas.openxmlformats.org/officeDocument/2006/relationships/customXml" Target="../ink/ink27.xml"/><Relationship Id="rId15" Type="http://schemas.openxmlformats.org/officeDocument/2006/relationships/customXml" Target="../ink/ink32.xml"/><Relationship Id="rId10" Type="http://schemas.openxmlformats.org/officeDocument/2006/relationships/image" Target="../media/image30.png"/><Relationship Id="rId19" Type="http://schemas.openxmlformats.org/officeDocument/2006/relationships/image" Target="../media/image34.png"/><Relationship Id="rId4" Type="http://schemas.openxmlformats.org/officeDocument/2006/relationships/image" Target="../media/image15.png"/><Relationship Id="rId9" Type="http://schemas.openxmlformats.org/officeDocument/2006/relationships/customXml" Target="../ink/ink29.xml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13" Type="http://schemas.openxmlformats.org/officeDocument/2006/relationships/image" Target="../media/image42.png"/><Relationship Id="rId18" Type="http://schemas.openxmlformats.org/officeDocument/2006/relationships/customXml" Target="../ink/ink43.xml"/><Relationship Id="rId26" Type="http://schemas.openxmlformats.org/officeDocument/2006/relationships/customXml" Target="../ink/ink47.xml"/><Relationship Id="rId3" Type="http://schemas.openxmlformats.org/officeDocument/2006/relationships/image" Target="../media/image37.png"/><Relationship Id="rId21" Type="http://schemas.openxmlformats.org/officeDocument/2006/relationships/image" Target="../media/image15.png"/><Relationship Id="rId7" Type="http://schemas.openxmlformats.org/officeDocument/2006/relationships/image" Target="../media/image39.png"/><Relationship Id="rId12" Type="http://schemas.openxmlformats.org/officeDocument/2006/relationships/customXml" Target="../ink/ink40.xml"/><Relationship Id="rId17" Type="http://schemas.openxmlformats.org/officeDocument/2006/relationships/image" Target="../media/image44.png"/><Relationship Id="rId25" Type="http://schemas.openxmlformats.org/officeDocument/2006/relationships/image" Target="../media/image47.png"/><Relationship Id="rId2" Type="http://schemas.openxmlformats.org/officeDocument/2006/relationships/customXml" Target="../ink/ink35.xml"/><Relationship Id="rId16" Type="http://schemas.openxmlformats.org/officeDocument/2006/relationships/customXml" Target="../ink/ink42.xml"/><Relationship Id="rId20" Type="http://schemas.openxmlformats.org/officeDocument/2006/relationships/customXml" Target="../ink/ink44.xml"/><Relationship Id="rId29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41.png"/><Relationship Id="rId24" Type="http://schemas.openxmlformats.org/officeDocument/2006/relationships/customXml" Target="../ink/ink46.xml"/><Relationship Id="rId32" Type="http://schemas.openxmlformats.org/officeDocument/2006/relationships/image" Target="../media/image50.png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6.png"/><Relationship Id="rId28" Type="http://schemas.openxmlformats.org/officeDocument/2006/relationships/image" Target="../media/image48.png"/><Relationship Id="rId10" Type="http://schemas.openxmlformats.org/officeDocument/2006/relationships/customXml" Target="../ink/ink39.xml"/><Relationship Id="rId19" Type="http://schemas.openxmlformats.org/officeDocument/2006/relationships/image" Target="../media/image45.png"/><Relationship Id="rId31" Type="http://schemas.openxmlformats.org/officeDocument/2006/relationships/customXml" Target="../ink/ink50.xml"/><Relationship Id="rId4" Type="http://schemas.openxmlformats.org/officeDocument/2006/relationships/customXml" Target="../ink/ink36.xml"/><Relationship Id="rId9" Type="http://schemas.openxmlformats.org/officeDocument/2006/relationships/image" Target="../media/image40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Relationship Id="rId27" Type="http://schemas.openxmlformats.org/officeDocument/2006/relationships/customXml" Target="../ink/ink48.xml"/><Relationship Id="rId30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56.xml"/><Relationship Id="rId18" Type="http://schemas.openxmlformats.org/officeDocument/2006/relationships/image" Target="../media/image15.png"/><Relationship Id="rId3" Type="http://schemas.openxmlformats.org/officeDocument/2006/relationships/customXml" Target="../ink/ink51.xml"/><Relationship Id="rId21" Type="http://schemas.openxmlformats.org/officeDocument/2006/relationships/customXml" Target="../ink/ink60.xml"/><Relationship Id="rId7" Type="http://schemas.openxmlformats.org/officeDocument/2006/relationships/customXml" Target="../ink/ink53.xml"/><Relationship Id="rId12" Type="http://schemas.openxmlformats.org/officeDocument/2006/relationships/image" Target="../media/image56.png"/><Relationship Id="rId17" Type="http://schemas.openxmlformats.org/officeDocument/2006/relationships/customXml" Target="../ink/ink58.xml"/><Relationship Id="rId2" Type="http://schemas.openxmlformats.org/officeDocument/2006/relationships/image" Target="../media/image51.png"/><Relationship Id="rId16" Type="http://schemas.openxmlformats.org/officeDocument/2006/relationships/image" Target="../media/image58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customXml" Target="../ink/ink55.xml"/><Relationship Id="rId24" Type="http://schemas.openxmlformats.org/officeDocument/2006/relationships/image" Target="../media/image61.png"/><Relationship Id="rId5" Type="http://schemas.openxmlformats.org/officeDocument/2006/relationships/customXml" Target="../ink/ink52.xml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10" Type="http://schemas.openxmlformats.org/officeDocument/2006/relationships/image" Target="../media/image55.png"/><Relationship Id="rId19" Type="http://schemas.openxmlformats.org/officeDocument/2006/relationships/customXml" Target="../ink/ink59.xml"/><Relationship Id="rId4" Type="http://schemas.openxmlformats.org/officeDocument/2006/relationships/image" Target="../media/image52.png"/><Relationship Id="rId9" Type="http://schemas.openxmlformats.org/officeDocument/2006/relationships/customXml" Target="../ink/ink54.xml"/><Relationship Id="rId14" Type="http://schemas.openxmlformats.org/officeDocument/2006/relationships/image" Target="../media/image57.png"/><Relationship Id="rId22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customXml" Target="../ink/ink62.xml"/><Relationship Id="rId7" Type="http://schemas.openxmlformats.org/officeDocument/2006/relationships/customXml" Target="../ink/ink64.xm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customXml" Target="../ink/ink63.xml"/><Relationship Id="rId10" Type="http://schemas.openxmlformats.org/officeDocument/2006/relationships/image" Target="../media/image66.png"/><Relationship Id="rId4" Type="http://schemas.openxmlformats.org/officeDocument/2006/relationships/image" Target="../media/image63.png"/><Relationship Id="rId9" Type="http://schemas.openxmlformats.org/officeDocument/2006/relationships/customXml" Target="../ink/ink6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9.xml"/><Relationship Id="rId13" Type="http://schemas.openxmlformats.org/officeDocument/2006/relationships/image" Target="../media/image71.png"/><Relationship Id="rId18" Type="http://schemas.openxmlformats.org/officeDocument/2006/relationships/customXml" Target="../ink/ink75.xml"/><Relationship Id="rId26" Type="http://schemas.openxmlformats.org/officeDocument/2006/relationships/customXml" Target="../ink/ink80.xml"/><Relationship Id="rId39" Type="http://schemas.openxmlformats.org/officeDocument/2006/relationships/image" Target="../media/image82.png"/><Relationship Id="rId3" Type="http://schemas.openxmlformats.org/officeDocument/2006/relationships/customXml" Target="../ink/ink66.xml"/><Relationship Id="rId21" Type="http://schemas.openxmlformats.org/officeDocument/2006/relationships/image" Target="../media/image73.png"/><Relationship Id="rId34" Type="http://schemas.openxmlformats.org/officeDocument/2006/relationships/customXml" Target="../ink/ink84.xml"/><Relationship Id="rId7" Type="http://schemas.openxmlformats.org/officeDocument/2006/relationships/customXml" Target="../ink/ink68.xml"/><Relationship Id="rId12" Type="http://schemas.openxmlformats.org/officeDocument/2006/relationships/customXml" Target="../ink/ink71.xml"/><Relationship Id="rId17" Type="http://schemas.openxmlformats.org/officeDocument/2006/relationships/customXml" Target="../ink/ink74.xml"/><Relationship Id="rId25" Type="http://schemas.openxmlformats.org/officeDocument/2006/relationships/image" Target="../media/image75.png"/><Relationship Id="rId33" Type="http://schemas.openxmlformats.org/officeDocument/2006/relationships/image" Target="../media/image79.png"/><Relationship Id="rId38" Type="http://schemas.openxmlformats.org/officeDocument/2006/relationships/customXml" Target="../ink/ink86.xml"/><Relationship Id="rId2" Type="http://schemas.openxmlformats.org/officeDocument/2006/relationships/image" Target="../media/image67.png"/><Relationship Id="rId16" Type="http://schemas.openxmlformats.org/officeDocument/2006/relationships/customXml" Target="../ink/ink73.xml"/><Relationship Id="rId20" Type="http://schemas.openxmlformats.org/officeDocument/2006/relationships/customXml" Target="../ink/ink77.xml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0.png"/><Relationship Id="rId24" Type="http://schemas.openxmlformats.org/officeDocument/2006/relationships/customXml" Target="../ink/ink79.xml"/><Relationship Id="rId32" Type="http://schemas.openxmlformats.org/officeDocument/2006/relationships/customXml" Target="../ink/ink83.xml"/><Relationship Id="rId37" Type="http://schemas.openxmlformats.org/officeDocument/2006/relationships/image" Target="../media/image81.png"/><Relationship Id="rId5" Type="http://schemas.openxmlformats.org/officeDocument/2006/relationships/customXml" Target="../ink/ink67.xml"/><Relationship Id="rId15" Type="http://schemas.openxmlformats.org/officeDocument/2006/relationships/image" Target="../media/image72.png"/><Relationship Id="rId23" Type="http://schemas.openxmlformats.org/officeDocument/2006/relationships/image" Target="../media/image74.png"/><Relationship Id="rId28" Type="http://schemas.openxmlformats.org/officeDocument/2006/relationships/customXml" Target="../ink/ink81.xml"/><Relationship Id="rId36" Type="http://schemas.openxmlformats.org/officeDocument/2006/relationships/customXml" Target="../ink/ink85.xml"/><Relationship Id="rId10" Type="http://schemas.openxmlformats.org/officeDocument/2006/relationships/customXml" Target="../ink/ink70.xml"/><Relationship Id="rId19" Type="http://schemas.openxmlformats.org/officeDocument/2006/relationships/customXml" Target="../ink/ink76.xml"/><Relationship Id="rId31" Type="http://schemas.openxmlformats.org/officeDocument/2006/relationships/image" Target="../media/image78.png"/><Relationship Id="rId4" Type="http://schemas.openxmlformats.org/officeDocument/2006/relationships/image" Target="../media/image15.png"/><Relationship Id="rId9" Type="http://schemas.openxmlformats.org/officeDocument/2006/relationships/image" Target="../media/image69.png"/><Relationship Id="rId14" Type="http://schemas.openxmlformats.org/officeDocument/2006/relationships/customXml" Target="../ink/ink72.xml"/><Relationship Id="rId22" Type="http://schemas.openxmlformats.org/officeDocument/2006/relationships/customXml" Target="../ink/ink78.xml"/><Relationship Id="rId27" Type="http://schemas.openxmlformats.org/officeDocument/2006/relationships/image" Target="../media/image76.png"/><Relationship Id="rId30" Type="http://schemas.openxmlformats.org/officeDocument/2006/relationships/customXml" Target="../ink/ink82.xml"/><Relationship Id="rId35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8.xml"/><Relationship Id="rId5" Type="http://schemas.openxmlformats.org/officeDocument/2006/relationships/image" Target="../media/image85.png"/><Relationship Id="rId4" Type="http://schemas.openxmlformats.org/officeDocument/2006/relationships/customXml" Target="../ink/ink8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customXml" Target="../ink/ink94.xml"/><Relationship Id="rId18" Type="http://schemas.openxmlformats.org/officeDocument/2006/relationships/image" Target="../media/image95.png"/><Relationship Id="rId26" Type="http://schemas.openxmlformats.org/officeDocument/2006/relationships/customXml" Target="../ink/ink101.xml"/><Relationship Id="rId3" Type="http://schemas.openxmlformats.org/officeDocument/2006/relationships/customXml" Target="../ink/ink89.xml"/><Relationship Id="rId21" Type="http://schemas.openxmlformats.org/officeDocument/2006/relationships/customXml" Target="../ink/ink98.xml"/><Relationship Id="rId34" Type="http://schemas.openxmlformats.org/officeDocument/2006/relationships/customXml" Target="../ink/ink105.xml"/><Relationship Id="rId7" Type="http://schemas.openxmlformats.org/officeDocument/2006/relationships/customXml" Target="../ink/ink91.xml"/><Relationship Id="rId12" Type="http://schemas.openxmlformats.org/officeDocument/2006/relationships/image" Target="../media/image92.png"/><Relationship Id="rId17" Type="http://schemas.openxmlformats.org/officeDocument/2006/relationships/customXml" Target="../ink/ink96.xml"/><Relationship Id="rId25" Type="http://schemas.openxmlformats.org/officeDocument/2006/relationships/image" Target="../media/image98.png"/><Relationship Id="rId33" Type="http://schemas.openxmlformats.org/officeDocument/2006/relationships/image" Target="../media/image102.png"/><Relationship Id="rId2" Type="http://schemas.openxmlformats.org/officeDocument/2006/relationships/image" Target="../media/image88.png"/><Relationship Id="rId16" Type="http://schemas.openxmlformats.org/officeDocument/2006/relationships/image" Target="../media/image94.png"/><Relationship Id="rId20" Type="http://schemas.openxmlformats.org/officeDocument/2006/relationships/image" Target="../media/image96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customXml" Target="../ink/ink93.xml"/><Relationship Id="rId24" Type="http://schemas.openxmlformats.org/officeDocument/2006/relationships/customXml" Target="../ink/ink100.xml"/><Relationship Id="rId32" Type="http://schemas.openxmlformats.org/officeDocument/2006/relationships/customXml" Target="../ink/ink104.xml"/><Relationship Id="rId5" Type="http://schemas.openxmlformats.org/officeDocument/2006/relationships/customXml" Target="../ink/ink90.xml"/><Relationship Id="rId15" Type="http://schemas.openxmlformats.org/officeDocument/2006/relationships/customXml" Target="../ink/ink95.xml"/><Relationship Id="rId23" Type="http://schemas.openxmlformats.org/officeDocument/2006/relationships/customXml" Target="../ink/ink99.xml"/><Relationship Id="rId28" Type="http://schemas.openxmlformats.org/officeDocument/2006/relationships/customXml" Target="../ink/ink102.xml"/><Relationship Id="rId10" Type="http://schemas.openxmlformats.org/officeDocument/2006/relationships/image" Target="../media/image91.png"/><Relationship Id="rId19" Type="http://schemas.openxmlformats.org/officeDocument/2006/relationships/customXml" Target="../ink/ink97.xml"/><Relationship Id="rId31" Type="http://schemas.openxmlformats.org/officeDocument/2006/relationships/image" Target="../media/image101.png"/><Relationship Id="rId4" Type="http://schemas.openxmlformats.org/officeDocument/2006/relationships/image" Target="../media/image15.png"/><Relationship Id="rId9" Type="http://schemas.openxmlformats.org/officeDocument/2006/relationships/customXml" Target="../ink/ink92.xml"/><Relationship Id="rId14" Type="http://schemas.openxmlformats.org/officeDocument/2006/relationships/image" Target="../media/image93.png"/><Relationship Id="rId22" Type="http://schemas.openxmlformats.org/officeDocument/2006/relationships/image" Target="../media/image97.png"/><Relationship Id="rId27" Type="http://schemas.openxmlformats.org/officeDocument/2006/relationships/image" Target="../media/image99.png"/><Relationship Id="rId30" Type="http://schemas.openxmlformats.org/officeDocument/2006/relationships/customXml" Target="../ink/ink103.xml"/><Relationship Id="rId35" Type="http://schemas.openxmlformats.org/officeDocument/2006/relationships/image" Target="../media/image10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6.xml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customXml" Target="../ink/ink107.xml"/><Relationship Id="rId4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EC04A-4BC0-7208-9BB8-937D1508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39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15D5F-91FF-1D68-DDCE-46C41E53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847FF-C140-3865-8110-1BACC94BC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21485A4-6D6E-8DFD-506B-0943A8B95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BD280BF-F124-FD56-DBB2-16427D5B6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DA0F442-D69C-31FD-FFF0-9901EADCAA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11F9D0-2C8C-B8F7-78CC-4EAE28F527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93847A-E8B6-C7D1-059F-A973FE761B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619F9-08A1-9D2D-56CD-073CB5DE6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B3AF494-082C-849E-140D-66FB89E75A68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3: </a:t>
            </a:r>
            <a:endParaRPr lang="ar-EG" sz="48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9D1961-B68F-FE6F-D767-4FA6A7BFC62D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Primitive Data types . </a:t>
            </a:r>
          </a:p>
          <a:p>
            <a:r>
              <a:rPr lang="en-US" sz="2400" dirty="0"/>
              <a:t>Literals in java . </a:t>
            </a:r>
          </a:p>
          <a:p>
            <a:r>
              <a:rPr lang="en-US" sz="2400" dirty="0"/>
              <a:t>Variables . </a:t>
            </a:r>
          </a:p>
          <a:p>
            <a:r>
              <a:rPr lang="en-US" sz="2400" dirty="0"/>
              <a:t>Type Casting . </a:t>
            </a:r>
          </a:p>
          <a:p>
            <a:r>
              <a:rPr lang="en-US" sz="2400" dirty="0"/>
              <a:t>Arrays 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r>
              <a:rPr lang="en-US" sz="2400" b="1" dirty="0"/>
              <a:t>Lab 3.</a:t>
            </a:r>
            <a:endParaRPr lang="ar-EG" sz="2400" b="1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A1E862-B1A7-257A-469F-9F10BFD76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5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F85E-3B4C-982B-B702-CE36483F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12BE3-85AD-171A-DA83-9D6C730D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5B873552-B550-9EF9-D9CA-E42456AF6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2D99C6-2D2A-E656-7D75-5C56D1A8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251621-7726-7B33-DCFA-FA85F3195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A660F1-F89E-FBEF-E483-67D0A3180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33D427-3364-9B70-BF56-8AB33E299A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F8502CD-0CBE-D740-163C-B2AA6CF10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25A5B3-E784-F291-21B1-4DAB18487A5F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✍Lecture 4 : 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7F0024-7AC2-393A-8E31-0ECCF770AAC7}"/>
              </a:ext>
            </a:extLst>
          </p:cNvPr>
          <p:cNvSpPr txBox="1">
            <a:spLocks/>
          </p:cNvSpPr>
          <p:nvPr/>
        </p:nvSpPr>
        <p:spPr>
          <a:xfrm>
            <a:off x="1045028" y="2704014"/>
            <a:ext cx="9941319" cy="34381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400" dirty="0"/>
              <a:t>The Arithmetic and Bitwise Operators</a:t>
            </a:r>
          </a:p>
          <a:p>
            <a:r>
              <a:rPr lang="ar-EG" sz="1400" dirty="0"/>
              <a:t>The Relational and Boolean Logical Operators</a:t>
            </a:r>
          </a:p>
          <a:p>
            <a:r>
              <a:rPr lang="ar-EG" sz="1400" dirty="0"/>
              <a:t>The Ternary and instanceof Operators</a:t>
            </a:r>
          </a:p>
          <a:p>
            <a:r>
              <a:rPr lang="ar-EG" sz="1400" dirty="0"/>
              <a:t>Tha Arrow Operator and Lambda Expression</a:t>
            </a:r>
          </a:p>
          <a:p>
            <a:r>
              <a:rPr lang="ar-EG" sz="1400" dirty="0"/>
              <a:t>Selection Statements</a:t>
            </a:r>
          </a:p>
          <a:p>
            <a:r>
              <a:rPr lang="ar-EG" sz="1400" dirty="0"/>
              <a:t>Iteration Statements</a:t>
            </a:r>
          </a:p>
          <a:p>
            <a:r>
              <a:rPr lang="ar-EG" sz="1400" dirty="0"/>
              <a:t>Jump Statements</a:t>
            </a:r>
          </a:p>
          <a:p>
            <a:r>
              <a:rPr lang="ar-EG" sz="1400" dirty="0"/>
              <a:t>Java String</a:t>
            </a:r>
          </a:p>
          <a:p>
            <a:r>
              <a:rPr lang="ar-EG" sz="1400" dirty="0"/>
              <a:t>String Methods</a:t>
            </a:r>
          </a:p>
          <a:p>
            <a:r>
              <a:rPr lang="ar-EG" sz="1400" dirty="0"/>
              <a:t>StringBuffer, StringBuilder and StringTokenizer</a:t>
            </a:r>
            <a:endParaRPr lang="en-US" sz="1400" dirty="0"/>
          </a:p>
          <a:p>
            <a:r>
              <a:rPr lang="en-US" sz="1400" b="1" dirty="0"/>
              <a:t>Lab 4 . </a:t>
            </a:r>
            <a:endParaRPr lang="ar-EG" sz="1400" b="1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24623-F8F4-E2F0-848A-F5C699C5D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3863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E5EC-5AD8-3069-80D5-040109AE6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63AA0-FCDE-A265-E057-E92F399C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40D910F-87BB-F216-A903-D0BB48A9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131AF8-1145-4B52-E964-46DE6B41C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D0F9D78-FB2C-3C3D-1F94-3112500EA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7A92B7-B1F3-17AF-5D21-093DA5A0C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25E39B-064E-89FB-AF41-891F1E3277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39CF243D-8C48-6BDF-2C7E-DE7A443BE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A77310-81CD-CE01-B1D8-4B9785AFB321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✍Lecture 5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335AC49-154D-A687-F97A-F1FD0F21AC90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J</a:t>
            </a:r>
            <a:r>
              <a:rPr lang="ar-EG" sz="1500"/>
              <a:t>ava Packages </a:t>
            </a:r>
          </a:p>
          <a:p>
            <a:r>
              <a:rPr lang="ar-EG" sz="1500"/>
              <a:t>Import Packages </a:t>
            </a:r>
          </a:p>
          <a:p>
            <a:r>
              <a:rPr lang="ar-EG" sz="1500"/>
              <a:t>Interfaces </a:t>
            </a:r>
          </a:p>
          <a:p>
            <a:r>
              <a:rPr lang="ar-EG" sz="1500"/>
              <a:t>Implementing Interfaces </a:t>
            </a:r>
          </a:p>
          <a:p>
            <a:r>
              <a:rPr lang="ar-EG" sz="1500"/>
              <a:t>General Considerations </a:t>
            </a:r>
          </a:p>
          <a:p>
            <a:r>
              <a:rPr lang="ar-EG" sz="1500"/>
              <a:t>Functional Interfaces </a:t>
            </a:r>
          </a:p>
          <a:p>
            <a:r>
              <a:rPr lang="ar-EG" sz="1500"/>
              <a:t>Predefined Functional Interfaces </a:t>
            </a:r>
          </a:p>
          <a:p>
            <a:endParaRPr lang="ar-EG" sz="1500"/>
          </a:p>
          <a:p>
            <a:r>
              <a:rPr lang="en-US" sz="1500"/>
              <a:t>Lab 5 .</a:t>
            </a:r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2EA5E0-2A91-55F0-3700-F2476E58F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0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F7186D9-BF64-C6BB-574A-3EA187FB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F94853-CCBB-681E-695B-6B6B27CBA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2173026-0CC4-4B18-8D7F-1FB1B9C747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8D1CAF-3DC9-F685-FA05-1245D34C4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F3C11C8-363C-6B79-13EF-B8FD55D40F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6873D2F-79AE-0A03-D6E3-D01DBC0CE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BF0F9B5-A781-5037-0A1D-AB65AE36D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✍Lecture 6 :</a:t>
            </a:r>
            <a:endParaRPr lang="ar-EG" sz="48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4517901-529E-D690-FB56-66AEA8D01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000" dirty="0"/>
              <a:t>Wrapper Classes</a:t>
            </a:r>
          </a:p>
          <a:p>
            <a:r>
              <a:rPr lang="ar-EG" sz="2000" dirty="0"/>
              <a:t>Annotations</a:t>
            </a:r>
          </a:p>
          <a:p>
            <a:r>
              <a:rPr lang="ar-EG" sz="2000" dirty="0"/>
              <a:t>Annotations Basics</a:t>
            </a:r>
          </a:p>
          <a:p>
            <a:pPr marL="0" lvl="0" indent="0">
              <a:buNone/>
            </a:pPr>
            <a:endParaRPr lang="ar-EG" sz="1800" dirty="0"/>
          </a:p>
          <a:p>
            <a:pPr lvl="0"/>
            <a:r>
              <a:rPr lang="en-US" sz="2400" b="1"/>
              <a:t>Lab 6 </a:t>
            </a:r>
            <a:r>
              <a:rPr lang="en-US" sz="2400" b="1" dirty="0"/>
              <a:t>.</a:t>
            </a:r>
            <a:endParaRPr lang="ar-EG" sz="2400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9E5F07-FC0A-1F6D-CCB5-18FAD5566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97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A44A4-28F2-F4F1-258C-B760E1FB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What is a Wrapper Class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C7D39-F18E-2A2C-DA42-C80A5BF82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2599509"/>
            <a:ext cx="550194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A Wrapper Class converts a primitive value into an object.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16AFAE-4A20-12F3-B033-27E643BFE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123" y="3131967"/>
            <a:ext cx="4801686" cy="2418819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7A40A0-B2C2-1AB8-40E3-7E0DD661C942}"/>
                  </a:ext>
                </a:extLst>
              </p14:cNvPr>
              <p14:cNvContentPartPr/>
              <p14:nvPr/>
            </p14:nvContentPartPr>
            <p14:xfrm>
              <a:off x="6711924" y="3880325"/>
              <a:ext cx="450720" cy="33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7A40A0-B2C2-1AB8-40E3-7E0DD661C9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3924" y="3862325"/>
                <a:ext cx="48636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DF9951-8772-7392-C8EE-524E43AB30F5}"/>
                  </a:ext>
                </a:extLst>
              </p14:cNvPr>
              <p14:cNvContentPartPr/>
              <p14:nvPr/>
            </p14:nvContentPartPr>
            <p14:xfrm>
              <a:off x="6818844" y="4520765"/>
              <a:ext cx="367920" cy="284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DF9951-8772-7392-C8EE-524E43AB30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00844" y="4502765"/>
                <a:ext cx="40356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4B8F82A-EA1D-16EC-D4A4-80CD1E872B65}"/>
                  </a:ext>
                </a:extLst>
              </p14:cNvPr>
              <p14:cNvContentPartPr/>
              <p14:nvPr/>
            </p14:nvContentPartPr>
            <p14:xfrm>
              <a:off x="7470444" y="4017125"/>
              <a:ext cx="232920" cy="10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4B8F82A-EA1D-16EC-D4A4-80CD1E872B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52804" y="3999125"/>
                <a:ext cx="2685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F64499-C9B8-557C-EE4A-84FEE769329F}"/>
                  </a:ext>
                </a:extLst>
              </p14:cNvPr>
              <p14:cNvContentPartPr/>
              <p14:nvPr/>
            </p14:nvContentPartPr>
            <p14:xfrm>
              <a:off x="7451364" y="4863485"/>
              <a:ext cx="913320" cy="10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F64499-C9B8-557C-EE4A-84FEE76932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33364" y="4845485"/>
                <a:ext cx="948960" cy="4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5674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8A1DE-CEEE-CED7-3BA1-75E1AA3E14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C62A09B-17FD-97B2-7023-8BD043D5AD4C}"/>
                  </a:ext>
                </a:extLst>
              </p14:cNvPr>
              <p14:cNvContentPartPr/>
              <p14:nvPr/>
            </p14:nvContentPartPr>
            <p14:xfrm>
              <a:off x="7937364" y="3491165"/>
              <a:ext cx="499320" cy="154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C62A09B-17FD-97B2-7023-8BD043D5AD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8724" y="3482525"/>
                <a:ext cx="5169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C4B49C-A0E8-6FC6-0608-23FBE9F8A08F}"/>
                  </a:ext>
                </a:extLst>
              </p14:cNvPr>
              <p14:cNvContentPartPr/>
              <p14:nvPr/>
            </p14:nvContentPartPr>
            <p14:xfrm>
              <a:off x="7538484" y="4038365"/>
              <a:ext cx="435960" cy="66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C4B49C-A0E8-6FC6-0608-23FBE9F8A08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9844" y="4029725"/>
                <a:ext cx="4536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BE6118-717B-FA35-97B5-DE1FDDB047DD}"/>
                  </a:ext>
                </a:extLst>
              </p14:cNvPr>
              <p14:cNvContentPartPr/>
              <p14:nvPr/>
            </p14:nvContentPartPr>
            <p14:xfrm>
              <a:off x="7732884" y="4346165"/>
              <a:ext cx="431640" cy="157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BE6118-717B-FA35-97B5-DE1FDDB047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24244" y="4337525"/>
                <a:ext cx="44928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3A0C8B2-88F2-1645-3978-098E0C7112D8}"/>
              </a:ext>
            </a:extLst>
          </p:cNvPr>
          <p:cNvGrpSpPr/>
          <p:nvPr/>
        </p:nvGrpSpPr>
        <p:grpSpPr>
          <a:xfrm>
            <a:off x="5872764" y="320285"/>
            <a:ext cx="645120" cy="237240"/>
            <a:chOff x="5872764" y="320285"/>
            <a:chExt cx="64512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736DCD-5E83-0EEA-A541-A1EA6BDCADD1}"/>
                    </a:ext>
                  </a:extLst>
                </p14:cNvPr>
                <p14:cNvContentPartPr/>
                <p14:nvPr/>
              </p14:nvContentPartPr>
              <p14:xfrm>
                <a:off x="5872764" y="320285"/>
                <a:ext cx="187560" cy="237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736DCD-5E83-0EEA-A541-A1EA6BDCADD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64124" y="311285"/>
                  <a:ext cx="2052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D3A91F-1EDD-675B-F750-712FFFB35E10}"/>
                    </a:ext>
                  </a:extLst>
                </p14:cNvPr>
                <p14:cNvContentPartPr/>
                <p14:nvPr/>
              </p14:nvContentPartPr>
              <p14:xfrm>
                <a:off x="6224484" y="408125"/>
                <a:ext cx="50760" cy="88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D3A91F-1EDD-675B-F750-712FFFB35E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215844" y="399125"/>
                  <a:ext cx="68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CFFC00-55BE-7265-7540-096ED2918B81}"/>
                    </a:ext>
                  </a:extLst>
                </p14:cNvPr>
                <p14:cNvContentPartPr/>
                <p14:nvPr/>
              </p14:nvContentPartPr>
              <p14:xfrm>
                <a:off x="6439404" y="349805"/>
                <a:ext cx="10440" cy="17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CFFC00-55BE-7265-7540-096ED2918B8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30404" y="341165"/>
                  <a:ext cx="280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86AF92-4D75-9004-FD9C-2F4BD6571C3D}"/>
                    </a:ext>
                  </a:extLst>
                </p14:cNvPr>
                <p14:cNvContentPartPr/>
                <p14:nvPr/>
              </p14:nvContentPartPr>
              <p14:xfrm>
                <a:off x="6517524" y="349805"/>
                <a:ext cx="360" cy="204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86AF92-4D75-9004-FD9C-2F4BD6571C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08524" y="341165"/>
                  <a:ext cx="1800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BEBB2A2-B21A-A35B-C7F1-F8FA0D0B081D}"/>
                  </a:ext>
                </a:extLst>
              </p14:cNvPr>
              <p14:cNvContentPartPr/>
              <p14:nvPr/>
            </p14:nvContentPartPr>
            <p14:xfrm>
              <a:off x="6186324" y="73896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BEBB2A2-B21A-A35B-C7F1-F8FA0D0B081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77684" y="7303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7190996-5CB8-41BC-897D-283B960B41BD}"/>
                  </a:ext>
                </a:extLst>
              </p14:cNvPr>
              <p14:cNvContentPartPr/>
              <p14:nvPr/>
            </p14:nvContentPartPr>
            <p14:xfrm>
              <a:off x="7013244" y="2013005"/>
              <a:ext cx="847080" cy="59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7190996-5CB8-41BC-897D-283B960B41B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004244" y="2004365"/>
                <a:ext cx="864720" cy="7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1426521A-961A-ADD6-CB40-BBE984927A40}"/>
              </a:ext>
            </a:extLst>
          </p:cNvPr>
          <p:cNvGrpSpPr/>
          <p:nvPr/>
        </p:nvGrpSpPr>
        <p:grpSpPr>
          <a:xfrm>
            <a:off x="6976164" y="1125605"/>
            <a:ext cx="745200" cy="498960"/>
            <a:chOff x="6976164" y="1125605"/>
            <a:chExt cx="745200" cy="49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92E7A35-F799-614D-1139-3EC9A9F58ADE}"/>
                    </a:ext>
                  </a:extLst>
                </p14:cNvPr>
                <p14:cNvContentPartPr/>
                <p14:nvPr/>
              </p14:nvContentPartPr>
              <p14:xfrm>
                <a:off x="6984444" y="1497845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92E7A35-F799-614D-1139-3EC9A9F58AD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75444" y="14892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4B5C8C-7B1E-B38E-63D0-4FEAB4C106CD}"/>
                    </a:ext>
                  </a:extLst>
                </p14:cNvPr>
                <p14:cNvContentPartPr/>
                <p14:nvPr/>
              </p14:nvContentPartPr>
              <p14:xfrm>
                <a:off x="6976164" y="1125605"/>
                <a:ext cx="278640" cy="434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4B5C8C-7B1E-B38E-63D0-4FEAB4C106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67524" y="1116605"/>
                  <a:ext cx="29628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9F1B56C-CD34-47C3-26AC-FDA9A2201287}"/>
                    </a:ext>
                  </a:extLst>
                </p14:cNvPr>
                <p14:cNvContentPartPr/>
                <p14:nvPr/>
              </p14:nvContentPartPr>
              <p14:xfrm>
                <a:off x="7004604" y="1399925"/>
                <a:ext cx="193680" cy="20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9F1B56C-CD34-47C3-26AC-FDA9A220128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95964" y="1391285"/>
                  <a:ext cx="211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4AB0DA-7B0A-EE77-3FF1-93440825B5B6}"/>
                    </a:ext>
                  </a:extLst>
                </p14:cNvPr>
                <p14:cNvContentPartPr/>
                <p14:nvPr/>
              </p14:nvContentPartPr>
              <p14:xfrm>
                <a:off x="7265964" y="1210205"/>
                <a:ext cx="236520" cy="414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4AB0DA-7B0A-EE77-3FF1-93440825B5B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7324" y="1201565"/>
                  <a:ext cx="25416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6851C27-CB95-BFB7-F0B0-3CE8541830D1}"/>
                    </a:ext>
                  </a:extLst>
                </p14:cNvPr>
                <p14:cNvContentPartPr/>
                <p14:nvPr/>
              </p14:nvContentPartPr>
              <p14:xfrm>
                <a:off x="7616244" y="1198685"/>
                <a:ext cx="89280" cy="232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6851C27-CB95-BFB7-F0B0-3CE8541830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07244" y="1189685"/>
                  <a:ext cx="106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D459CAF-0B12-646B-6B65-19FA2882A7F5}"/>
                    </a:ext>
                  </a:extLst>
                </p14:cNvPr>
                <p14:cNvContentPartPr/>
                <p14:nvPr/>
              </p14:nvContentPartPr>
              <p14:xfrm>
                <a:off x="7713444" y="1410005"/>
                <a:ext cx="7920" cy="640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D459CAF-0B12-646B-6B65-19FA2882A7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04804" y="1401365"/>
                  <a:ext cx="2556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9B39C3-2DCB-6202-4CB1-4C33585E773C}"/>
              </a:ext>
            </a:extLst>
          </p:cNvPr>
          <p:cNvGrpSpPr/>
          <p:nvPr/>
        </p:nvGrpSpPr>
        <p:grpSpPr>
          <a:xfrm>
            <a:off x="7986324" y="1225325"/>
            <a:ext cx="643680" cy="224640"/>
            <a:chOff x="7986324" y="1225325"/>
            <a:chExt cx="64368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699FEE-E76D-E63F-7C3C-AA52AC4E7AD2}"/>
                    </a:ext>
                  </a:extLst>
                </p14:cNvPr>
                <p14:cNvContentPartPr/>
                <p14:nvPr/>
              </p14:nvContentPartPr>
              <p14:xfrm>
                <a:off x="7986324" y="1285085"/>
                <a:ext cx="199440" cy="76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699FEE-E76D-E63F-7C3C-AA52AC4E7AD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77324" y="1276085"/>
                  <a:ext cx="217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ECC7FE-53AE-D3F7-E32F-239109705C80}"/>
                    </a:ext>
                  </a:extLst>
                </p14:cNvPr>
                <p14:cNvContentPartPr/>
                <p14:nvPr/>
              </p14:nvContentPartPr>
              <p14:xfrm>
                <a:off x="8122044" y="1361405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ECC7FE-53AE-D3F7-E32F-239109705C8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113404" y="13524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26B817-2AE5-C1E3-C70B-F0A305D3D53B}"/>
                    </a:ext>
                  </a:extLst>
                </p14:cNvPr>
                <p14:cNvContentPartPr/>
                <p14:nvPr/>
              </p14:nvContentPartPr>
              <p14:xfrm>
                <a:off x="7989564" y="1351685"/>
                <a:ext cx="171720" cy="98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26B817-2AE5-C1E3-C70B-F0A305D3D53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980564" y="1343045"/>
                  <a:ext cx="189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0D78D4-209D-BD09-E835-D08DC5698D11}"/>
                    </a:ext>
                  </a:extLst>
                </p14:cNvPr>
                <p14:cNvContentPartPr/>
                <p14:nvPr/>
              </p14:nvContentPartPr>
              <p14:xfrm>
                <a:off x="8375124" y="1225325"/>
                <a:ext cx="30240" cy="183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0D78D4-209D-BD09-E835-D08DC5698D1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366124" y="1216685"/>
                  <a:ext cx="47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F4CB8D8-1C2A-B78C-2952-9009DABA1862}"/>
                    </a:ext>
                  </a:extLst>
                </p14:cNvPr>
                <p14:cNvContentPartPr/>
                <p14:nvPr/>
              </p14:nvContentPartPr>
              <p14:xfrm>
                <a:off x="8519844" y="1241525"/>
                <a:ext cx="110160" cy="10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F4CB8D8-1C2A-B78C-2952-9009DABA18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11204" y="1232885"/>
                  <a:ext cx="127800" cy="11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1857FDF-330C-6D90-C355-B4A6731DF3F9}"/>
                  </a:ext>
                </a:extLst>
              </p14:cNvPr>
              <p14:cNvContentPartPr/>
              <p14:nvPr/>
            </p14:nvContentPartPr>
            <p14:xfrm>
              <a:off x="9102684" y="4210805"/>
              <a:ext cx="1300320" cy="469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1857FDF-330C-6D90-C355-B4A6731DF3F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093684" y="4202165"/>
                <a:ext cx="1317960" cy="48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825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58B52-6147-361A-9E68-F23465038A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EBA98FA-884C-C5A6-CBF8-ED64D20BE707}"/>
              </a:ext>
            </a:extLst>
          </p:cNvPr>
          <p:cNvGrpSpPr/>
          <p:nvPr/>
        </p:nvGrpSpPr>
        <p:grpSpPr>
          <a:xfrm>
            <a:off x="5378844" y="2898605"/>
            <a:ext cx="417600" cy="48960"/>
            <a:chOff x="5378844" y="2898605"/>
            <a:chExt cx="417600" cy="4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671967F-C223-C46E-C564-D0F299D5C6A0}"/>
                    </a:ext>
                  </a:extLst>
                </p14:cNvPr>
                <p14:cNvContentPartPr/>
                <p14:nvPr/>
              </p14:nvContentPartPr>
              <p14:xfrm>
                <a:off x="5378844" y="2898605"/>
                <a:ext cx="36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671967F-C223-C46E-C564-D0F299D5C6A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370204" y="288996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3B3B33C-3918-9693-ABBD-3389C4ECDF5D}"/>
                    </a:ext>
                  </a:extLst>
                </p14:cNvPr>
                <p14:cNvContentPartPr/>
                <p14:nvPr/>
              </p14:nvContentPartPr>
              <p14:xfrm>
                <a:off x="5378844" y="2898605"/>
                <a:ext cx="417600" cy="48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3B3B33C-3918-9693-ABBD-3389C4ECDF5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70204" y="2889965"/>
                  <a:ext cx="43524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0CCE30F-9D26-A1DA-C15D-A97552BF6D1A}"/>
                  </a:ext>
                </a:extLst>
              </p14:cNvPr>
              <p14:cNvContentPartPr/>
              <p14:nvPr/>
            </p14:nvContentPartPr>
            <p14:xfrm>
              <a:off x="6546324" y="2362565"/>
              <a:ext cx="1048680" cy="614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0CCE30F-9D26-A1DA-C15D-A97552BF6D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37324" y="2353925"/>
                <a:ext cx="1066320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B0E0D3C-4752-3577-4692-29BC6B951668}"/>
                  </a:ext>
                </a:extLst>
              </p14:cNvPr>
              <p14:cNvContentPartPr/>
              <p14:nvPr/>
            </p14:nvContentPartPr>
            <p14:xfrm>
              <a:off x="8073444" y="2273645"/>
              <a:ext cx="315000" cy="215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B0E0D3C-4752-3577-4692-29BC6B95166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64804" y="2264645"/>
                <a:ext cx="33264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A73C747-48CD-FE16-EEBA-7A25339E0FB3}"/>
                  </a:ext>
                </a:extLst>
              </p14:cNvPr>
              <p14:cNvContentPartPr/>
              <p14:nvPr/>
            </p14:nvContentPartPr>
            <p14:xfrm>
              <a:off x="8812884" y="2303885"/>
              <a:ext cx="34920" cy="59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A73C747-48CD-FE16-EEBA-7A25339E0F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04244" y="2295245"/>
                <a:ext cx="525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600CA89-ED58-23BD-5C0B-CB18FE23F7C4}"/>
                  </a:ext>
                </a:extLst>
              </p14:cNvPr>
              <p14:cNvContentPartPr/>
              <p14:nvPr/>
            </p14:nvContentPartPr>
            <p14:xfrm>
              <a:off x="9085404" y="2246285"/>
              <a:ext cx="78120" cy="68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600CA89-ED58-23BD-5C0B-CB18FE23F7C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76404" y="2237645"/>
                <a:ext cx="957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4414A2-9185-5CC0-D4E5-26F89BB2995B}"/>
                  </a:ext>
                </a:extLst>
              </p14:cNvPr>
              <p14:cNvContentPartPr/>
              <p14:nvPr/>
            </p14:nvContentPartPr>
            <p14:xfrm>
              <a:off x="9270084" y="224664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4414A2-9185-5CC0-D4E5-26F89BB299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61444" y="223764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65D060D-A398-BF18-9547-11BCAD7F3035}"/>
                  </a:ext>
                </a:extLst>
              </p14:cNvPr>
              <p14:cNvContentPartPr/>
              <p14:nvPr/>
            </p14:nvContentPartPr>
            <p14:xfrm>
              <a:off x="2334324" y="3462725"/>
              <a:ext cx="63360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65D060D-A398-BF18-9547-11BCAD7F30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25324" y="3444725"/>
                <a:ext cx="651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F170147-2C80-AFB6-933D-F0041147E0ED}"/>
                  </a:ext>
                </a:extLst>
              </p14:cNvPr>
              <p14:cNvContentPartPr/>
              <p14:nvPr/>
            </p14:nvContentPartPr>
            <p14:xfrm>
              <a:off x="2830044" y="5573405"/>
              <a:ext cx="1693080" cy="10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F170147-2C80-AFB6-933D-F0041147E0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21404" y="5564405"/>
                <a:ext cx="1710720" cy="2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156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B63C70-4C3D-432A-6FD3-03F7B447AF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65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86E016-6608-493B-2B0A-ED294F3305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66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E0838F-55FC-3FEC-255C-308D1605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✍Primitive vs Wrapper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EB189C35-26E5-26A0-99C0-048F63B79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252805"/>
              </p:ext>
            </p:extLst>
          </p:nvPr>
        </p:nvGraphicFramePr>
        <p:xfrm>
          <a:off x="1748768" y="3017519"/>
          <a:ext cx="8690108" cy="3209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320">
                  <a:extLst>
                    <a:ext uri="{9D8B030D-6E8A-4147-A177-3AD203B41FA5}">
                      <a16:colId xmlns:a16="http://schemas.microsoft.com/office/drawing/2014/main" val="3199910420"/>
                    </a:ext>
                  </a:extLst>
                </a:gridCol>
                <a:gridCol w="4758788">
                  <a:extLst>
                    <a:ext uri="{9D8B030D-6E8A-4147-A177-3AD203B41FA5}">
                      <a16:colId xmlns:a16="http://schemas.microsoft.com/office/drawing/2014/main" val="1721679444"/>
                    </a:ext>
                  </a:extLst>
                </a:gridCol>
              </a:tblGrid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Primitive </a:t>
                      </a:r>
                      <a:endParaRPr lang="ar-EG" sz="2400" b="1" dirty="0">
                        <a:solidFill>
                          <a:srgbClr val="FF0000"/>
                        </a:solidFill>
                      </a:endParaRP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b="1" dirty="0">
                          <a:solidFill>
                            <a:srgbClr val="FF0000"/>
                          </a:solidFill>
                        </a:rPr>
                        <a:t>Wrapper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75396034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int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Integer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35590815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Stores a value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Object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497932003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No methods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Has methods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2028197764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Cannot be used as Object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Can be used as Object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1627121132"/>
                  </a:ext>
                </a:extLst>
              </a:tr>
              <a:tr h="53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/>
                        <a:t>Usually simpler/faster</a:t>
                      </a:r>
                    </a:p>
                  </a:txBody>
                  <a:tcPr marL="121587" marR="121587" marT="60794" marB="607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2400" dirty="0"/>
                        <a:t>Needed when Object is required</a:t>
                      </a:r>
                    </a:p>
                  </a:txBody>
                  <a:tcPr marL="121587" marR="121587" marT="60794" marB="60794" anchor="ctr"/>
                </a:tc>
                <a:extLst>
                  <a:ext uri="{0D108BD9-81ED-4DB2-BD59-A6C34878D82A}">
                    <a16:rowId xmlns:a16="http://schemas.microsoft.com/office/drawing/2014/main" val="189244966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369DAC7-EDB7-251F-FC9C-1F0E1DED44CF}"/>
                  </a:ext>
                </a:extLst>
              </p14:cNvPr>
              <p14:cNvContentPartPr/>
              <p14:nvPr/>
            </p14:nvContentPartPr>
            <p14:xfrm>
              <a:off x="1011324" y="3670805"/>
              <a:ext cx="710280" cy="405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369DAC7-EDB7-251F-FC9C-1F0E1DED44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2324" y="3661805"/>
                <a:ext cx="72792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FD7A41-086B-EC84-74CB-310DD2C6B950}"/>
                  </a:ext>
                </a:extLst>
              </p14:cNvPr>
              <p14:cNvContentPartPr/>
              <p14:nvPr/>
            </p14:nvContentPartPr>
            <p14:xfrm>
              <a:off x="1672284" y="3578645"/>
              <a:ext cx="896040" cy="47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FD7A41-086B-EC84-74CB-310DD2C6B95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63284" y="3569645"/>
                <a:ext cx="913680" cy="49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1F8C73C-1736-A8D5-4CD9-36A451F8A7ED}"/>
                  </a:ext>
                </a:extLst>
              </p14:cNvPr>
              <p14:cNvContentPartPr/>
              <p14:nvPr/>
            </p14:nvContentPartPr>
            <p14:xfrm>
              <a:off x="5845764" y="4045925"/>
              <a:ext cx="827280" cy="2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1F8C73C-1736-A8D5-4CD9-36A451F8A7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37124" y="4037285"/>
                <a:ext cx="8449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49D292D-1C4D-8A0C-6D55-1FD9C78EFB0B}"/>
                  </a:ext>
                </a:extLst>
              </p14:cNvPr>
              <p14:cNvContentPartPr/>
              <p14:nvPr/>
            </p14:nvContentPartPr>
            <p14:xfrm>
              <a:off x="1050204" y="4405565"/>
              <a:ext cx="730440" cy="227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49D292D-1C4D-8A0C-6D55-1FD9C78EFB0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41564" y="4396925"/>
                <a:ext cx="7480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598D730-91B4-2E31-29F0-396ECF7B7587}"/>
                  </a:ext>
                </a:extLst>
              </p14:cNvPr>
              <p14:cNvContentPartPr/>
              <p14:nvPr/>
            </p14:nvContentPartPr>
            <p14:xfrm>
              <a:off x="5591964" y="4065725"/>
              <a:ext cx="1286280" cy="526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598D730-91B4-2E31-29F0-396ECF7B75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83324" y="4056725"/>
                <a:ext cx="1303920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C3FC8CF-51F6-1A3F-B3D4-382D8B72FE7A}"/>
                  </a:ext>
                </a:extLst>
              </p14:cNvPr>
              <p14:cNvContentPartPr/>
              <p14:nvPr/>
            </p14:nvContentPartPr>
            <p14:xfrm>
              <a:off x="1176564" y="4923605"/>
              <a:ext cx="460440" cy="2030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C3FC8CF-51F6-1A3F-B3D4-382D8B72FE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67924" y="4914605"/>
                <a:ext cx="478080" cy="22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303453A-D477-7682-07CD-0197EE10AB7E}"/>
              </a:ext>
            </a:extLst>
          </p:cNvPr>
          <p:cNvGrpSpPr/>
          <p:nvPr/>
        </p:nvGrpSpPr>
        <p:grpSpPr>
          <a:xfrm>
            <a:off x="7966524" y="940925"/>
            <a:ext cx="1128960" cy="530280"/>
            <a:chOff x="7966524" y="940925"/>
            <a:chExt cx="1128960" cy="53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BC6753D-B727-04E6-F61D-B5994BBB1310}"/>
                    </a:ext>
                  </a:extLst>
                </p14:cNvPr>
                <p14:cNvContentPartPr/>
                <p14:nvPr/>
              </p14:nvContentPartPr>
              <p14:xfrm>
                <a:off x="7966524" y="1127765"/>
                <a:ext cx="286920" cy="21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BC6753D-B727-04E6-F61D-B5994BBB13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57524" y="1119125"/>
                  <a:ext cx="304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5D1CCE3-3AF4-1D53-11A4-FA7377D7AC96}"/>
                    </a:ext>
                  </a:extLst>
                </p14:cNvPr>
                <p14:cNvContentPartPr/>
                <p14:nvPr/>
              </p14:nvContentPartPr>
              <p14:xfrm>
                <a:off x="8432364" y="1040285"/>
                <a:ext cx="177840" cy="430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5D1CCE3-3AF4-1D53-11A4-FA7377D7A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23724" y="1031645"/>
                  <a:ext cx="19548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E904DD-E2F5-B31E-A40B-4580F68106A0}"/>
                    </a:ext>
                  </a:extLst>
                </p14:cNvPr>
                <p14:cNvContentPartPr/>
                <p14:nvPr/>
              </p14:nvContentPartPr>
              <p14:xfrm>
                <a:off x="8743044" y="940925"/>
                <a:ext cx="206640" cy="294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E904DD-E2F5-B31E-A40B-4580F68106A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34404" y="932285"/>
                  <a:ext cx="22428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F239D8-1FA8-B6F4-160D-5D1F03D662BA}"/>
                    </a:ext>
                  </a:extLst>
                </p14:cNvPr>
                <p14:cNvContentPartPr/>
                <p14:nvPr/>
              </p14:nvContentPartPr>
              <p14:xfrm>
                <a:off x="9095124" y="1147565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F239D8-1FA8-B6F4-160D-5D1F03D662B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086124" y="11389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1C8B30-94A0-63A9-ED74-4A26C29EFE53}"/>
                  </a:ext>
                </a:extLst>
              </p14:cNvPr>
              <p14:cNvContentPartPr/>
              <p14:nvPr/>
            </p14:nvContentPartPr>
            <p14:xfrm>
              <a:off x="5622204" y="4945925"/>
              <a:ext cx="157320" cy="73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1C8B30-94A0-63A9-ED74-4A26C29EFE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13204" y="4937285"/>
                <a:ext cx="1749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5D62442-C023-F7FC-FAE8-557844C9FC8B}"/>
                  </a:ext>
                </a:extLst>
              </p14:cNvPr>
              <p14:cNvContentPartPr/>
              <p14:nvPr/>
            </p14:nvContentPartPr>
            <p14:xfrm>
              <a:off x="5875284" y="5067965"/>
              <a:ext cx="290880" cy="2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5D62442-C023-F7FC-FAE8-557844C9FC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66644" y="5058965"/>
                <a:ext cx="308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DEB27F0-C5A8-B2E2-D1DA-D836E5F5E9DE}"/>
                  </a:ext>
                </a:extLst>
              </p14:cNvPr>
              <p14:cNvContentPartPr/>
              <p14:nvPr/>
            </p14:nvContentPartPr>
            <p14:xfrm>
              <a:off x="1040484" y="5904245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DEB27F0-C5A8-B2E2-D1DA-D836E5F5E9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1844" y="589560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E31C315-B7C6-97AF-3830-6D7C9A2E08C0}"/>
                  </a:ext>
                </a:extLst>
              </p14:cNvPr>
              <p14:cNvContentPartPr/>
              <p14:nvPr/>
            </p14:nvContentPartPr>
            <p14:xfrm>
              <a:off x="1244604" y="5399165"/>
              <a:ext cx="377640" cy="1411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E31C315-B7C6-97AF-3830-6D7C9A2E08C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235964" y="5390165"/>
                <a:ext cx="39528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542066D-060C-2352-2C5A-1786E8ABA095}"/>
                  </a:ext>
                </a:extLst>
              </p14:cNvPr>
              <p14:cNvContentPartPr/>
              <p14:nvPr/>
            </p14:nvContentPartPr>
            <p14:xfrm>
              <a:off x="5658564" y="5232485"/>
              <a:ext cx="754560" cy="361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542066D-060C-2352-2C5A-1786E8ABA09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49924" y="5223485"/>
                <a:ext cx="7722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BA9BBE4-0B27-634D-EF2E-248442A2F589}"/>
                  </a:ext>
                </a:extLst>
              </p14:cNvPr>
              <p14:cNvContentPartPr/>
              <p14:nvPr/>
            </p14:nvContentPartPr>
            <p14:xfrm>
              <a:off x="7859604" y="6176765"/>
              <a:ext cx="1089720" cy="10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BA9BBE4-0B27-634D-EF2E-248442A2F58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50604" y="6167765"/>
                <a:ext cx="1107360" cy="2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6092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3CCFCA-6212-7587-EE77-3AB4D9818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3DCB405-2881-F210-F8C1-E07AE8032023}"/>
              </a:ext>
            </a:extLst>
          </p:cNvPr>
          <p:cNvGrpSpPr/>
          <p:nvPr/>
        </p:nvGrpSpPr>
        <p:grpSpPr>
          <a:xfrm>
            <a:off x="5067084" y="106085"/>
            <a:ext cx="3378240" cy="1227960"/>
            <a:chOff x="5067084" y="106085"/>
            <a:chExt cx="3378240" cy="12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B83127B-00DE-294E-6078-CD1329700F5E}"/>
                    </a:ext>
                  </a:extLst>
                </p14:cNvPr>
                <p14:cNvContentPartPr/>
                <p14:nvPr/>
              </p14:nvContentPartPr>
              <p14:xfrm>
                <a:off x="5202804" y="241445"/>
                <a:ext cx="527400" cy="440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B83127B-00DE-294E-6078-CD1329700F5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93804" y="232805"/>
                  <a:ext cx="54504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85BE323-C6DA-3A9F-C7DD-213C8E1C9BF1}"/>
                    </a:ext>
                  </a:extLst>
                </p14:cNvPr>
                <p14:cNvContentPartPr/>
                <p14:nvPr/>
              </p14:nvContentPartPr>
              <p14:xfrm>
                <a:off x="5981484" y="417845"/>
                <a:ext cx="183960" cy="295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85BE323-C6DA-3A9F-C7DD-213C8E1C9B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72484" y="409205"/>
                  <a:ext cx="2016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4D535F0-F840-42EE-B1B1-CA3716896929}"/>
                    </a:ext>
                  </a:extLst>
                </p14:cNvPr>
                <p14:cNvContentPartPr/>
                <p14:nvPr/>
              </p14:nvContentPartPr>
              <p14:xfrm>
                <a:off x="6390444" y="525125"/>
                <a:ext cx="156240" cy="20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4D535F0-F840-42EE-B1B1-CA371689692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81804" y="516125"/>
                  <a:ext cx="1738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8E6794-27FD-EF64-B2B1-D0C868958C2B}"/>
                    </a:ext>
                  </a:extLst>
                </p14:cNvPr>
                <p14:cNvContentPartPr/>
                <p14:nvPr/>
              </p14:nvContentPartPr>
              <p14:xfrm>
                <a:off x="6622284" y="467885"/>
                <a:ext cx="98280" cy="234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48E6794-27FD-EF64-B2B1-D0C868958C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13644" y="459245"/>
                  <a:ext cx="1159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83DFF9F-3DC1-E97C-1815-D873B20B3234}"/>
                    </a:ext>
                  </a:extLst>
                </p14:cNvPr>
                <p14:cNvContentPartPr/>
                <p14:nvPr/>
              </p14:nvContentPartPr>
              <p14:xfrm>
                <a:off x="6857364" y="502085"/>
                <a:ext cx="146520" cy="227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83DFF9F-3DC1-E97C-1815-D873B20B323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848724" y="493445"/>
                  <a:ext cx="164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F7749D1-86FE-785A-95DA-2F3081589249}"/>
                    </a:ext>
                  </a:extLst>
                </p14:cNvPr>
                <p14:cNvContentPartPr/>
                <p14:nvPr/>
              </p14:nvContentPartPr>
              <p14:xfrm>
                <a:off x="7061844" y="553925"/>
                <a:ext cx="127440" cy="220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F7749D1-86FE-785A-95DA-2F308158924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53204" y="544925"/>
                  <a:ext cx="1450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DE1E6C-A761-64A8-685D-E3BA81DE5ED8}"/>
                    </a:ext>
                  </a:extLst>
                </p14:cNvPr>
                <p14:cNvContentPartPr/>
                <p14:nvPr/>
              </p14:nvContentPartPr>
              <p14:xfrm>
                <a:off x="7324284" y="612245"/>
                <a:ext cx="360" cy="174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DE1E6C-A761-64A8-685D-E3BA81DE5ED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15644" y="603605"/>
                  <a:ext cx="18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73C0CB-1B32-5FCB-8224-5BFE8AF6E796}"/>
                    </a:ext>
                  </a:extLst>
                </p14:cNvPr>
                <p14:cNvContentPartPr/>
                <p14:nvPr/>
              </p14:nvContentPartPr>
              <p14:xfrm>
                <a:off x="7363524" y="505685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73C0CB-1B32-5FCB-8224-5BFE8AF6E79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54524" y="49668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F0E771B-AAF3-6632-97B0-7B94945BF032}"/>
                    </a:ext>
                  </a:extLst>
                </p14:cNvPr>
                <p14:cNvContentPartPr/>
                <p14:nvPr/>
              </p14:nvContentPartPr>
              <p14:xfrm>
                <a:off x="7517604" y="427565"/>
                <a:ext cx="236520" cy="517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F0E771B-AAF3-6632-97B0-7B94945BF03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508964" y="418565"/>
                  <a:ext cx="25416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2788101-ED9B-4174-5559-D8782F09D937}"/>
                    </a:ext>
                  </a:extLst>
                </p14:cNvPr>
                <p14:cNvContentPartPr/>
                <p14:nvPr/>
              </p14:nvContentPartPr>
              <p14:xfrm>
                <a:off x="7868964" y="454205"/>
                <a:ext cx="157320" cy="286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2788101-ED9B-4174-5559-D8782F09D9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60324" y="445205"/>
                  <a:ext cx="174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9197DA0-8E82-A6BD-3210-D901B608ADC0}"/>
                    </a:ext>
                  </a:extLst>
                </p14:cNvPr>
                <p14:cNvContentPartPr/>
                <p14:nvPr/>
              </p14:nvContentPartPr>
              <p14:xfrm>
                <a:off x="5067084" y="106085"/>
                <a:ext cx="3378240" cy="1227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9197DA0-8E82-A6BD-3210-D901B608ADC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058444" y="97445"/>
                  <a:ext cx="3395880" cy="124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082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8F3B7A-55AF-E194-076B-ADB0E2C5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867FFD0-4008-A0F6-5D7B-FC573C8A1189}"/>
                  </a:ext>
                </a:extLst>
              </p14:cNvPr>
              <p14:cNvContentPartPr/>
              <p14:nvPr/>
            </p14:nvContentPartPr>
            <p14:xfrm>
              <a:off x="4649484" y="2830205"/>
              <a:ext cx="126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867FFD0-4008-A0F6-5D7B-FC573C8A118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0844" y="2821205"/>
                <a:ext cx="144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2E5846E-EB11-242E-9662-5A5223467697}"/>
                  </a:ext>
                </a:extLst>
              </p14:cNvPr>
              <p14:cNvContentPartPr/>
              <p14:nvPr/>
            </p14:nvContentPartPr>
            <p14:xfrm>
              <a:off x="1147764" y="3180485"/>
              <a:ext cx="583920" cy="29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2E5846E-EB11-242E-9662-5A522346769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8764" y="3171485"/>
                <a:ext cx="6015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CECCDCB-DB2C-33DE-E4AE-23A0DDBD1586}"/>
                  </a:ext>
                </a:extLst>
              </p14:cNvPr>
              <p14:cNvContentPartPr/>
              <p14:nvPr/>
            </p14:nvContentPartPr>
            <p14:xfrm>
              <a:off x="3005364" y="3248885"/>
              <a:ext cx="65124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CECCDCB-DB2C-33DE-E4AE-23A0DDBD15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96364" y="3239885"/>
                <a:ext cx="668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9645AF6-DDF2-8634-F2D1-31C9EA44E4DC}"/>
                  </a:ext>
                </a:extLst>
              </p14:cNvPr>
              <p14:cNvContentPartPr/>
              <p14:nvPr/>
            </p14:nvContentPartPr>
            <p14:xfrm>
              <a:off x="2129844" y="3725165"/>
              <a:ext cx="720360" cy="48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9645AF6-DDF2-8634-F2D1-31C9EA44E4D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20844" y="3716525"/>
                <a:ext cx="738000" cy="6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0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B83A42-9FA4-0F26-57C4-1666360E3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29CCCB7-4732-EC0C-4ECA-EFB664FC72F6}"/>
              </a:ext>
            </a:extLst>
          </p:cNvPr>
          <p:cNvGrpSpPr/>
          <p:nvPr/>
        </p:nvGrpSpPr>
        <p:grpSpPr>
          <a:xfrm>
            <a:off x="7538484" y="719525"/>
            <a:ext cx="360" cy="195480"/>
            <a:chOff x="7538484" y="719525"/>
            <a:chExt cx="3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B1D90B6-635F-0ABF-C988-00146691E5E0}"/>
                    </a:ext>
                  </a:extLst>
                </p14:cNvPr>
                <p14:cNvContentPartPr/>
                <p14:nvPr/>
              </p14:nvContentPartPr>
              <p14:xfrm>
                <a:off x="7538484" y="719525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B1D90B6-635F-0ABF-C988-00146691E5E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29844" y="7105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6DCCF2-7C28-114B-E87E-6B65F5601650}"/>
                    </a:ext>
                  </a:extLst>
                </p14:cNvPr>
                <p14:cNvContentPartPr/>
                <p14:nvPr/>
              </p14:nvContentPartPr>
              <p14:xfrm>
                <a:off x="7538484" y="719525"/>
                <a:ext cx="360" cy="195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6DCCF2-7C28-114B-E87E-6B65F560165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29844" y="710525"/>
                  <a:ext cx="18000" cy="21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2E0083-6327-0D13-77AA-F969F9DF8BEE}"/>
                  </a:ext>
                </a:extLst>
              </p14:cNvPr>
              <p14:cNvContentPartPr/>
              <p14:nvPr/>
            </p14:nvContentPartPr>
            <p14:xfrm>
              <a:off x="7489884" y="53448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2E0083-6327-0D13-77AA-F969F9DF8B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80884" y="52584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1D81066-AED2-A015-5CCE-E549D925067E}"/>
              </a:ext>
            </a:extLst>
          </p:cNvPr>
          <p:cNvGrpSpPr/>
          <p:nvPr/>
        </p:nvGrpSpPr>
        <p:grpSpPr>
          <a:xfrm>
            <a:off x="7694364" y="544205"/>
            <a:ext cx="475920" cy="417960"/>
            <a:chOff x="7694364" y="544205"/>
            <a:chExt cx="475920" cy="41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9A11DE8-8CF0-DB8E-B1BA-1F829A922F8B}"/>
                    </a:ext>
                  </a:extLst>
                </p14:cNvPr>
                <p14:cNvContentPartPr/>
                <p14:nvPr/>
              </p14:nvContentPartPr>
              <p14:xfrm>
                <a:off x="7694364" y="678845"/>
                <a:ext cx="167760" cy="283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9A11DE8-8CF0-DB8E-B1BA-1F829A922F8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85364" y="669845"/>
                  <a:ext cx="1854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4B2A0E-BA3F-9344-BEA6-76FB41FC3E57}"/>
                    </a:ext>
                  </a:extLst>
                </p14:cNvPr>
                <p14:cNvContentPartPr/>
                <p14:nvPr/>
              </p14:nvContentPartPr>
              <p14:xfrm>
                <a:off x="8015124" y="544205"/>
                <a:ext cx="155160" cy="254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4B2A0E-BA3F-9344-BEA6-76FB41FC3E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06124" y="535565"/>
                  <a:ext cx="1728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DEE4FCA-AFC7-B969-9021-FD4493ADC9B6}"/>
                    </a:ext>
                  </a:extLst>
                </p14:cNvPr>
                <p14:cNvContentPartPr/>
                <p14:nvPr/>
              </p14:nvContentPartPr>
              <p14:xfrm>
                <a:off x="7966164" y="622325"/>
                <a:ext cx="1857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DEE4FCA-AFC7-B969-9021-FD4493ADC9B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57524" y="613685"/>
                  <a:ext cx="2034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9C8D9AB-B3D7-70AC-70C6-0F46BFF3B52E}"/>
                  </a:ext>
                </a:extLst>
              </p14:cNvPr>
              <p14:cNvContentPartPr/>
              <p14:nvPr/>
            </p14:nvContentPartPr>
            <p14:xfrm>
              <a:off x="7265964" y="553925"/>
              <a:ext cx="116280" cy="456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9C8D9AB-B3D7-70AC-70C6-0F46BFF3B5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56964" y="544925"/>
                <a:ext cx="13392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42AF99F-7DD5-8F0C-8819-661717DEE801}"/>
                  </a:ext>
                </a:extLst>
              </p14:cNvPr>
              <p14:cNvContentPartPr/>
              <p14:nvPr/>
            </p14:nvContentPartPr>
            <p14:xfrm>
              <a:off x="8268204" y="680645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42AF99F-7DD5-8F0C-8819-661717DEE8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9564" y="67200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4136D7C-DCD4-4647-6B09-CBBD169A8496}"/>
              </a:ext>
            </a:extLst>
          </p:cNvPr>
          <p:cNvGrpSpPr/>
          <p:nvPr/>
        </p:nvGrpSpPr>
        <p:grpSpPr>
          <a:xfrm>
            <a:off x="8423724" y="680645"/>
            <a:ext cx="58680" cy="360"/>
            <a:chOff x="8423724" y="680645"/>
            <a:chExt cx="5868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043CB68-DADC-8CD0-09A3-1E473768266A}"/>
                    </a:ext>
                  </a:extLst>
                </p14:cNvPr>
                <p14:cNvContentPartPr/>
                <p14:nvPr/>
              </p14:nvContentPartPr>
              <p14:xfrm>
                <a:off x="8482044" y="680645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043CB68-DADC-8CD0-09A3-1E473768266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73044" y="6720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E3D5C4F-78A9-3E6E-808F-3D042E598809}"/>
                    </a:ext>
                  </a:extLst>
                </p14:cNvPr>
                <p14:cNvContentPartPr/>
                <p14:nvPr/>
              </p14:nvContentPartPr>
              <p14:xfrm>
                <a:off x="8423724" y="680645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E3D5C4F-78A9-3E6E-808F-3D042E59880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14724" y="67200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02CCBE7-B3D6-593C-70B4-4EE2BD5341FE}"/>
                  </a:ext>
                </a:extLst>
              </p14:cNvPr>
              <p14:cNvContentPartPr/>
              <p14:nvPr/>
            </p14:nvContentPartPr>
            <p14:xfrm>
              <a:off x="8268204" y="690365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02CCBE7-B3D6-593C-70B4-4EE2BD5341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59564" y="68172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BBE5C334-52B2-3EB2-64CC-FB1A97D2C2F1}"/>
              </a:ext>
            </a:extLst>
          </p:cNvPr>
          <p:cNvGrpSpPr/>
          <p:nvPr/>
        </p:nvGrpSpPr>
        <p:grpSpPr>
          <a:xfrm>
            <a:off x="8822604" y="541685"/>
            <a:ext cx="757080" cy="253440"/>
            <a:chOff x="8822604" y="541685"/>
            <a:chExt cx="75708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2EC998D-067C-A191-1823-5E0E2BEAC580}"/>
                    </a:ext>
                  </a:extLst>
                </p14:cNvPr>
                <p14:cNvContentPartPr/>
                <p14:nvPr/>
              </p14:nvContentPartPr>
              <p14:xfrm>
                <a:off x="8822604" y="541685"/>
                <a:ext cx="170280" cy="25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2EC998D-067C-A191-1823-5E0E2BEAC58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13604" y="532685"/>
                  <a:ext cx="187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FBB221-A09F-EE74-E6F4-53295BB3959B}"/>
                    </a:ext>
                  </a:extLst>
                </p14:cNvPr>
                <p14:cNvContentPartPr/>
                <p14:nvPr/>
              </p14:nvContentPartPr>
              <p14:xfrm>
                <a:off x="9027084" y="572285"/>
                <a:ext cx="201600" cy="177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FBB221-A09F-EE74-E6F4-53295BB3959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018444" y="563645"/>
                  <a:ext cx="219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1837413-0E7F-FF6E-2046-9DC999CB19D8}"/>
                    </a:ext>
                  </a:extLst>
                </p14:cNvPr>
                <p14:cNvContentPartPr/>
                <p14:nvPr/>
              </p14:nvContentPartPr>
              <p14:xfrm>
                <a:off x="9250284" y="581285"/>
                <a:ext cx="329400" cy="149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1837413-0E7F-FF6E-2046-9DC999CB19D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241644" y="572645"/>
                  <a:ext cx="347040" cy="16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96D62C3-E4C4-B157-BEE9-1597697573F6}"/>
              </a:ext>
            </a:extLst>
          </p:cNvPr>
          <p:cNvGrpSpPr/>
          <p:nvPr/>
        </p:nvGrpSpPr>
        <p:grpSpPr>
          <a:xfrm>
            <a:off x="9661044" y="466445"/>
            <a:ext cx="369720" cy="488160"/>
            <a:chOff x="9661044" y="466445"/>
            <a:chExt cx="36972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7D5545-D31B-1EBA-5BF8-413573A9F8F0}"/>
                    </a:ext>
                  </a:extLst>
                </p14:cNvPr>
                <p14:cNvContentPartPr/>
                <p14:nvPr/>
              </p14:nvContentPartPr>
              <p14:xfrm>
                <a:off x="9661044" y="553925"/>
                <a:ext cx="76320" cy="197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7D5545-D31B-1EBA-5BF8-413573A9F8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52404" y="544925"/>
                  <a:ext cx="93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10D25EB-4856-BB8C-D463-E3F78AF8D385}"/>
                    </a:ext>
                  </a:extLst>
                </p14:cNvPr>
                <p14:cNvContentPartPr/>
                <p14:nvPr/>
              </p14:nvContentPartPr>
              <p14:xfrm>
                <a:off x="9768684" y="525125"/>
                <a:ext cx="56160" cy="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10D25EB-4856-BB8C-D463-E3F78AF8D38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759684" y="516125"/>
                  <a:ext cx="738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D6E405C-0368-C3BB-B379-4FF9D13F53D9}"/>
                    </a:ext>
                  </a:extLst>
                </p14:cNvPr>
                <p14:cNvContentPartPr/>
                <p14:nvPr/>
              </p14:nvContentPartPr>
              <p14:xfrm>
                <a:off x="9855084" y="466445"/>
                <a:ext cx="175680" cy="488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D6E405C-0368-C3BB-B379-4FF9D13F53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46444" y="457805"/>
                  <a:ext cx="193320" cy="50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E367DF0-A14F-8D8D-4F41-FDAB840ACF01}"/>
                  </a:ext>
                </a:extLst>
              </p14:cNvPr>
              <p14:cNvContentPartPr/>
              <p14:nvPr/>
            </p14:nvContentPartPr>
            <p14:xfrm>
              <a:off x="1476804" y="4503485"/>
              <a:ext cx="1784520" cy="594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E367DF0-A14F-8D8D-4F41-FDAB840ACF0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68164" y="4494485"/>
                <a:ext cx="180216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FE87A30-F192-BE76-24C8-FECA7CE16089}"/>
                  </a:ext>
                </a:extLst>
              </p14:cNvPr>
              <p14:cNvContentPartPr/>
              <p14:nvPr/>
            </p14:nvContentPartPr>
            <p14:xfrm>
              <a:off x="7363164" y="1215605"/>
              <a:ext cx="768600" cy="291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FE87A30-F192-BE76-24C8-FECA7CE1608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54524" y="1206605"/>
                <a:ext cx="7862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A9C9055-62B3-847E-CCCA-506CF5131AD2}"/>
                  </a:ext>
                </a:extLst>
              </p14:cNvPr>
              <p14:cNvContentPartPr/>
              <p14:nvPr/>
            </p14:nvContentPartPr>
            <p14:xfrm>
              <a:off x="982164" y="6020165"/>
              <a:ext cx="996840" cy="468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A9C9055-62B3-847E-CCCA-506CF5131AD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73524" y="6011165"/>
                <a:ext cx="10144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CD4874C-691D-09BA-206D-0A6028B29120}"/>
                  </a:ext>
                </a:extLst>
              </p14:cNvPr>
              <p14:cNvContentPartPr/>
              <p14:nvPr/>
            </p14:nvContentPartPr>
            <p14:xfrm>
              <a:off x="5018124" y="1380485"/>
              <a:ext cx="1656000" cy="7308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CD4874C-691D-09BA-206D-0A6028B2912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09124" y="1371845"/>
                <a:ext cx="1673640" cy="74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9752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52842F-A941-2F78-A9D3-13E699CA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62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B33EF-C841-B4B0-8DBF-BA124DAE2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435EAF-1AFE-CF8B-BD9F-9C3DBE33250A}"/>
                  </a:ext>
                </a:extLst>
              </p14:cNvPr>
              <p14:cNvContentPartPr/>
              <p14:nvPr/>
            </p14:nvContentPartPr>
            <p14:xfrm>
              <a:off x="2334324" y="4359845"/>
              <a:ext cx="933120" cy="79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435EAF-1AFE-CF8B-BD9F-9C3DBE3325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5324" y="4351205"/>
                <a:ext cx="9507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F14FD32-332A-24AB-6382-E74D938A34E3}"/>
                  </a:ext>
                </a:extLst>
              </p14:cNvPr>
              <p14:cNvContentPartPr/>
              <p14:nvPr/>
            </p14:nvContentPartPr>
            <p14:xfrm>
              <a:off x="3715644" y="4172645"/>
              <a:ext cx="592920" cy="79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F14FD32-332A-24AB-6382-E74D938A34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7004" y="4163645"/>
                <a:ext cx="610560" cy="9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828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9FD60-C272-C021-700C-F470B4951E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842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611F64-3DFC-DA77-A2EA-3A9D531969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352DAD9-6999-1335-942B-2A2CA9EE4F28}"/>
                  </a:ext>
                </a:extLst>
              </p14:cNvPr>
              <p14:cNvContentPartPr/>
              <p14:nvPr/>
            </p14:nvContentPartPr>
            <p14:xfrm>
              <a:off x="6682404" y="307392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352DAD9-6999-1335-942B-2A2CA9EE4F2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73404" y="30649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695ACA1-1E14-A992-03B4-894B0585A79F}"/>
                  </a:ext>
                </a:extLst>
              </p14:cNvPr>
              <p14:cNvContentPartPr/>
              <p14:nvPr/>
            </p14:nvContentPartPr>
            <p14:xfrm>
              <a:off x="1118244" y="4552085"/>
              <a:ext cx="1031040" cy="88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695ACA1-1E14-A992-03B4-894B0585A7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9604" y="4543445"/>
                <a:ext cx="10486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674CBDF-C495-8B20-8997-ADC9E2C5CC3C}"/>
                  </a:ext>
                </a:extLst>
              </p14:cNvPr>
              <p14:cNvContentPartPr/>
              <p14:nvPr/>
            </p14:nvContentPartPr>
            <p14:xfrm>
              <a:off x="3579204" y="4483685"/>
              <a:ext cx="2470680" cy="12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674CBDF-C495-8B20-8997-ADC9E2C5CC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70564" y="4474685"/>
                <a:ext cx="2488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474373-B761-4373-E116-5C110882C0F9}"/>
                  </a:ext>
                </a:extLst>
              </p14:cNvPr>
              <p14:cNvContentPartPr/>
              <p14:nvPr/>
            </p14:nvContentPartPr>
            <p14:xfrm>
              <a:off x="6196044" y="3686285"/>
              <a:ext cx="30240" cy="217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474373-B761-4373-E116-5C110882C0F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87044" y="3677645"/>
                <a:ext cx="478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894526C-C6FE-1838-76E1-261BF002468F}"/>
                  </a:ext>
                </a:extLst>
              </p14:cNvPr>
              <p14:cNvContentPartPr/>
              <p14:nvPr/>
            </p14:nvContentPartPr>
            <p14:xfrm>
              <a:off x="6205044" y="3618245"/>
              <a:ext cx="126000" cy="263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894526C-C6FE-1838-76E1-261BF002468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196044" y="3609245"/>
                <a:ext cx="14364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2A3CFDD6-D487-5880-AD23-4E56DE7408FC}"/>
              </a:ext>
            </a:extLst>
          </p:cNvPr>
          <p:cNvGrpSpPr/>
          <p:nvPr/>
        </p:nvGrpSpPr>
        <p:grpSpPr>
          <a:xfrm>
            <a:off x="6507084" y="3511325"/>
            <a:ext cx="1002960" cy="415440"/>
            <a:chOff x="6507084" y="3511325"/>
            <a:chExt cx="1002960" cy="41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8566170-4758-3B4D-8667-AAC07EEF6788}"/>
                    </a:ext>
                  </a:extLst>
                </p14:cNvPr>
                <p14:cNvContentPartPr/>
                <p14:nvPr/>
              </p14:nvContentPartPr>
              <p14:xfrm>
                <a:off x="6507084" y="3511325"/>
                <a:ext cx="360" cy="338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8566170-4758-3B4D-8667-AAC07EEF678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98444" y="3502325"/>
                  <a:ext cx="180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B192810-9A7A-F123-ED16-ACCE77A90E5D}"/>
                    </a:ext>
                  </a:extLst>
                </p14:cNvPr>
                <p14:cNvContentPartPr/>
                <p14:nvPr/>
              </p14:nvContentPartPr>
              <p14:xfrm>
                <a:off x="6633084" y="3644165"/>
                <a:ext cx="187920" cy="209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B192810-9A7A-F123-ED16-ACCE77A90E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624444" y="3635525"/>
                  <a:ext cx="205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C2F76A8-F67C-4480-E8C0-A96AA279FCF5}"/>
                    </a:ext>
                  </a:extLst>
                </p14:cNvPr>
                <p14:cNvContentPartPr/>
                <p14:nvPr/>
              </p14:nvContentPartPr>
              <p14:xfrm>
                <a:off x="6760524" y="3637685"/>
                <a:ext cx="233640" cy="234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C2F76A8-F67C-4480-E8C0-A96AA279FCF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51524" y="3628685"/>
                  <a:ext cx="2512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12C624-5EEC-4C8D-24DA-F45D5C0DE909}"/>
                    </a:ext>
                  </a:extLst>
                </p14:cNvPr>
                <p14:cNvContentPartPr/>
                <p14:nvPr/>
              </p14:nvContentPartPr>
              <p14:xfrm>
                <a:off x="6992364" y="3567845"/>
                <a:ext cx="255960" cy="28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12C624-5EEC-4C8D-24DA-F45D5C0DE90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83364" y="3559205"/>
                  <a:ext cx="27360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53E3397-C239-DD37-1194-CCC526244722}"/>
                    </a:ext>
                  </a:extLst>
                </p14:cNvPr>
                <p14:cNvContentPartPr/>
                <p14:nvPr/>
              </p14:nvContentPartPr>
              <p14:xfrm>
                <a:off x="7361724" y="3559205"/>
                <a:ext cx="148320" cy="367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53E3397-C239-DD37-1194-CCC52624472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52724" y="3550205"/>
                  <a:ext cx="16596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032681-5A14-28BC-816C-3F56BC756F62}"/>
              </a:ext>
            </a:extLst>
          </p:cNvPr>
          <p:cNvGrpSpPr/>
          <p:nvPr/>
        </p:nvGrpSpPr>
        <p:grpSpPr>
          <a:xfrm>
            <a:off x="6019284" y="2986085"/>
            <a:ext cx="1344600" cy="342360"/>
            <a:chOff x="6019284" y="2986085"/>
            <a:chExt cx="1344600" cy="34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2B0F05-8FCA-C609-AB2C-B746536028D3}"/>
                    </a:ext>
                  </a:extLst>
                </p14:cNvPr>
                <p14:cNvContentPartPr/>
                <p14:nvPr/>
              </p14:nvContentPartPr>
              <p14:xfrm>
                <a:off x="6108924" y="3054125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2B0F05-8FCA-C609-AB2C-B746536028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99924" y="304512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EC1878-0571-E128-680B-2C36DB092A2F}"/>
                    </a:ext>
                  </a:extLst>
                </p14:cNvPr>
                <p14:cNvContentPartPr/>
                <p14:nvPr/>
              </p14:nvContentPartPr>
              <p14:xfrm>
                <a:off x="6019284" y="3054125"/>
                <a:ext cx="217080" cy="27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EC1878-0571-E128-680B-2C36DB092A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10284" y="3045125"/>
                  <a:ext cx="234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B19E9C5-5696-8863-714C-DFABD6573B8D}"/>
                    </a:ext>
                  </a:extLst>
                </p14:cNvPr>
                <p14:cNvContentPartPr/>
                <p14:nvPr/>
              </p14:nvContentPartPr>
              <p14:xfrm>
                <a:off x="6369564" y="3109565"/>
                <a:ext cx="197280" cy="170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B19E9C5-5696-8863-714C-DFABD6573B8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60564" y="3100565"/>
                  <a:ext cx="214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418B65-C15B-D9BC-E2F0-2BC141C105FA}"/>
                    </a:ext>
                  </a:extLst>
                </p14:cNvPr>
                <p14:cNvContentPartPr/>
                <p14:nvPr/>
              </p14:nvContentPartPr>
              <p14:xfrm>
                <a:off x="6643884" y="3068885"/>
                <a:ext cx="187560" cy="132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418B65-C15B-D9BC-E2F0-2BC141C105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34884" y="3059885"/>
                  <a:ext cx="2052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696A85E-0E64-FEF4-C306-A4A9577FDD3B}"/>
                    </a:ext>
                  </a:extLst>
                </p14:cNvPr>
                <p14:cNvContentPartPr/>
                <p14:nvPr/>
              </p14:nvContentPartPr>
              <p14:xfrm>
                <a:off x="6877164" y="3021005"/>
                <a:ext cx="242640" cy="258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696A85E-0E64-FEF4-C306-A4A9577FDD3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68524" y="3012365"/>
                  <a:ext cx="260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CEF672-8514-C2E6-FA6E-2448E7F29767}"/>
                    </a:ext>
                  </a:extLst>
                </p14:cNvPr>
                <p14:cNvContentPartPr/>
                <p14:nvPr/>
              </p14:nvContentPartPr>
              <p14:xfrm>
                <a:off x="7176324" y="2986085"/>
                <a:ext cx="187560" cy="244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CEF672-8514-C2E6-FA6E-2448E7F2976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67684" y="2977085"/>
                  <a:ext cx="20520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0520C8-9CCF-5007-2DBA-7330656AF61F}"/>
                  </a:ext>
                </a:extLst>
              </p14:cNvPr>
              <p14:cNvContentPartPr/>
              <p14:nvPr/>
            </p14:nvContentPartPr>
            <p14:xfrm>
              <a:off x="7556124" y="2984285"/>
              <a:ext cx="179280" cy="246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0520C8-9CCF-5007-2DBA-7330656AF6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47124" y="2975645"/>
                <a:ext cx="196920" cy="26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1935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87F44F-F1F7-7A5D-E1F7-DC1D18C48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688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3FF2F5-E747-DF1C-6D53-3DF1BC22E5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101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237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1142E-1EDC-2DEB-5778-3EF52ACE59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75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584029-AAAA-C441-1FCC-01EB19AC4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163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651E4E-2F36-699A-1C59-7688A1DC6C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1F07818-B547-F0F0-2E2A-FFEF8984AFF0}"/>
              </a:ext>
            </a:extLst>
          </p:cNvPr>
          <p:cNvGrpSpPr/>
          <p:nvPr/>
        </p:nvGrpSpPr>
        <p:grpSpPr>
          <a:xfrm>
            <a:off x="4706364" y="2468765"/>
            <a:ext cx="1550520" cy="791280"/>
            <a:chOff x="4706364" y="2468765"/>
            <a:chExt cx="1550520" cy="79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1C6836B-0C7F-A769-E21C-C532B7E8E9B1}"/>
                    </a:ext>
                  </a:extLst>
                </p14:cNvPr>
                <p14:cNvContentPartPr/>
                <p14:nvPr/>
              </p14:nvContentPartPr>
              <p14:xfrm>
                <a:off x="4979964" y="3200285"/>
                <a:ext cx="1077480" cy="59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1C6836B-0C7F-A769-E21C-C532B7E8E9B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62324" y="3182285"/>
                  <a:ext cx="11131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5F77E79-9807-E2CA-5087-95F0DC7D9A86}"/>
                    </a:ext>
                  </a:extLst>
                </p14:cNvPr>
                <p14:cNvContentPartPr/>
                <p14:nvPr/>
              </p14:nvContentPartPr>
              <p14:xfrm>
                <a:off x="4706364" y="2468765"/>
                <a:ext cx="1550520" cy="790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5F77E79-9807-E2CA-5087-95F0DC7D9A8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88724" y="2451125"/>
                  <a:ext cx="1586160" cy="82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587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152</Words>
  <Application>Microsoft Office PowerPoint</Application>
  <PresentationFormat>Widescreen</PresentationFormat>
  <Paragraphs>52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✍Lecture 6 :</vt:lpstr>
      <vt:lpstr>What is a Wrapper Class</vt:lpstr>
      <vt:lpstr>PowerPoint Presentation</vt:lpstr>
      <vt:lpstr>PowerPoint Presentation</vt:lpstr>
      <vt:lpstr>PowerPoint Presentation</vt:lpstr>
      <vt:lpstr>PowerPoint Presentation</vt:lpstr>
      <vt:lpstr>✍Primitive vs Wrapper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2026-08-25T18:02:05Z</dcterms:created>
  <dcterms:modified xsi:type="dcterms:W3CDTF">2026-08-28T21:23:14Z</dcterms:modified>
</cp:coreProperties>
</file>