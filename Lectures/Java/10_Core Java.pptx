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1" r:id="rId3"/>
    <p:sldId id="300" r:id="rId4"/>
    <p:sldId id="30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2" r:id="rId16"/>
    <p:sldId id="268" r:id="rId17"/>
    <p:sldId id="269" r:id="rId18"/>
    <p:sldId id="270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2" r:id="rId36"/>
    <p:sldId id="293" r:id="rId37"/>
    <p:sldId id="299" r:id="rId38"/>
    <p:sldId id="298" r:id="rId39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0906D-B424-4958-9C12-0A01A703C94D}" v="311" dt="2026-09-01T10:06:56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14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raa Mohamed" userId="32a53f8955a3383c" providerId="LiveId" clId="{F10043CA-7E0C-4C5B-B8AD-80B51C33A480}"/>
    <pc:docChg chg="undo custSel addSld delSld modSld sldOrd">
      <pc:chgData name="Esraa Mohamed" userId="32a53f8955a3383c" providerId="LiveId" clId="{F10043CA-7E0C-4C5B-B8AD-80B51C33A480}" dt="2026-09-01T10:10:34.565" v="1121"/>
      <pc:docMkLst>
        <pc:docMk/>
      </pc:docMkLst>
      <pc:sldChg chg="addSp delSp modSp mod">
        <pc:chgData name="Esraa Mohamed" userId="32a53f8955a3383c" providerId="LiveId" clId="{F10043CA-7E0C-4C5B-B8AD-80B51C33A480}" dt="2026-09-01T07:44:31.515" v="537"/>
        <pc:sldMkLst>
          <pc:docMk/>
          <pc:sldMk cId="4083913446" sldId="260"/>
        </pc:sldMkLst>
        <pc:grpChg chg="mod">
          <ac:chgData name="Esraa Mohamed" userId="32a53f8955a3383c" providerId="LiveId" clId="{F10043CA-7E0C-4C5B-B8AD-80B51C33A480}" dt="2026-09-01T07:43:42.860" v="523"/>
          <ac:grpSpMkLst>
            <pc:docMk/>
            <pc:sldMk cId="4083913446" sldId="260"/>
            <ac:grpSpMk id="40" creationId="{5C7E1EE0-45FB-80DD-5754-04D32F7E8A95}"/>
          </ac:grpSpMkLst>
        </pc:grpChg>
        <pc:grpChg chg="mod">
          <ac:chgData name="Esraa Mohamed" userId="32a53f8955a3383c" providerId="LiveId" clId="{F10043CA-7E0C-4C5B-B8AD-80B51C33A480}" dt="2026-09-01T07:44:24.614" v="533"/>
          <ac:grpSpMkLst>
            <pc:docMk/>
            <pc:sldMk cId="4083913446" sldId="260"/>
            <ac:grpSpMk id="49" creationId="{0919D361-4830-98A0-DE4F-FD0D2B1FBB82}"/>
          </ac:grpSpMkLst>
        </pc:grpChg>
        <pc:grpChg chg="mod">
          <ac:chgData name="Esraa Mohamed" userId="32a53f8955a3383c" providerId="LiveId" clId="{F10043CA-7E0C-4C5B-B8AD-80B51C33A480}" dt="2026-09-01T07:44:31.515" v="537"/>
          <ac:grpSpMkLst>
            <pc:docMk/>
            <pc:sldMk cId="4083913446" sldId="260"/>
            <ac:grpSpMk id="53" creationId="{D4FC3507-0116-7E94-105A-0F23F9E0F1AF}"/>
          </ac:grpSpMkLst>
        </pc:grpChg>
        <pc:inkChg chg="add">
          <ac:chgData name="Esraa Mohamed" userId="32a53f8955a3383c" providerId="LiveId" clId="{F10043CA-7E0C-4C5B-B8AD-80B51C33A480}" dt="2026-09-01T07:41:04.027" v="494" actId="9405"/>
          <ac:inkMkLst>
            <pc:docMk/>
            <pc:sldMk cId="4083913446" sldId="260"/>
            <ac:inkMk id="3" creationId="{1A623F7E-5C81-BD5E-EDC1-E84ADEB0EABF}"/>
          </ac:inkMkLst>
        </pc:inkChg>
        <pc:inkChg chg="add">
          <ac:chgData name="Esraa Mohamed" userId="32a53f8955a3383c" providerId="LiveId" clId="{F10043CA-7E0C-4C5B-B8AD-80B51C33A480}" dt="2026-09-01T07:41:06.125" v="495" actId="9405"/>
          <ac:inkMkLst>
            <pc:docMk/>
            <pc:sldMk cId="4083913446" sldId="260"/>
            <ac:inkMk id="4" creationId="{F2F16339-A5D2-371B-9909-671FAFA4F025}"/>
          </ac:inkMkLst>
        </pc:inkChg>
        <pc:inkChg chg="add del">
          <ac:chgData name="Esraa Mohamed" userId="32a53f8955a3383c" providerId="LiveId" clId="{F10043CA-7E0C-4C5B-B8AD-80B51C33A480}" dt="2026-09-01T07:41:26.345" v="497"/>
          <ac:inkMkLst>
            <pc:docMk/>
            <pc:sldMk cId="4083913446" sldId="260"/>
            <ac:inkMk id="6" creationId="{F0D18514-DC69-12BE-CF33-7C1DAA8C3A98}"/>
          </ac:inkMkLst>
        </pc:inkChg>
        <pc:inkChg chg="add mod">
          <ac:chgData name="Esraa Mohamed" userId="32a53f8955a3383c" providerId="LiveId" clId="{F10043CA-7E0C-4C5B-B8AD-80B51C33A480}" dt="2026-09-01T07:41:29.389" v="498"/>
          <ac:inkMkLst>
            <pc:docMk/>
            <pc:sldMk cId="4083913446" sldId="260"/>
            <ac:inkMk id="8" creationId="{3718618D-84C6-5D95-A595-E986D46C0657}"/>
          </ac:inkMkLst>
        </pc:inkChg>
        <pc:inkChg chg="add del">
          <ac:chgData name="Esraa Mohamed" userId="32a53f8955a3383c" providerId="LiveId" clId="{F10043CA-7E0C-4C5B-B8AD-80B51C33A480}" dt="2026-09-01T07:41:40.041" v="500"/>
          <ac:inkMkLst>
            <pc:docMk/>
            <pc:sldMk cId="4083913446" sldId="260"/>
            <ac:inkMk id="9" creationId="{73DB7B22-062A-9B9A-4BDB-4FBB0A91B4AE}"/>
          </ac:inkMkLst>
        </pc:inkChg>
        <pc:inkChg chg="add">
          <ac:chgData name="Esraa Mohamed" userId="32a53f8955a3383c" providerId="LiveId" clId="{F10043CA-7E0C-4C5B-B8AD-80B51C33A480}" dt="2026-09-01T07:41:40.041" v="500"/>
          <ac:inkMkLst>
            <pc:docMk/>
            <pc:sldMk cId="4083913446" sldId="260"/>
            <ac:inkMk id="10" creationId="{7C352121-C27C-B74B-4E34-7753DECD74FB}"/>
          </ac:inkMkLst>
        </pc:inkChg>
        <pc:inkChg chg="add del">
          <ac:chgData name="Esraa Mohamed" userId="32a53f8955a3383c" providerId="LiveId" clId="{F10043CA-7E0C-4C5B-B8AD-80B51C33A480}" dt="2026-09-01T07:41:43.356" v="502"/>
          <ac:inkMkLst>
            <pc:docMk/>
            <pc:sldMk cId="4083913446" sldId="260"/>
            <ac:inkMk id="12" creationId="{B728F50D-0557-757B-9EB4-29989F3242FD}"/>
          </ac:inkMkLst>
        </pc:inkChg>
        <pc:inkChg chg="add">
          <ac:chgData name="Esraa Mohamed" userId="32a53f8955a3383c" providerId="LiveId" clId="{F10043CA-7E0C-4C5B-B8AD-80B51C33A480}" dt="2026-09-01T07:41:43.356" v="502"/>
          <ac:inkMkLst>
            <pc:docMk/>
            <pc:sldMk cId="4083913446" sldId="260"/>
            <ac:inkMk id="13" creationId="{987ECA82-31B3-861E-65DE-24F06360A842}"/>
          </ac:inkMkLst>
        </pc:inkChg>
        <pc:inkChg chg="add">
          <ac:chgData name="Esraa Mohamed" userId="32a53f8955a3383c" providerId="LiveId" clId="{F10043CA-7E0C-4C5B-B8AD-80B51C33A480}" dt="2026-09-01T07:41:46.260" v="503" actId="9405"/>
          <ac:inkMkLst>
            <pc:docMk/>
            <pc:sldMk cId="4083913446" sldId="260"/>
            <ac:inkMk id="15" creationId="{372980D9-9366-352A-6BC2-EB20BF47C3F3}"/>
          </ac:inkMkLst>
        </pc:inkChg>
        <pc:inkChg chg="add">
          <ac:chgData name="Esraa Mohamed" userId="32a53f8955a3383c" providerId="LiveId" clId="{F10043CA-7E0C-4C5B-B8AD-80B51C33A480}" dt="2026-09-01T07:41:51.693" v="504" actId="9405"/>
          <ac:inkMkLst>
            <pc:docMk/>
            <pc:sldMk cId="4083913446" sldId="260"/>
            <ac:inkMk id="20" creationId="{0EC80FD2-3739-67AF-88FE-15A4B3E646F9}"/>
          </ac:inkMkLst>
        </pc:inkChg>
        <pc:inkChg chg="add del">
          <ac:chgData name="Esraa Mohamed" userId="32a53f8955a3383c" providerId="LiveId" clId="{F10043CA-7E0C-4C5B-B8AD-80B51C33A480}" dt="2026-09-01T07:41:53.330" v="506"/>
          <ac:inkMkLst>
            <pc:docMk/>
            <pc:sldMk cId="4083913446" sldId="260"/>
            <ac:inkMk id="22" creationId="{1F755B20-9452-E4E4-E24B-C6411D7BB188}"/>
          </ac:inkMkLst>
        </pc:inkChg>
        <pc:inkChg chg="add mod">
          <ac:chgData name="Esraa Mohamed" userId="32a53f8955a3383c" providerId="LiveId" clId="{F10043CA-7E0C-4C5B-B8AD-80B51C33A480}" dt="2026-09-01T07:41:54.890" v="507"/>
          <ac:inkMkLst>
            <pc:docMk/>
            <pc:sldMk cId="4083913446" sldId="260"/>
            <ac:inkMk id="24" creationId="{B7DB189E-DEF1-B982-BAE9-AA1EEE7026DA}"/>
          </ac:inkMkLst>
        </pc:inkChg>
        <pc:inkChg chg="add">
          <ac:chgData name="Esraa Mohamed" userId="32a53f8955a3383c" providerId="LiveId" clId="{F10043CA-7E0C-4C5B-B8AD-80B51C33A480}" dt="2026-09-01T07:42:00.576" v="508" actId="9405"/>
          <ac:inkMkLst>
            <pc:docMk/>
            <pc:sldMk cId="4083913446" sldId="260"/>
            <ac:inkMk id="26" creationId="{56159570-F5C9-4753-5DD7-52FA6A1B2CD4}"/>
          </ac:inkMkLst>
        </pc:inkChg>
        <pc:inkChg chg="add del">
          <ac:chgData name="Esraa Mohamed" userId="32a53f8955a3383c" providerId="LiveId" clId="{F10043CA-7E0C-4C5B-B8AD-80B51C33A480}" dt="2026-09-01T07:42:28.601" v="510"/>
          <ac:inkMkLst>
            <pc:docMk/>
            <pc:sldMk cId="4083913446" sldId="260"/>
            <ac:inkMk id="28" creationId="{64463BC1-9DC2-C629-873D-D80426AF1B80}"/>
          </ac:inkMkLst>
        </pc:inkChg>
        <pc:inkChg chg="add mod">
          <ac:chgData name="Esraa Mohamed" userId="32a53f8955a3383c" providerId="LiveId" clId="{F10043CA-7E0C-4C5B-B8AD-80B51C33A480}" dt="2026-09-01T07:42:34.142" v="511"/>
          <ac:inkMkLst>
            <pc:docMk/>
            <pc:sldMk cId="4083913446" sldId="260"/>
            <ac:inkMk id="29" creationId="{1CB05AC4-50A6-C4EF-F26D-2619C652BB6A}"/>
          </ac:inkMkLst>
        </pc:inkChg>
        <pc:inkChg chg="add del">
          <ac:chgData name="Esraa Mohamed" userId="32a53f8955a3383c" providerId="LiveId" clId="{F10043CA-7E0C-4C5B-B8AD-80B51C33A480}" dt="2026-09-01T07:42:54.747" v="513"/>
          <ac:inkMkLst>
            <pc:docMk/>
            <pc:sldMk cId="4083913446" sldId="260"/>
            <ac:inkMk id="30" creationId="{C3918BDF-6019-71C6-7BEA-7D4A88199C8F}"/>
          </ac:inkMkLst>
        </pc:inkChg>
        <pc:inkChg chg="add mod">
          <ac:chgData name="Esraa Mohamed" userId="32a53f8955a3383c" providerId="LiveId" clId="{F10043CA-7E0C-4C5B-B8AD-80B51C33A480}" dt="2026-09-01T07:42:56.175" v="514"/>
          <ac:inkMkLst>
            <pc:docMk/>
            <pc:sldMk cId="4083913446" sldId="260"/>
            <ac:inkMk id="31" creationId="{C5D3FA95-624A-A252-42BF-4AB7E073BBC8}"/>
          </ac:inkMkLst>
        </pc:inkChg>
        <pc:inkChg chg="add">
          <ac:chgData name="Esraa Mohamed" userId="32a53f8955a3383c" providerId="LiveId" clId="{F10043CA-7E0C-4C5B-B8AD-80B51C33A480}" dt="2026-09-01T07:42:58.537" v="515" actId="9405"/>
          <ac:inkMkLst>
            <pc:docMk/>
            <pc:sldMk cId="4083913446" sldId="260"/>
            <ac:inkMk id="32" creationId="{C71D8385-A36D-526B-3EAB-3C5AB0CD5F55}"/>
          </ac:inkMkLst>
        </pc:inkChg>
        <pc:inkChg chg="add">
          <ac:chgData name="Esraa Mohamed" userId="32a53f8955a3383c" providerId="LiveId" clId="{F10043CA-7E0C-4C5B-B8AD-80B51C33A480}" dt="2026-09-01T07:43:05.961" v="516" actId="9405"/>
          <ac:inkMkLst>
            <pc:docMk/>
            <pc:sldMk cId="4083913446" sldId="260"/>
            <ac:inkMk id="33" creationId="{14F33A35-C873-D2A3-4103-1DD3C6138380}"/>
          </ac:inkMkLst>
        </pc:inkChg>
        <pc:inkChg chg="add">
          <ac:chgData name="Esraa Mohamed" userId="32a53f8955a3383c" providerId="LiveId" clId="{F10043CA-7E0C-4C5B-B8AD-80B51C33A480}" dt="2026-09-01T07:43:17.008" v="517" actId="9405"/>
          <ac:inkMkLst>
            <pc:docMk/>
            <pc:sldMk cId="4083913446" sldId="260"/>
            <ac:inkMk id="34" creationId="{80928665-51B7-06D7-3613-8B6C5792CCFF}"/>
          </ac:inkMkLst>
        </pc:inkChg>
        <pc:inkChg chg="add del">
          <ac:chgData name="Esraa Mohamed" userId="32a53f8955a3383c" providerId="LiveId" clId="{F10043CA-7E0C-4C5B-B8AD-80B51C33A480}" dt="2026-09-01T07:43:28.517" v="519"/>
          <ac:inkMkLst>
            <pc:docMk/>
            <pc:sldMk cId="4083913446" sldId="260"/>
            <ac:inkMk id="35" creationId="{38C97EE2-C1DE-17AC-A844-C48DD3D80C98}"/>
          </ac:inkMkLst>
        </pc:inkChg>
        <pc:inkChg chg="add">
          <ac:chgData name="Esraa Mohamed" userId="32a53f8955a3383c" providerId="LiveId" clId="{F10043CA-7E0C-4C5B-B8AD-80B51C33A480}" dt="2026-09-01T07:43:28.517" v="519"/>
          <ac:inkMkLst>
            <pc:docMk/>
            <pc:sldMk cId="4083913446" sldId="260"/>
            <ac:inkMk id="36" creationId="{E7DFE090-AC38-5033-323C-AC1694D0A893}"/>
          </ac:inkMkLst>
        </pc:inkChg>
        <pc:inkChg chg="add">
          <ac:chgData name="Esraa Mohamed" userId="32a53f8955a3383c" providerId="LiveId" clId="{F10043CA-7E0C-4C5B-B8AD-80B51C33A480}" dt="2026-09-01T07:43:31.109" v="520" actId="9405"/>
          <ac:inkMkLst>
            <pc:docMk/>
            <pc:sldMk cId="4083913446" sldId="260"/>
            <ac:inkMk id="37" creationId="{A1EBB545-8D5B-5F2D-5C0E-D503C40DC231}"/>
          </ac:inkMkLst>
        </pc:inkChg>
        <pc:inkChg chg="add mod">
          <ac:chgData name="Esraa Mohamed" userId="32a53f8955a3383c" providerId="LiveId" clId="{F10043CA-7E0C-4C5B-B8AD-80B51C33A480}" dt="2026-09-01T07:43:42.860" v="523"/>
          <ac:inkMkLst>
            <pc:docMk/>
            <pc:sldMk cId="4083913446" sldId="260"/>
            <ac:inkMk id="38" creationId="{CA195E76-E044-4BA8-A032-63ECC8789FED}"/>
          </ac:inkMkLst>
        </pc:inkChg>
        <pc:inkChg chg="add mod">
          <ac:chgData name="Esraa Mohamed" userId="32a53f8955a3383c" providerId="LiveId" clId="{F10043CA-7E0C-4C5B-B8AD-80B51C33A480}" dt="2026-09-01T07:43:42.860" v="523"/>
          <ac:inkMkLst>
            <pc:docMk/>
            <pc:sldMk cId="4083913446" sldId="260"/>
            <ac:inkMk id="39" creationId="{57D5FA22-957B-6BC4-47F9-F5E465F9E6D8}"/>
          </ac:inkMkLst>
        </pc:inkChg>
        <pc:inkChg chg="add">
          <ac:chgData name="Esraa Mohamed" userId="32a53f8955a3383c" providerId="LiveId" clId="{F10043CA-7E0C-4C5B-B8AD-80B51C33A480}" dt="2026-09-01T07:43:55.286" v="524" actId="9405"/>
          <ac:inkMkLst>
            <pc:docMk/>
            <pc:sldMk cId="4083913446" sldId="260"/>
            <ac:inkMk id="41" creationId="{CC735B27-B632-D00D-85FD-0F27F1597DF6}"/>
          </ac:inkMkLst>
        </pc:inkChg>
        <pc:inkChg chg="add del">
          <ac:chgData name="Esraa Mohamed" userId="32a53f8955a3383c" providerId="LiveId" clId="{F10043CA-7E0C-4C5B-B8AD-80B51C33A480}" dt="2026-09-01T07:43:57.221" v="526"/>
          <ac:inkMkLst>
            <pc:docMk/>
            <pc:sldMk cId="4083913446" sldId="260"/>
            <ac:inkMk id="42" creationId="{C669A5FD-D872-62B2-165C-2E3BAAEED17C}"/>
          </ac:inkMkLst>
        </pc:inkChg>
        <pc:inkChg chg="add mod">
          <ac:chgData name="Esraa Mohamed" userId="32a53f8955a3383c" providerId="LiveId" clId="{F10043CA-7E0C-4C5B-B8AD-80B51C33A480}" dt="2026-09-01T07:43:59.344" v="527"/>
          <ac:inkMkLst>
            <pc:docMk/>
            <pc:sldMk cId="4083913446" sldId="260"/>
            <ac:inkMk id="43" creationId="{9262FD5D-6D9D-D100-9FC4-2D58E184CAD5}"/>
          </ac:inkMkLst>
        </pc:inkChg>
        <pc:inkChg chg="add del">
          <ac:chgData name="Esraa Mohamed" userId="32a53f8955a3383c" providerId="LiveId" clId="{F10043CA-7E0C-4C5B-B8AD-80B51C33A480}" dt="2026-09-01T07:44:15.318" v="529"/>
          <ac:inkMkLst>
            <pc:docMk/>
            <pc:sldMk cId="4083913446" sldId="260"/>
            <ac:inkMk id="44" creationId="{FC24B450-C6F2-6028-9A15-A977104DD8E9}"/>
          </ac:inkMkLst>
        </pc:inkChg>
        <pc:inkChg chg="add">
          <ac:chgData name="Esraa Mohamed" userId="32a53f8955a3383c" providerId="LiveId" clId="{F10043CA-7E0C-4C5B-B8AD-80B51C33A480}" dt="2026-09-01T07:44:15.318" v="529"/>
          <ac:inkMkLst>
            <pc:docMk/>
            <pc:sldMk cId="4083913446" sldId="260"/>
            <ac:inkMk id="45" creationId="{01018711-90F7-2E49-B610-415116E297BB}"/>
          </ac:inkMkLst>
        </pc:inkChg>
        <pc:inkChg chg="add mod">
          <ac:chgData name="Esraa Mohamed" userId="32a53f8955a3383c" providerId="LiveId" clId="{F10043CA-7E0C-4C5B-B8AD-80B51C33A480}" dt="2026-09-01T07:44:24.614" v="533"/>
          <ac:inkMkLst>
            <pc:docMk/>
            <pc:sldMk cId="4083913446" sldId="260"/>
            <ac:inkMk id="46" creationId="{43DBC6CF-F539-A264-A659-B4E1113831CC}"/>
          </ac:inkMkLst>
        </pc:inkChg>
        <pc:inkChg chg="add mod">
          <ac:chgData name="Esraa Mohamed" userId="32a53f8955a3383c" providerId="LiveId" clId="{F10043CA-7E0C-4C5B-B8AD-80B51C33A480}" dt="2026-09-01T07:44:24.614" v="533"/>
          <ac:inkMkLst>
            <pc:docMk/>
            <pc:sldMk cId="4083913446" sldId="260"/>
            <ac:inkMk id="47" creationId="{2AE4C88B-5C87-0ED0-4AD4-CFDA4E4C7586}"/>
          </ac:inkMkLst>
        </pc:inkChg>
        <pc:inkChg chg="add mod">
          <ac:chgData name="Esraa Mohamed" userId="32a53f8955a3383c" providerId="LiveId" clId="{F10043CA-7E0C-4C5B-B8AD-80B51C33A480}" dt="2026-09-01T07:44:24.614" v="533"/>
          <ac:inkMkLst>
            <pc:docMk/>
            <pc:sldMk cId="4083913446" sldId="260"/>
            <ac:inkMk id="48" creationId="{33F9B364-CF62-2854-3A66-AAD2F318FC29}"/>
          </ac:inkMkLst>
        </pc:inkChg>
        <pc:inkChg chg="add mod">
          <ac:chgData name="Esraa Mohamed" userId="32a53f8955a3383c" providerId="LiveId" clId="{F10043CA-7E0C-4C5B-B8AD-80B51C33A480}" dt="2026-09-01T07:44:31.515" v="537"/>
          <ac:inkMkLst>
            <pc:docMk/>
            <pc:sldMk cId="4083913446" sldId="260"/>
            <ac:inkMk id="50" creationId="{9D3249F9-0812-1E06-C74F-A91A17DEA1F2}"/>
          </ac:inkMkLst>
        </pc:inkChg>
        <pc:inkChg chg="add mod">
          <ac:chgData name="Esraa Mohamed" userId="32a53f8955a3383c" providerId="LiveId" clId="{F10043CA-7E0C-4C5B-B8AD-80B51C33A480}" dt="2026-09-01T07:44:31.515" v="537"/>
          <ac:inkMkLst>
            <pc:docMk/>
            <pc:sldMk cId="4083913446" sldId="260"/>
            <ac:inkMk id="51" creationId="{8E40504B-F66F-8977-B42D-6489EE2E095D}"/>
          </ac:inkMkLst>
        </pc:inkChg>
        <pc:inkChg chg="add mod">
          <ac:chgData name="Esraa Mohamed" userId="32a53f8955a3383c" providerId="LiveId" clId="{F10043CA-7E0C-4C5B-B8AD-80B51C33A480}" dt="2026-09-01T07:44:31.515" v="537"/>
          <ac:inkMkLst>
            <pc:docMk/>
            <pc:sldMk cId="4083913446" sldId="260"/>
            <ac:inkMk id="52" creationId="{80304DC5-1BFC-54E8-FCFC-1C2FE73A6BDC}"/>
          </ac:inkMkLst>
        </pc:inkChg>
      </pc:sldChg>
      <pc:sldChg chg="addSp delSp modSp mod">
        <pc:chgData name="Esraa Mohamed" userId="32a53f8955a3383c" providerId="LiveId" clId="{F10043CA-7E0C-4C5B-B8AD-80B51C33A480}" dt="2026-09-01T07:47:22.996" v="580"/>
        <pc:sldMkLst>
          <pc:docMk/>
          <pc:sldMk cId="1889236231" sldId="261"/>
        </pc:sldMkLst>
        <pc:grpChg chg="mod">
          <ac:chgData name="Esraa Mohamed" userId="32a53f8955a3383c" providerId="LiveId" clId="{F10043CA-7E0C-4C5B-B8AD-80B51C33A480}" dt="2026-09-01T07:45:34.550" v="544"/>
          <ac:grpSpMkLst>
            <pc:docMk/>
            <pc:sldMk cId="1889236231" sldId="261"/>
            <ac:grpSpMk id="11" creationId="{2BFCDF09-74FE-D06E-7575-510850AD3680}"/>
          </ac:grpSpMkLst>
        </pc:grpChg>
        <pc:grpChg chg="del mod">
          <ac:chgData name="Esraa Mohamed" userId="32a53f8955a3383c" providerId="LiveId" clId="{F10043CA-7E0C-4C5B-B8AD-80B51C33A480}" dt="2026-09-01T07:46:58.657" v="563"/>
          <ac:grpSpMkLst>
            <pc:docMk/>
            <pc:sldMk cId="1889236231" sldId="261"/>
            <ac:grpSpMk id="24" creationId="{3AC4D09C-D95C-A0E9-8D85-4A08A0BD1A57}"/>
          </ac:grpSpMkLst>
        </pc:grpChg>
        <pc:grpChg chg="del mod">
          <ac:chgData name="Esraa Mohamed" userId="32a53f8955a3383c" providerId="LiveId" clId="{F10043CA-7E0C-4C5B-B8AD-80B51C33A480}" dt="2026-09-01T07:47:05.699" v="567"/>
          <ac:grpSpMkLst>
            <pc:docMk/>
            <pc:sldMk cId="1889236231" sldId="261"/>
            <ac:grpSpMk id="29" creationId="{BD8B9C71-74C5-A116-4BC6-78D29A797441}"/>
          </ac:grpSpMkLst>
        </pc:grpChg>
        <pc:grpChg chg="del mod">
          <ac:chgData name="Esraa Mohamed" userId="32a53f8955a3383c" providerId="LiveId" clId="{F10043CA-7E0C-4C5B-B8AD-80B51C33A480}" dt="2026-09-01T07:47:02.081" v="565"/>
          <ac:grpSpMkLst>
            <pc:docMk/>
            <pc:sldMk cId="1889236231" sldId="261"/>
            <ac:grpSpMk id="37" creationId="{7CC1D62E-2699-586C-9962-3EC74E520549}"/>
          </ac:grpSpMkLst>
        </pc:grpChg>
        <pc:grpChg chg="mod">
          <ac:chgData name="Esraa Mohamed" userId="32a53f8955a3383c" providerId="LiveId" clId="{F10043CA-7E0C-4C5B-B8AD-80B51C33A480}" dt="2026-09-01T07:47:02.081" v="565"/>
          <ac:grpSpMkLst>
            <pc:docMk/>
            <pc:sldMk cId="1889236231" sldId="261"/>
            <ac:grpSpMk id="39" creationId="{B096BB4E-357D-F4B1-B38C-F07678B57DAD}"/>
          </ac:grpSpMkLst>
        </pc:grpChg>
        <pc:grpChg chg="mod">
          <ac:chgData name="Esraa Mohamed" userId="32a53f8955a3383c" providerId="LiveId" clId="{F10043CA-7E0C-4C5B-B8AD-80B51C33A480}" dt="2026-09-01T07:47:05.699" v="567"/>
          <ac:grpSpMkLst>
            <pc:docMk/>
            <pc:sldMk cId="1889236231" sldId="261"/>
            <ac:grpSpMk id="41" creationId="{B8A16033-3201-DBD1-FAAC-418452E7E287}"/>
          </ac:grpSpMkLst>
        </pc:grpChg>
        <pc:grpChg chg="mod">
          <ac:chgData name="Esraa Mohamed" userId="32a53f8955a3383c" providerId="LiveId" clId="{F10043CA-7E0C-4C5B-B8AD-80B51C33A480}" dt="2026-09-01T07:47:14.188" v="572"/>
          <ac:grpSpMkLst>
            <pc:docMk/>
            <pc:sldMk cId="1889236231" sldId="261"/>
            <ac:grpSpMk id="46" creationId="{22F7C84F-7375-43A9-5100-57EE0A6663C5}"/>
          </ac:grpSpMkLst>
        </pc:grpChg>
        <pc:grpChg chg="del mod">
          <ac:chgData name="Esraa Mohamed" userId="32a53f8955a3383c" providerId="LiveId" clId="{F10043CA-7E0C-4C5B-B8AD-80B51C33A480}" dt="2026-09-01T07:47:22.996" v="580"/>
          <ac:grpSpMkLst>
            <pc:docMk/>
            <pc:sldMk cId="1889236231" sldId="261"/>
            <ac:grpSpMk id="51" creationId="{F4A3C283-57FC-0E9F-95B7-D894932E1F7B}"/>
          </ac:grpSpMkLst>
        </pc:grpChg>
        <pc:grpChg chg="mod">
          <ac:chgData name="Esraa Mohamed" userId="32a53f8955a3383c" providerId="LiveId" clId="{F10043CA-7E0C-4C5B-B8AD-80B51C33A480}" dt="2026-09-01T07:47:20.008" v="577"/>
          <ac:grpSpMkLst>
            <pc:docMk/>
            <pc:sldMk cId="1889236231" sldId="261"/>
            <ac:grpSpMk id="52" creationId="{D5D70C88-7472-3B25-0AD2-E54AC9D595A8}"/>
          </ac:grpSpMkLst>
        </pc:grpChg>
        <pc:grpChg chg="mod">
          <ac:chgData name="Esraa Mohamed" userId="32a53f8955a3383c" providerId="LiveId" clId="{F10043CA-7E0C-4C5B-B8AD-80B51C33A480}" dt="2026-09-01T07:47:22.996" v="580"/>
          <ac:grpSpMkLst>
            <pc:docMk/>
            <pc:sldMk cId="1889236231" sldId="261"/>
            <ac:grpSpMk id="55" creationId="{84D3BC7B-29AD-D3AE-88F9-C7A1A13F55FF}"/>
          </ac:grpSpMkLst>
        </pc:grpChg>
        <pc:inkChg chg="add">
          <ac:chgData name="Esraa Mohamed" userId="32a53f8955a3383c" providerId="LiveId" clId="{F10043CA-7E0C-4C5B-B8AD-80B51C33A480}" dt="2026-09-01T07:45:21.003" v="538" actId="9405"/>
          <ac:inkMkLst>
            <pc:docMk/>
            <pc:sldMk cId="1889236231" sldId="261"/>
            <ac:inkMk id="4" creationId="{9E6CAEF6-A40D-F326-B19F-20A0F216D916}"/>
          </ac:inkMkLst>
        </pc:inkChg>
        <pc:inkChg chg="add del">
          <ac:chgData name="Esraa Mohamed" userId="32a53f8955a3383c" providerId="LiveId" clId="{F10043CA-7E0C-4C5B-B8AD-80B51C33A480}" dt="2026-09-01T07:45:23.289" v="540"/>
          <ac:inkMkLst>
            <pc:docMk/>
            <pc:sldMk cId="1889236231" sldId="261"/>
            <ac:inkMk id="5" creationId="{AB234A69-EA2D-D5A5-84C2-B9A97D8D7A8D}"/>
          </ac:inkMkLst>
        </pc:inkChg>
        <pc:inkChg chg="add">
          <ac:chgData name="Esraa Mohamed" userId="32a53f8955a3383c" providerId="LiveId" clId="{F10043CA-7E0C-4C5B-B8AD-80B51C33A480}" dt="2026-09-01T07:45:23.289" v="540"/>
          <ac:inkMkLst>
            <pc:docMk/>
            <pc:sldMk cId="1889236231" sldId="261"/>
            <ac:inkMk id="6" creationId="{6F2B6917-501B-00FD-DD02-0443F0D2029D}"/>
          </ac:inkMkLst>
        </pc:inkChg>
        <pc:inkChg chg="add">
          <ac:chgData name="Esraa Mohamed" userId="32a53f8955a3383c" providerId="LiveId" clId="{F10043CA-7E0C-4C5B-B8AD-80B51C33A480}" dt="2026-09-01T07:45:27.906" v="541" actId="9405"/>
          <ac:inkMkLst>
            <pc:docMk/>
            <pc:sldMk cId="1889236231" sldId="261"/>
            <ac:inkMk id="8" creationId="{4A44A9A2-EA5E-B86F-8E50-5FC3FD7B2099}"/>
          </ac:inkMkLst>
        </pc:inkChg>
        <pc:inkChg chg="add mod">
          <ac:chgData name="Esraa Mohamed" userId="32a53f8955a3383c" providerId="LiveId" clId="{F10043CA-7E0C-4C5B-B8AD-80B51C33A480}" dt="2026-09-01T07:45:34.550" v="544"/>
          <ac:inkMkLst>
            <pc:docMk/>
            <pc:sldMk cId="1889236231" sldId="261"/>
            <ac:inkMk id="9" creationId="{941062F5-44F0-021F-9880-51A93A4B39A5}"/>
          </ac:inkMkLst>
        </pc:inkChg>
        <pc:inkChg chg="add mod">
          <ac:chgData name="Esraa Mohamed" userId="32a53f8955a3383c" providerId="LiveId" clId="{F10043CA-7E0C-4C5B-B8AD-80B51C33A480}" dt="2026-09-01T07:45:34.550" v="544"/>
          <ac:inkMkLst>
            <pc:docMk/>
            <pc:sldMk cId="1889236231" sldId="261"/>
            <ac:inkMk id="10" creationId="{BCEEE35A-ADAA-4D87-760E-45A7F3DD13ED}"/>
          </ac:inkMkLst>
        </pc:inkChg>
        <pc:inkChg chg="add">
          <ac:chgData name="Esraa Mohamed" userId="32a53f8955a3383c" providerId="LiveId" clId="{F10043CA-7E0C-4C5B-B8AD-80B51C33A480}" dt="2026-09-01T07:45:45.560" v="545" actId="9405"/>
          <ac:inkMkLst>
            <pc:docMk/>
            <pc:sldMk cId="1889236231" sldId="261"/>
            <ac:inkMk id="12" creationId="{973E9B19-A7EA-E0C1-F633-A995E418DE21}"/>
          </ac:inkMkLst>
        </pc:inkChg>
        <pc:inkChg chg="add">
          <ac:chgData name="Esraa Mohamed" userId="32a53f8955a3383c" providerId="LiveId" clId="{F10043CA-7E0C-4C5B-B8AD-80B51C33A480}" dt="2026-09-01T07:45:59.015" v="546" actId="9405"/>
          <ac:inkMkLst>
            <pc:docMk/>
            <pc:sldMk cId="1889236231" sldId="261"/>
            <ac:inkMk id="14" creationId="{7C2A53E4-5FDF-0C8F-00F7-A116093C3BD2}"/>
          </ac:inkMkLst>
        </pc:inkChg>
        <pc:inkChg chg="add">
          <ac:chgData name="Esraa Mohamed" userId="32a53f8955a3383c" providerId="LiveId" clId="{F10043CA-7E0C-4C5B-B8AD-80B51C33A480}" dt="2026-09-01T07:46:04.843" v="547" actId="9405"/>
          <ac:inkMkLst>
            <pc:docMk/>
            <pc:sldMk cId="1889236231" sldId="261"/>
            <ac:inkMk id="21" creationId="{BA3511A7-E7D1-366B-5613-BEB7861A27C5}"/>
          </ac:inkMkLst>
        </pc:inkChg>
        <pc:inkChg chg="add mod">
          <ac:chgData name="Esraa Mohamed" userId="32a53f8955a3383c" providerId="LiveId" clId="{F10043CA-7E0C-4C5B-B8AD-80B51C33A480}" dt="2026-09-01T07:47:02.081" v="565"/>
          <ac:inkMkLst>
            <pc:docMk/>
            <pc:sldMk cId="1889236231" sldId="261"/>
            <ac:inkMk id="22" creationId="{2A9676AE-64AC-A708-DD24-BE328B2E1B5B}"/>
          </ac:inkMkLst>
        </pc:inkChg>
        <pc:inkChg chg="add mod">
          <ac:chgData name="Esraa Mohamed" userId="32a53f8955a3383c" providerId="LiveId" clId="{F10043CA-7E0C-4C5B-B8AD-80B51C33A480}" dt="2026-09-01T07:47:02.081" v="565"/>
          <ac:inkMkLst>
            <pc:docMk/>
            <pc:sldMk cId="1889236231" sldId="261"/>
            <ac:inkMk id="23" creationId="{6341054D-DCAF-35E2-097C-2470086AC4FD}"/>
          </ac:inkMkLst>
        </pc:inkChg>
        <pc:inkChg chg="add">
          <ac:chgData name="Esraa Mohamed" userId="32a53f8955a3383c" providerId="LiveId" clId="{F10043CA-7E0C-4C5B-B8AD-80B51C33A480}" dt="2026-09-01T07:46:11.502" v="551" actId="9405"/>
          <ac:inkMkLst>
            <pc:docMk/>
            <pc:sldMk cId="1889236231" sldId="261"/>
            <ac:inkMk id="25" creationId="{692C2F07-F85E-31DD-CC26-0331A09DCD19}"/>
          </ac:inkMkLst>
        </pc:inkChg>
        <pc:inkChg chg="add">
          <ac:chgData name="Esraa Mohamed" userId="32a53f8955a3383c" providerId="LiveId" clId="{F10043CA-7E0C-4C5B-B8AD-80B51C33A480}" dt="2026-09-01T07:46:14.925" v="552" actId="9405"/>
          <ac:inkMkLst>
            <pc:docMk/>
            <pc:sldMk cId="1889236231" sldId="261"/>
            <ac:inkMk id="26" creationId="{E81C2789-F552-0B83-93E0-F11AAB9C2D87}"/>
          </ac:inkMkLst>
        </pc:inkChg>
        <pc:inkChg chg="add mod">
          <ac:chgData name="Esraa Mohamed" userId="32a53f8955a3383c" providerId="LiveId" clId="{F10043CA-7E0C-4C5B-B8AD-80B51C33A480}" dt="2026-09-01T07:47:05.699" v="567"/>
          <ac:inkMkLst>
            <pc:docMk/>
            <pc:sldMk cId="1889236231" sldId="261"/>
            <ac:inkMk id="27" creationId="{E1100066-1D1F-F766-D043-3C165EF10585}"/>
          </ac:inkMkLst>
        </pc:inkChg>
        <pc:inkChg chg="add mod">
          <ac:chgData name="Esraa Mohamed" userId="32a53f8955a3383c" providerId="LiveId" clId="{F10043CA-7E0C-4C5B-B8AD-80B51C33A480}" dt="2026-09-01T07:47:05.699" v="567"/>
          <ac:inkMkLst>
            <pc:docMk/>
            <pc:sldMk cId="1889236231" sldId="261"/>
            <ac:inkMk id="28" creationId="{D3707C09-7548-AF02-1CE4-AE66406BEC5D}"/>
          </ac:inkMkLst>
        </pc:inkChg>
        <pc:inkChg chg="add">
          <ac:chgData name="Esraa Mohamed" userId="32a53f8955a3383c" providerId="LiveId" clId="{F10043CA-7E0C-4C5B-B8AD-80B51C33A480}" dt="2026-09-01T07:46:35.875" v="556" actId="9405"/>
          <ac:inkMkLst>
            <pc:docMk/>
            <pc:sldMk cId="1889236231" sldId="261"/>
            <ac:inkMk id="30" creationId="{F62E063E-E9CE-3813-62C4-D9A44EB33234}"/>
          </ac:inkMkLst>
        </pc:inkChg>
        <pc:inkChg chg="add del">
          <ac:chgData name="Esraa Mohamed" userId="32a53f8955a3383c" providerId="LiveId" clId="{F10043CA-7E0C-4C5B-B8AD-80B51C33A480}" dt="2026-09-01T07:46:38.421" v="558"/>
          <ac:inkMkLst>
            <pc:docMk/>
            <pc:sldMk cId="1889236231" sldId="261"/>
            <ac:inkMk id="31" creationId="{CF949846-6184-5353-0B3C-021F6D6FA264}"/>
          </ac:inkMkLst>
        </pc:inkChg>
        <pc:inkChg chg="add">
          <ac:chgData name="Esraa Mohamed" userId="32a53f8955a3383c" providerId="LiveId" clId="{F10043CA-7E0C-4C5B-B8AD-80B51C33A480}" dt="2026-09-01T07:46:38.421" v="558"/>
          <ac:inkMkLst>
            <pc:docMk/>
            <pc:sldMk cId="1889236231" sldId="261"/>
            <ac:inkMk id="32" creationId="{B2F480C9-3A2E-F37C-A6D3-3FCA9F33C7B8}"/>
          </ac:inkMkLst>
        </pc:inkChg>
        <pc:inkChg chg="add">
          <ac:chgData name="Esraa Mohamed" userId="32a53f8955a3383c" providerId="LiveId" clId="{F10043CA-7E0C-4C5B-B8AD-80B51C33A480}" dt="2026-09-01T07:46:43.973" v="559" actId="9405"/>
          <ac:inkMkLst>
            <pc:docMk/>
            <pc:sldMk cId="1889236231" sldId="261"/>
            <ac:inkMk id="33" creationId="{779EB403-8A46-19B1-0849-12CBDF764BFE}"/>
          </ac:inkMkLst>
        </pc:inkChg>
        <pc:inkChg chg="add">
          <ac:chgData name="Esraa Mohamed" userId="32a53f8955a3383c" providerId="LiveId" clId="{F10043CA-7E0C-4C5B-B8AD-80B51C33A480}" dt="2026-09-01T07:46:51.259" v="560" actId="9405"/>
          <ac:inkMkLst>
            <pc:docMk/>
            <pc:sldMk cId="1889236231" sldId="261"/>
            <ac:inkMk id="34" creationId="{9804F3D6-2555-7F17-F044-F12722074426}"/>
          </ac:inkMkLst>
        </pc:inkChg>
        <pc:inkChg chg="add mod">
          <ac:chgData name="Esraa Mohamed" userId="32a53f8955a3383c" providerId="LiveId" clId="{F10043CA-7E0C-4C5B-B8AD-80B51C33A480}" dt="2026-09-01T07:47:02.081" v="565"/>
          <ac:inkMkLst>
            <pc:docMk/>
            <pc:sldMk cId="1889236231" sldId="261"/>
            <ac:inkMk id="35" creationId="{F9DF6398-3BB4-79E0-34BF-6618A269F81B}"/>
          </ac:inkMkLst>
        </pc:inkChg>
        <pc:inkChg chg="add mod">
          <ac:chgData name="Esraa Mohamed" userId="32a53f8955a3383c" providerId="LiveId" clId="{F10043CA-7E0C-4C5B-B8AD-80B51C33A480}" dt="2026-09-01T07:47:02.081" v="565"/>
          <ac:inkMkLst>
            <pc:docMk/>
            <pc:sldMk cId="1889236231" sldId="261"/>
            <ac:inkMk id="36" creationId="{32D3BED9-6B67-7FD1-74E3-77FA2E53EAC7}"/>
          </ac:inkMkLst>
        </pc:inkChg>
        <pc:inkChg chg="add mod">
          <ac:chgData name="Esraa Mohamed" userId="32a53f8955a3383c" providerId="LiveId" clId="{F10043CA-7E0C-4C5B-B8AD-80B51C33A480}" dt="2026-09-01T07:47:02.081" v="565"/>
          <ac:inkMkLst>
            <pc:docMk/>
            <pc:sldMk cId="1889236231" sldId="261"/>
            <ac:inkMk id="38" creationId="{2158034D-D407-B07E-F24E-68A0D9A3E353}"/>
          </ac:inkMkLst>
        </pc:inkChg>
        <pc:inkChg chg="add mod">
          <ac:chgData name="Esraa Mohamed" userId="32a53f8955a3383c" providerId="LiveId" clId="{F10043CA-7E0C-4C5B-B8AD-80B51C33A480}" dt="2026-09-01T07:47:05.699" v="567"/>
          <ac:inkMkLst>
            <pc:docMk/>
            <pc:sldMk cId="1889236231" sldId="261"/>
            <ac:inkMk id="40" creationId="{462C7CCB-0456-446F-E486-7593E164C6DD}"/>
          </ac:inkMkLst>
        </pc:inkChg>
        <pc:inkChg chg="add">
          <ac:chgData name="Esraa Mohamed" userId="32a53f8955a3383c" providerId="LiveId" clId="{F10043CA-7E0C-4C5B-B8AD-80B51C33A480}" dt="2026-09-01T07:47:08.265" v="568" actId="9405"/>
          <ac:inkMkLst>
            <pc:docMk/>
            <pc:sldMk cId="1889236231" sldId="261"/>
            <ac:inkMk id="42" creationId="{A208803C-E9EE-CD25-4A7B-D9FC276011CF}"/>
          </ac:inkMkLst>
        </pc:inkChg>
        <pc:inkChg chg="add mod">
          <ac:chgData name="Esraa Mohamed" userId="32a53f8955a3383c" providerId="LiveId" clId="{F10043CA-7E0C-4C5B-B8AD-80B51C33A480}" dt="2026-09-01T07:47:14.188" v="572"/>
          <ac:inkMkLst>
            <pc:docMk/>
            <pc:sldMk cId="1889236231" sldId="261"/>
            <ac:inkMk id="43" creationId="{8FC7F18D-E0F2-3856-6AB0-B5F1DA35F83D}"/>
          </ac:inkMkLst>
        </pc:inkChg>
        <pc:inkChg chg="add mod">
          <ac:chgData name="Esraa Mohamed" userId="32a53f8955a3383c" providerId="LiveId" clId="{F10043CA-7E0C-4C5B-B8AD-80B51C33A480}" dt="2026-09-01T07:47:14.188" v="572"/>
          <ac:inkMkLst>
            <pc:docMk/>
            <pc:sldMk cId="1889236231" sldId="261"/>
            <ac:inkMk id="44" creationId="{51E2A117-6FE0-F057-188D-33B049357832}"/>
          </ac:inkMkLst>
        </pc:inkChg>
        <pc:inkChg chg="add mod">
          <ac:chgData name="Esraa Mohamed" userId="32a53f8955a3383c" providerId="LiveId" clId="{F10043CA-7E0C-4C5B-B8AD-80B51C33A480}" dt="2026-09-01T07:47:14.188" v="572"/>
          <ac:inkMkLst>
            <pc:docMk/>
            <pc:sldMk cId="1889236231" sldId="261"/>
            <ac:inkMk id="45" creationId="{7F992CE5-12EE-C80E-733A-7E6F90908682}"/>
          </ac:inkMkLst>
        </pc:inkChg>
        <pc:inkChg chg="add mod">
          <ac:chgData name="Esraa Mohamed" userId="32a53f8955a3383c" providerId="LiveId" clId="{F10043CA-7E0C-4C5B-B8AD-80B51C33A480}" dt="2026-09-01T07:47:20.008" v="577"/>
          <ac:inkMkLst>
            <pc:docMk/>
            <pc:sldMk cId="1889236231" sldId="261"/>
            <ac:inkMk id="47" creationId="{EE0B5CBD-E345-AFE0-2961-36487AC4AA09}"/>
          </ac:inkMkLst>
        </pc:inkChg>
        <pc:inkChg chg="add mod">
          <ac:chgData name="Esraa Mohamed" userId="32a53f8955a3383c" providerId="LiveId" clId="{F10043CA-7E0C-4C5B-B8AD-80B51C33A480}" dt="2026-09-01T07:47:20.008" v="577"/>
          <ac:inkMkLst>
            <pc:docMk/>
            <pc:sldMk cId="1889236231" sldId="261"/>
            <ac:inkMk id="48" creationId="{D127884E-A323-A97F-E486-E9CB71EA511D}"/>
          </ac:inkMkLst>
        </pc:inkChg>
        <pc:inkChg chg="add mod">
          <ac:chgData name="Esraa Mohamed" userId="32a53f8955a3383c" providerId="LiveId" clId="{F10043CA-7E0C-4C5B-B8AD-80B51C33A480}" dt="2026-09-01T07:47:22.996" v="580"/>
          <ac:inkMkLst>
            <pc:docMk/>
            <pc:sldMk cId="1889236231" sldId="261"/>
            <ac:inkMk id="49" creationId="{92EFF917-B5E1-5FC9-4975-57483FB68159}"/>
          </ac:inkMkLst>
        </pc:inkChg>
        <pc:inkChg chg="add mod">
          <ac:chgData name="Esraa Mohamed" userId="32a53f8955a3383c" providerId="LiveId" clId="{F10043CA-7E0C-4C5B-B8AD-80B51C33A480}" dt="2026-09-01T07:47:22.996" v="580"/>
          <ac:inkMkLst>
            <pc:docMk/>
            <pc:sldMk cId="1889236231" sldId="261"/>
            <ac:inkMk id="50" creationId="{1D163E18-8DB6-CDC7-2058-1E3DA2F01468}"/>
          </ac:inkMkLst>
        </pc:inkChg>
        <pc:inkChg chg="add mod">
          <ac:chgData name="Esraa Mohamed" userId="32a53f8955a3383c" providerId="LiveId" clId="{F10043CA-7E0C-4C5B-B8AD-80B51C33A480}" dt="2026-09-01T07:47:22.996" v="580"/>
          <ac:inkMkLst>
            <pc:docMk/>
            <pc:sldMk cId="1889236231" sldId="261"/>
            <ac:inkMk id="53" creationId="{50F8FF58-E3BF-403C-D362-A8AEF47C6D52}"/>
          </ac:inkMkLst>
        </pc:inkChg>
        <pc:inkChg chg="add mod">
          <ac:chgData name="Esraa Mohamed" userId="32a53f8955a3383c" providerId="LiveId" clId="{F10043CA-7E0C-4C5B-B8AD-80B51C33A480}" dt="2026-09-01T07:47:22.996" v="580"/>
          <ac:inkMkLst>
            <pc:docMk/>
            <pc:sldMk cId="1889236231" sldId="261"/>
            <ac:inkMk id="54" creationId="{40A0146F-68A3-5A86-06A2-11A5B551CA17}"/>
          </ac:inkMkLst>
        </pc:inkChg>
      </pc:sldChg>
      <pc:sldChg chg="addSp modSp mod">
        <pc:chgData name="Esraa Mohamed" userId="32a53f8955a3383c" providerId="LiveId" clId="{F10043CA-7E0C-4C5B-B8AD-80B51C33A480}" dt="2026-09-01T07:48:03.773" v="586" actId="9405"/>
        <pc:sldMkLst>
          <pc:docMk/>
          <pc:sldMk cId="1140599065" sldId="262"/>
        </pc:sldMkLst>
        <pc:grpChg chg="mod">
          <ac:chgData name="Esraa Mohamed" userId="32a53f8955a3383c" providerId="LiveId" clId="{F10043CA-7E0C-4C5B-B8AD-80B51C33A480}" dt="2026-09-01T07:48:01.120" v="584"/>
          <ac:grpSpMkLst>
            <pc:docMk/>
            <pc:sldMk cId="1140599065" sldId="262"/>
            <ac:grpSpMk id="7" creationId="{956F4B0E-6E03-81E3-110E-2D55397912EB}"/>
          </ac:grpSpMkLst>
        </pc:grpChg>
        <pc:inkChg chg="add">
          <ac:chgData name="Esraa Mohamed" userId="32a53f8955a3383c" providerId="LiveId" clId="{F10043CA-7E0C-4C5B-B8AD-80B51C33A480}" dt="2026-09-01T07:47:56.920" v="581" actId="9405"/>
          <ac:inkMkLst>
            <pc:docMk/>
            <pc:sldMk cId="1140599065" sldId="262"/>
            <ac:inkMk id="4" creationId="{B0FD81AB-D4E7-C91B-52F6-EA1B339FDC17}"/>
          </ac:inkMkLst>
        </pc:inkChg>
        <pc:inkChg chg="add mod">
          <ac:chgData name="Esraa Mohamed" userId="32a53f8955a3383c" providerId="LiveId" clId="{F10043CA-7E0C-4C5B-B8AD-80B51C33A480}" dt="2026-09-01T07:48:01.120" v="584"/>
          <ac:inkMkLst>
            <pc:docMk/>
            <pc:sldMk cId="1140599065" sldId="262"/>
            <ac:inkMk id="5" creationId="{0B786446-3EEA-5228-977E-BCEC336B7FCA}"/>
          </ac:inkMkLst>
        </pc:inkChg>
        <pc:inkChg chg="add mod">
          <ac:chgData name="Esraa Mohamed" userId="32a53f8955a3383c" providerId="LiveId" clId="{F10043CA-7E0C-4C5B-B8AD-80B51C33A480}" dt="2026-09-01T07:48:01.120" v="584"/>
          <ac:inkMkLst>
            <pc:docMk/>
            <pc:sldMk cId="1140599065" sldId="262"/>
            <ac:inkMk id="6" creationId="{25682B4B-9A07-E3FD-0310-470EAFDF3481}"/>
          </ac:inkMkLst>
        </pc:inkChg>
        <pc:inkChg chg="add">
          <ac:chgData name="Esraa Mohamed" userId="32a53f8955a3383c" providerId="LiveId" clId="{F10043CA-7E0C-4C5B-B8AD-80B51C33A480}" dt="2026-09-01T07:48:01.965" v="585" actId="9405"/>
          <ac:inkMkLst>
            <pc:docMk/>
            <pc:sldMk cId="1140599065" sldId="262"/>
            <ac:inkMk id="9" creationId="{39FBE7AA-60B5-F051-D77A-706BDAE4B32B}"/>
          </ac:inkMkLst>
        </pc:inkChg>
        <pc:inkChg chg="add">
          <ac:chgData name="Esraa Mohamed" userId="32a53f8955a3383c" providerId="LiveId" clId="{F10043CA-7E0C-4C5B-B8AD-80B51C33A480}" dt="2026-09-01T07:48:03.773" v="586" actId="9405"/>
          <ac:inkMkLst>
            <pc:docMk/>
            <pc:sldMk cId="1140599065" sldId="262"/>
            <ac:inkMk id="14" creationId="{9828523E-D5F1-12D8-3EA0-711AF64F1306}"/>
          </ac:inkMkLst>
        </pc:inkChg>
      </pc:sldChg>
      <pc:sldChg chg="addSp modSp mod">
        <pc:chgData name="Esraa Mohamed" userId="32a53f8955a3383c" providerId="LiveId" clId="{F10043CA-7E0C-4C5B-B8AD-80B51C33A480}" dt="2026-09-01T07:49:19.407" v="594"/>
        <pc:sldMkLst>
          <pc:docMk/>
          <pc:sldMk cId="2094108837" sldId="263"/>
        </pc:sldMkLst>
        <pc:grpChg chg="mod">
          <ac:chgData name="Esraa Mohamed" userId="32a53f8955a3383c" providerId="LiveId" clId="{F10043CA-7E0C-4C5B-B8AD-80B51C33A480}" dt="2026-09-01T07:49:16.926" v="592"/>
          <ac:grpSpMkLst>
            <pc:docMk/>
            <pc:sldMk cId="2094108837" sldId="263"/>
            <ac:grpSpMk id="14" creationId="{B46A65C8-0FE3-9BAA-AE4D-D55B9B48C0DF}"/>
          </ac:grpSpMkLst>
        </pc:grpChg>
        <pc:grpChg chg="mod">
          <ac:chgData name="Esraa Mohamed" userId="32a53f8955a3383c" providerId="LiveId" clId="{F10043CA-7E0C-4C5B-B8AD-80B51C33A480}" dt="2026-09-01T07:49:19.407" v="594"/>
          <ac:grpSpMkLst>
            <pc:docMk/>
            <pc:sldMk cId="2094108837" sldId="263"/>
            <ac:grpSpMk id="18" creationId="{EE5C3464-14AF-9E5C-8DA1-B789FFB31B22}"/>
          </ac:grpSpMkLst>
        </pc:grpChg>
        <pc:inkChg chg="add">
          <ac:chgData name="Esraa Mohamed" userId="32a53f8955a3383c" providerId="LiveId" clId="{F10043CA-7E0C-4C5B-B8AD-80B51C33A480}" dt="2026-09-01T07:48:46.805" v="587" actId="9405"/>
          <ac:inkMkLst>
            <pc:docMk/>
            <pc:sldMk cId="2094108837" sldId="263"/>
            <ac:inkMk id="4" creationId="{5C7D8EC8-B56A-8EC6-13B4-4000DDB55F9E}"/>
          </ac:inkMkLst>
        </pc:inkChg>
        <pc:inkChg chg="add">
          <ac:chgData name="Esraa Mohamed" userId="32a53f8955a3383c" providerId="LiveId" clId="{F10043CA-7E0C-4C5B-B8AD-80B51C33A480}" dt="2026-09-01T07:49:10.462" v="588" actId="9405"/>
          <ac:inkMkLst>
            <pc:docMk/>
            <pc:sldMk cId="2094108837" sldId="263"/>
            <ac:inkMk id="5" creationId="{B608B7F6-A96E-23B3-8EA9-6F1D61BD9609}"/>
          </ac:inkMkLst>
        </pc:inkChg>
        <pc:inkChg chg="add mod">
          <ac:chgData name="Esraa Mohamed" userId="32a53f8955a3383c" providerId="LiveId" clId="{F10043CA-7E0C-4C5B-B8AD-80B51C33A480}" dt="2026-09-01T07:49:16.926" v="592"/>
          <ac:inkMkLst>
            <pc:docMk/>
            <pc:sldMk cId="2094108837" sldId="263"/>
            <ac:inkMk id="6" creationId="{58380B58-7881-AE19-A2D2-FE59A0B9ADFB}"/>
          </ac:inkMkLst>
        </pc:inkChg>
        <pc:inkChg chg="add mod">
          <ac:chgData name="Esraa Mohamed" userId="32a53f8955a3383c" providerId="LiveId" clId="{F10043CA-7E0C-4C5B-B8AD-80B51C33A480}" dt="2026-09-01T07:49:16.926" v="592"/>
          <ac:inkMkLst>
            <pc:docMk/>
            <pc:sldMk cId="2094108837" sldId="263"/>
            <ac:inkMk id="7" creationId="{E15BC799-9C99-4E0E-6C8C-3ECF49DFA398}"/>
          </ac:inkMkLst>
        </pc:inkChg>
        <pc:inkChg chg="add mod">
          <ac:chgData name="Esraa Mohamed" userId="32a53f8955a3383c" providerId="LiveId" clId="{F10043CA-7E0C-4C5B-B8AD-80B51C33A480}" dt="2026-09-01T07:49:19.407" v="594"/>
          <ac:inkMkLst>
            <pc:docMk/>
            <pc:sldMk cId="2094108837" sldId="263"/>
            <ac:inkMk id="9" creationId="{849D74B7-BFC0-24AA-A1FC-F4C502E8B648}"/>
          </ac:inkMkLst>
        </pc:inkChg>
        <pc:inkChg chg="add mod">
          <ac:chgData name="Esraa Mohamed" userId="32a53f8955a3383c" providerId="LiveId" clId="{F10043CA-7E0C-4C5B-B8AD-80B51C33A480}" dt="2026-09-01T07:49:19.407" v="594"/>
          <ac:inkMkLst>
            <pc:docMk/>
            <pc:sldMk cId="2094108837" sldId="263"/>
            <ac:inkMk id="16" creationId="{B67F9B85-6234-F38C-F77A-CD27650BD666}"/>
          </ac:inkMkLst>
        </pc:inkChg>
      </pc:sldChg>
      <pc:sldChg chg="addSp delSp modSp mod ord">
        <pc:chgData name="Esraa Mohamed" userId="32a53f8955a3383c" providerId="LiveId" clId="{F10043CA-7E0C-4C5B-B8AD-80B51C33A480}" dt="2026-09-01T07:50:27.201" v="618" actId="9405"/>
        <pc:sldMkLst>
          <pc:docMk/>
          <pc:sldMk cId="2086593155" sldId="264"/>
        </pc:sldMkLst>
        <pc:grpChg chg="del mod">
          <ac:chgData name="Esraa Mohamed" userId="32a53f8955a3383c" providerId="LiveId" clId="{F10043CA-7E0C-4C5B-B8AD-80B51C33A480}" dt="2026-09-01T07:50:02.333" v="611"/>
          <ac:grpSpMkLst>
            <pc:docMk/>
            <pc:sldMk cId="2086593155" sldId="264"/>
            <ac:grpSpMk id="23" creationId="{7DD9D1A3-C59E-434B-7693-6192ECFC6E93}"/>
          </ac:grpSpMkLst>
        </pc:grpChg>
        <pc:grpChg chg="mod">
          <ac:chgData name="Esraa Mohamed" userId="32a53f8955a3383c" providerId="LiveId" clId="{F10043CA-7E0C-4C5B-B8AD-80B51C33A480}" dt="2026-09-01T07:50:02.333" v="611"/>
          <ac:grpSpMkLst>
            <pc:docMk/>
            <pc:sldMk cId="2086593155" sldId="264"/>
            <ac:grpSpMk id="26" creationId="{192F993E-58D0-E85D-36A8-CE0E42204BF3}"/>
          </ac:grpSpMkLst>
        </pc:grpChg>
        <pc:inkChg chg="add">
          <ac:chgData name="Esraa Mohamed" userId="32a53f8955a3383c" providerId="LiveId" clId="{F10043CA-7E0C-4C5B-B8AD-80B51C33A480}" dt="2026-09-01T07:49:37.064" v="595" actId="9405"/>
          <ac:inkMkLst>
            <pc:docMk/>
            <pc:sldMk cId="2086593155" sldId="264"/>
            <ac:inkMk id="4" creationId="{0860A147-AEC0-3CE6-E799-FB9E979470E6}"/>
          </ac:inkMkLst>
        </pc:inkChg>
        <pc:inkChg chg="add del">
          <ac:chgData name="Esraa Mohamed" userId="32a53f8955a3383c" providerId="LiveId" clId="{F10043CA-7E0C-4C5B-B8AD-80B51C33A480}" dt="2026-09-01T07:49:38.246" v="597"/>
          <ac:inkMkLst>
            <pc:docMk/>
            <pc:sldMk cId="2086593155" sldId="264"/>
            <ac:inkMk id="5" creationId="{C7DE50DF-4435-348E-C614-32DD54B84C38}"/>
          </ac:inkMkLst>
        </pc:inkChg>
        <pc:inkChg chg="add">
          <ac:chgData name="Esraa Mohamed" userId="32a53f8955a3383c" providerId="LiveId" clId="{F10043CA-7E0C-4C5B-B8AD-80B51C33A480}" dt="2026-09-01T07:49:38.246" v="597"/>
          <ac:inkMkLst>
            <pc:docMk/>
            <pc:sldMk cId="2086593155" sldId="264"/>
            <ac:inkMk id="6" creationId="{F317BBCE-DB5E-9C42-7283-F02A8485D029}"/>
          </ac:inkMkLst>
        </pc:inkChg>
        <pc:inkChg chg="add">
          <ac:chgData name="Esraa Mohamed" userId="32a53f8955a3383c" providerId="LiveId" clId="{F10043CA-7E0C-4C5B-B8AD-80B51C33A480}" dt="2026-09-01T07:49:42.920" v="598" actId="9405"/>
          <ac:inkMkLst>
            <pc:docMk/>
            <pc:sldMk cId="2086593155" sldId="264"/>
            <ac:inkMk id="7" creationId="{BC3A909A-CD02-7C90-4CDB-313F609C3C64}"/>
          </ac:inkMkLst>
        </pc:inkChg>
        <pc:inkChg chg="add del">
          <ac:chgData name="Esraa Mohamed" userId="32a53f8955a3383c" providerId="LiveId" clId="{F10043CA-7E0C-4C5B-B8AD-80B51C33A480}" dt="2026-09-01T07:49:45.128" v="600"/>
          <ac:inkMkLst>
            <pc:docMk/>
            <pc:sldMk cId="2086593155" sldId="264"/>
            <ac:inkMk id="9" creationId="{E5D0A053-D208-B379-B541-5BF6EC8BEA43}"/>
          </ac:inkMkLst>
        </pc:inkChg>
        <pc:inkChg chg="add">
          <ac:chgData name="Esraa Mohamed" userId="32a53f8955a3383c" providerId="LiveId" clId="{F10043CA-7E0C-4C5B-B8AD-80B51C33A480}" dt="2026-09-01T07:49:45.128" v="600"/>
          <ac:inkMkLst>
            <pc:docMk/>
            <pc:sldMk cId="2086593155" sldId="264"/>
            <ac:inkMk id="14" creationId="{69FFAC2F-FE19-C9ED-726E-559DE36FA317}"/>
          </ac:inkMkLst>
        </pc:inkChg>
        <pc:inkChg chg="add del">
          <ac:chgData name="Esraa Mohamed" userId="32a53f8955a3383c" providerId="LiveId" clId="{F10043CA-7E0C-4C5B-B8AD-80B51C33A480}" dt="2026-09-01T07:49:50.098" v="602"/>
          <ac:inkMkLst>
            <pc:docMk/>
            <pc:sldMk cId="2086593155" sldId="264"/>
            <ac:inkMk id="16" creationId="{6D29818D-D966-F514-1116-B3A29A42DB20}"/>
          </ac:inkMkLst>
        </pc:inkChg>
        <pc:inkChg chg="add mod">
          <ac:chgData name="Esraa Mohamed" userId="32a53f8955a3383c" providerId="LiveId" clId="{F10043CA-7E0C-4C5B-B8AD-80B51C33A480}" dt="2026-09-01T07:49:50.447" v="603"/>
          <ac:inkMkLst>
            <pc:docMk/>
            <pc:sldMk cId="2086593155" sldId="264"/>
            <ac:inkMk id="18" creationId="{4B709F7F-B2DC-FDF2-5E89-627B0B195569}"/>
          </ac:inkMkLst>
        </pc:inkChg>
        <pc:inkChg chg="add mod">
          <ac:chgData name="Esraa Mohamed" userId="32a53f8955a3383c" providerId="LiveId" clId="{F10043CA-7E0C-4C5B-B8AD-80B51C33A480}" dt="2026-09-01T07:50:02.333" v="611"/>
          <ac:inkMkLst>
            <pc:docMk/>
            <pc:sldMk cId="2086593155" sldId="264"/>
            <ac:inkMk id="19" creationId="{AF72C72D-9DA1-CA25-D5A3-6928D7F02E7E}"/>
          </ac:inkMkLst>
        </pc:inkChg>
        <pc:inkChg chg="add mod">
          <ac:chgData name="Esraa Mohamed" userId="32a53f8955a3383c" providerId="LiveId" clId="{F10043CA-7E0C-4C5B-B8AD-80B51C33A480}" dt="2026-09-01T07:50:02.333" v="611"/>
          <ac:inkMkLst>
            <pc:docMk/>
            <pc:sldMk cId="2086593155" sldId="264"/>
            <ac:inkMk id="20" creationId="{4A8C4C94-098E-AFCE-BCB6-107871D0434D}"/>
          </ac:inkMkLst>
        </pc:inkChg>
        <pc:inkChg chg="add mod">
          <ac:chgData name="Esraa Mohamed" userId="32a53f8955a3383c" providerId="LiveId" clId="{F10043CA-7E0C-4C5B-B8AD-80B51C33A480}" dt="2026-09-01T07:50:02.333" v="611"/>
          <ac:inkMkLst>
            <pc:docMk/>
            <pc:sldMk cId="2086593155" sldId="264"/>
            <ac:inkMk id="21" creationId="{D131D612-243B-77FB-6B73-3CC1C20EBA11}"/>
          </ac:inkMkLst>
        </pc:inkChg>
        <pc:inkChg chg="add mod">
          <ac:chgData name="Esraa Mohamed" userId="32a53f8955a3383c" providerId="LiveId" clId="{F10043CA-7E0C-4C5B-B8AD-80B51C33A480}" dt="2026-09-01T07:50:02.333" v="611"/>
          <ac:inkMkLst>
            <pc:docMk/>
            <pc:sldMk cId="2086593155" sldId="264"/>
            <ac:inkMk id="22" creationId="{56210D78-6E27-9AE5-687E-711BABD39EE4}"/>
          </ac:inkMkLst>
        </pc:inkChg>
        <pc:inkChg chg="add mod">
          <ac:chgData name="Esraa Mohamed" userId="32a53f8955a3383c" providerId="LiveId" clId="{F10043CA-7E0C-4C5B-B8AD-80B51C33A480}" dt="2026-09-01T07:50:02.333" v="611"/>
          <ac:inkMkLst>
            <pc:docMk/>
            <pc:sldMk cId="2086593155" sldId="264"/>
            <ac:inkMk id="24" creationId="{81E62734-FE97-FA2E-1338-BD6434A0F505}"/>
          </ac:inkMkLst>
        </pc:inkChg>
        <pc:inkChg chg="add mod">
          <ac:chgData name="Esraa Mohamed" userId="32a53f8955a3383c" providerId="LiveId" clId="{F10043CA-7E0C-4C5B-B8AD-80B51C33A480}" dt="2026-09-01T07:50:02.333" v="611"/>
          <ac:inkMkLst>
            <pc:docMk/>
            <pc:sldMk cId="2086593155" sldId="264"/>
            <ac:inkMk id="25" creationId="{4E7BFD4D-4234-3189-5EE9-1EBACDB9F0F4}"/>
          </ac:inkMkLst>
        </pc:inkChg>
        <pc:inkChg chg="add">
          <ac:chgData name="Esraa Mohamed" userId="32a53f8955a3383c" providerId="LiveId" clId="{F10043CA-7E0C-4C5B-B8AD-80B51C33A480}" dt="2026-09-01T07:50:11.772" v="612" actId="9405"/>
          <ac:inkMkLst>
            <pc:docMk/>
            <pc:sldMk cId="2086593155" sldId="264"/>
            <ac:inkMk id="27" creationId="{A400A9ED-B781-0537-459A-DAEF289D0C87}"/>
          </ac:inkMkLst>
        </pc:inkChg>
        <pc:inkChg chg="add del">
          <ac:chgData name="Esraa Mohamed" userId="32a53f8955a3383c" providerId="LiveId" clId="{F10043CA-7E0C-4C5B-B8AD-80B51C33A480}" dt="2026-09-01T07:50:18.543" v="614"/>
          <ac:inkMkLst>
            <pc:docMk/>
            <pc:sldMk cId="2086593155" sldId="264"/>
            <ac:inkMk id="28" creationId="{30C9CF7E-4C06-8511-EAB9-058C803F8A1C}"/>
          </ac:inkMkLst>
        </pc:inkChg>
        <pc:inkChg chg="add mod">
          <ac:chgData name="Esraa Mohamed" userId="32a53f8955a3383c" providerId="LiveId" clId="{F10043CA-7E0C-4C5B-B8AD-80B51C33A480}" dt="2026-09-01T07:50:19.854" v="615"/>
          <ac:inkMkLst>
            <pc:docMk/>
            <pc:sldMk cId="2086593155" sldId="264"/>
            <ac:inkMk id="29" creationId="{768B470E-C6D8-F73F-F737-C26B04A6F6E3}"/>
          </ac:inkMkLst>
        </pc:inkChg>
        <pc:inkChg chg="add del">
          <ac:chgData name="Esraa Mohamed" userId="32a53f8955a3383c" providerId="LiveId" clId="{F10043CA-7E0C-4C5B-B8AD-80B51C33A480}" dt="2026-09-01T07:50:21.814" v="617"/>
          <ac:inkMkLst>
            <pc:docMk/>
            <pc:sldMk cId="2086593155" sldId="264"/>
            <ac:inkMk id="30" creationId="{E07A68CB-8CEF-9D2D-E366-4015BD76681A}"/>
          </ac:inkMkLst>
        </pc:inkChg>
        <pc:inkChg chg="add">
          <ac:chgData name="Esraa Mohamed" userId="32a53f8955a3383c" providerId="LiveId" clId="{F10043CA-7E0C-4C5B-B8AD-80B51C33A480}" dt="2026-09-01T07:50:21.814" v="617"/>
          <ac:inkMkLst>
            <pc:docMk/>
            <pc:sldMk cId="2086593155" sldId="264"/>
            <ac:inkMk id="31" creationId="{FE9366D7-518B-EC6B-B166-08B866EF008C}"/>
          </ac:inkMkLst>
        </pc:inkChg>
        <pc:inkChg chg="add">
          <ac:chgData name="Esraa Mohamed" userId="32a53f8955a3383c" providerId="LiveId" clId="{F10043CA-7E0C-4C5B-B8AD-80B51C33A480}" dt="2026-09-01T07:50:27.201" v="618" actId="9405"/>
          <ac:inkMkLst>
            <pc:docMk/>
            <pc:sldMk cId="2086593155" sldId="264"/>
            <ac:inkMk id="32" creationId="{277E12E0-5C4D-DEF4-BD2F-D6FFEC6CFD5B}"/>
          </ac:inkMkLst>
        </pc:inkChg>
      </pc:sldChg>
      <pc:sldChg chg="addSp delSp modSp mod setBg">
        <pc:chgData name="Esraa Mohamed" userId="32a53f8955a3383c" providerId="LiveId" clId="{F10043CA-7E0C-4C5B-B8AD-80B51C33A480}" dt="2026-09-01T07:52:52.647" v="664"/>
        <pc:sldMkLst>
          <pc:docMk/>
          <pc:sldMk cId="3028217727" sldId="265"/>
        </pc:sldMkLst>
        <pc:spChg chg="mod">
          <ac:chgData name="Esraa Mohamed" userId="32a53f8955a3383c" providerId="LiveId" clId="{F10043CA-7E0C-4C5B-B8AD-80B51C33A480}" dt="2026-08-31T18:25:11.594" v="70" actId="20577"/>
          <ac:spMkLst>
            <pc:docMk/>
            <pc:sldMk cId="3028217727" sldId="265"/>
            <ac:spMk id="2" creationId="{55213DF3-1585-9CB6-C21C-E44657FFE508}"/>
          </ac:spMkLst>
        </pc:spChg>
        <pc:spChg chg="add del mod">
          <ac:chgData name="Esraa Mohamed" userId="32a53f8955a3383c" providerId="LiveId" clId="{F10043CA-7E0C-4C5B-B8AD-80B51C33A480}" dt="2026-08-31T18:16:08.884" v="30" actId="20577"/>
          <ac:spMkLst>
            <pc:docMk/>
            <pc:sldMk cId="3028217727" sldId="265"/>
            <ac:spMk id="3" creationId="{8AE667DF-61D4-B8D4-6281-2A6A89914FC1}"/>
          </ac:spMkLst>
        </pc:spChg>
        <pc:spChg chg="add">
          <ac:chgData name="Esraa Mohamed" userId="32a53f8955a3383c" providerId="LiveId" clId="{F10043CA-7E0C-4C5B-B8AD-80B51C33A480}" dt="2026-08-31T18:13:58.532" v="7" actId="26606"/>
          <ac:spMkLst>
            <pc:docMk/>
            <pc:sldMk cId="3028217727" sldId="265"/>
            <ac:spMk id="6" creationId="{B6CDA21F-E7AF-4C75-8395-33F58D5B0E45}"/>
          </ac:spMkLst>
        </pc:spChg>
        <pc:spChg chg="add del">
          <ac:chgData name="Esraa Mohamed" userId="32a53f8955a3383c" providerId="LiveId" clId="{F10043CA-7E0C-4C5B-B8AD-80B51C33A480}" dt="2026-08-31T18:12:58.222" v="4" actId="26606"/>
          <ac:spMkLst>
            <pc:docMk/>
            <pc:sldMk cId="3028217727" sldId="265"/>
            <ac:spMk id="8" creationId="{081EA652-8C6A-4E69-BEB9-170809474553}"/>
          </ac:spMkLst>
        </pc:spChg>
        <pc:spChg chg="add del">
          <ac:chgData name="Esraa Mohamed" userId="32a53f8955a3383c" providerId="LiveId" clId="{F10043CA-7E0C-4C5B-B8AD-80B51C33A480}" dt="2026-08-31T18:12:49.885" v="2" actId="26606"/>
          <ac:spMkLst>
            <pc:docMk/>
            <pc:sldMk cId="3028217727" sldId="265"/>
            <ac:spMk id="9" creationId="{56E9B3E6-E277-4D68-BA48-9CB43FFBD6E2}"/>
          </ac:spMkLst>
        </pc:spChg>
        <pc:spChg chg="add del">
          <ac:chgData name="Esraa Mohamed" userId="32a53f8955a3383c" providerId="LiveId" clId="{F10043CA-7E0C-4C5B-B8AD-80B51C33A480}" dt="2026-08-31T18:12:58.222" v="4" actId="26606"/>
          <ac:spMkLst>
            <pc:docMk/>
            <pc:sldMk cId="3028217727" sldId="265"/>
            <ac:spMk id="10" creationId="{A4026A73-1F7F-49F2-B319-8CA3B3D53269}"/>
          </ac:spMkLst>
        </pc:spChg>
        <pc:spChg chg="add del">
          <ac:chgData name="Esraa Mohamed" userId="32a53f8955a3383c" providerId="LiveId" clId="{F10043CA-7E0C-4C5B-B8AD-80B51C33A480}" dt="2026-08-31T18:13:33.382" v="6" actId="26606"/>
          <ac:spMkLst>
            <pc:docMk/>
            <pc:sldMk cId="3028217727" sldId="265"/>
            <ac:spMk id="14" creationId="{47159AC2-C98F-4C93-B774-B19EE1BEBDB1}"/>
          </ac:spMkLst>
        </pc:spChg>
        <pc:spChg chg="add">
          <ac:chgData name="Esraa Mohamed" userId="32a53f8955a3383c" providerId="LiveId" clId="{F10043CA-7E0C-4C5B-B8AD-80B51C33A480}" dt="2026-08-31T18:13:58.532" v="7" actId="26606"/>
          <ac:spMkLst>
            <pc:docMk/>
            <pc:sldMk cId="3028217727" sldId="265"/>
            <ac:spMk id="15" creationId="{D5B0017B-2ECA-49AF-B397-DC140825DF8D}"/>
          </ac:spMkLst>
        </pc:spChg>
        <pc:spChg chg="add del">
          <ac:chgData name="Esraa Mohamed" userId="32a53f8955a3383c" providerId="LiveId" clId="{F10043CA-7E0C-4C5B-B8AD-80B51C33A480}" dt="2026-08-31T18:12:49.885" v="2" actId="26606"/>
          <ac:spMkLst>
            <pc:docMk/>
            <pc:sldMk cId="3028217727" sldId="265"/>
            <ac:spMk id="16" creationId="{D5B0017B-2ECA-49AF-B397-DC140825DF8D}"/>
          </ac:spMkLst>
        </pc:spChg>
        <pc:spChg chg="add del">
          <ac:chgData name="Esraa Mohamed" userId="32a53f8955a3383c" providerId="LiveId" clId="{F10043CA-7E0C-4C5B-B8AD-80B51C33A480}" dt="2026-08-31T18:12:58.222" v="4" actId="26606"/>
          <ac:spMkLst>
            <pc:docMk/>
            <pc:sldMk cId="3028217727" sldId="265"/>
            <ac:spMk id="20" creationId="{5298780A-33B9-4EA2-8F67-DE68AD62841B}"/>
          </ac:spMkLst>
        </pc:spChg>
        <pc:spChg chg="add del">
          <ac:chgData name="Esraa Mohamed" userId="32a53f8955a3383c" providerId="LiveId" clId="{F10043CA-7E0C-4C5B-B8AD-80B51C33A480}" dt="2026-08-31T18:12:58.222" v="4" actId="26606"/>
          <ac:spMkLst>
            <pc:docMk/>
            <pc:sldMk cId="3028217727" sldId="265"/>
            <ac:spMk id="21" creationId="{7F488E8B-4E1E-4402-8935-D4E6C02615C7}"/>
          </ac:spMkLst>
        </pc:spChg>
        <pc:spChg chg="add del">
          <ac:chgData name="Esraa Mohamed" userId="32a53f8955a3383c" providerId="LiveId" clId="{F10043CA-7E0C-4C5B-B8AD-80B51C33A480}" dt="2026-08-31T18:12:58.222" v="4" actId="26606"/>
          <ac:spMkLst>
            <pc:docMk/>
            <pc:sldMk cId="3028217727" sldId="265"/>
            <ac:spMk id="23" creationId="{8AE667DF-61D4-B8D4-6281-2A6A89914FC1}"/>
          </ac:spMkLst>
        </pc:spChg>
        <pc:spChg chg="add del">
          <ac:chgData name="Esraa Mohamed" userId="32a53f8955a3383c" providerId="LiveId" clId="{F10043CA-7E0C-4C5B-B8AD-80B51C33A480}" dt="2026-08-31T18:13:33.382" v="6" actId="26606"/>
          <ac:spMkLst>
            <pc:docMk/>
            <pc:sldMk cId="3028217727" sldId="265"/>
            <ac:spMk id="25" creationId="{5C8908E2-EE49-44D2-9428-A28D2312A8D5}"/>
          </ac:spMkLst>
        </pc:spChg>
        <pc:spChg chg="add del">
          <ac:chgData name="Esraa Mohamed" userId="32a53f8955a3383c" providerId="LiveId" clId="{F10043CA-7E0C-4C5B-B8AD-80B51C33A480}" dt="2026-08-31T18:13:33.382" v="6" actId="26606"/>
          <ac:spMkLst>
            <pc:docMk/>
            <pc:sldMk cId="3028217727" sldId="265"/>
            <ac:spMk id="28" creationId="{ED888B23-07FA-482A-96DF-47E31AF1A603}"/>
          </ac:spMkLst>
        </pc:spChg>
        <pc:spChg chg="add del">
          <ac:chgData name="Esraa Mohamed" userId="32a53f8955a3383c" providerId="LiveId" clId="{F10043CA-7E0C-4C5B-B8AD-80B51C33A480}" dt="2026-08-31T18:13:33.382" v="6" actId="26606"/>
          <ac:spMkLst>
            <pc:docMk/>
            <pc:sldMk cId="3028217727" sldId="265"/>
            <ac:spMk id="29" creationId="{8AE667DF-61D4-B8D4-6281-2A6A89914FC1}"/>
          </ac:spMkLst>
        </pc:spChg>
        <pc:grpChg chg="add">
          <ac:chgData name="Esraa Mohamed" userId="32a53f8955a3383c" providerId="LiveId" clId="{F10043CA-7E0C-4C5B-B8AD-80B51C33A480}" dt="2026-08-31T18:13:58.532" v="7" actId="26606"/>
          <ac:grpSpMkLst>
            <pc:docMk/>
            <pc:sldMk cId="3028217727" sldId="265"/>
            <ac:grpSpMk id="7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9-01T07:51:15.401" v="626"/>
          <ac:grpSpMkLst>
            <pc:docMk/>
            <pc:sldMk cId="3028217727" sldId="265"/>
            <ac:grpSpMk id="11" creationId="{7FDE13FB-DB7B-6CF7-5675-7B2825B06D9B}"/>
          </ac:grpSpMkLst>
        </pc:grpChg>
        <pc:grpChg chg="add del">
          <ac:chgData name="Esraa Mohamed" userId="32a53f8955a3383c" providerId="LiveId" clId="{F10043CA-7E0C-4C5B-B8AD-80B51C33A480}" dt="2026-08-31T18:12:49.885" v="2" actId="26606"/>
          <ac:grpSpMkLst>
            <pc:docMk/>
            <pc:sldMk cId="3028217727" sldId="265"/>
            <ac:grpSpMk id="11" creationId="{AE1C45F0-260A-458C-96ED-C1F6D2151219}"/>
          </ac:grpSpMkLst>
        </pc:grpChg>
        <pc:grpChg chg="mod">
          <ac:chgData name="Esraa Mohamed" userId="32a53f8955a3383c" providerId="LiveId" clId="{F10043CA-7E0C-4C5B-B8AD-80B51C33A480}" dt="2026-09-01T07:51:15.401" v="626"/>
          <ac:grpSpMkLst>
            <pc:docMk/>
            <pc:sldMk cId="3028217727" sldId="265"/>
            <ac:grpSpMk id="14" creationId="{183973E3-88ED-6503-C87E-A98F8E019ECE}"/>
          </ac:grpSpMkLst>
        </pc:grpChg>
        <pc:grpChg chg="add del">
          <ac:chgData name="Esraa Mohamed" userId="32a53f8955a3383c" providerId="LiveId" clId="{F10043CA-7E0C-4C5B-B8AD-80B51C33A480}" dt="2026-08-31T18:13:33.382" v="6" actId="26606"/>
          <ac:grpSpMkLst>
            <pc:docMk/>
            <pc:sldMk cId="3028217727" sldId="265"/>
            <ac:grpSpMk id="26" creationId="{8553B86A-3688-4590-934F-8CD074A9BF68}"/>
          </ac:grpSpMkLst>
        </pc:grpChg>
        <pc:grpChg chg="mod">
          <ac:chgData name="Esraa Mohamed" userId="32a53f8955a3383c" providerId="LiveId" clId="{F10043CA-7E0C-4C5B-B8AD-80B51C33A480}" dt="2026-09-01T07:52:25.748" v="640"/>
          <ac:grpSpMkLst>
            <pc:docMk/>
            <pc:sldMk cId="3028217727" sldId="265"/>
            <ac:grpSpMk id="33" creationId="{970D4ACA-BFEC-582C-8C72-7F081083EC13}"/>
          </ac:grpSpMkLst>
        </pc:grpChg>
        <pc:grpChg chg="mod">
          <ac:chgData name="Esraa Mohamed" userId="32a53f8955a3383c" providerId="LiveId" clId="{F10043CA-7E0C-4C5B-B8AD-80B51C33A480}" dt="2026-09-01T07:52:25.748" v="640"/>
          <ac:grpSpMkLst>
            <pc:docMk/>
            <pc:sldMk cId="3028217727" sldId="265"/>
            <ac:grpSpMk id="34" creationId="{42BAB591-57C1-9301-405B-D42E140BA8FE}"/>
          </ac:grpSpMkLst>
        </pc:grpChg>
        <pc:grpChg chg="mod">
          <ac:chgData name="Esraa Mohamed" userId="32a53f8955a3383c" providerId="LiveId" clId="{F10043CA-7E0C-4C5B-B8AD-80B51C33A480}" dt="2026-09-01T07:52:31.359" v="644"/>
          <ac:grpSpMkLst>
            <pc:docMk/>
            <pc:sldMk cId="3028217727" sldId="265"/>
            <ac:grpSpMk id="38" creationId="{73B7D7D4-8C6D-E5D2-5222-266C73459ED1}"/>
          </ac:grpSpMkLst>
        </pc:grpChg>
        <pc:grpChg chg="del mod">
          <ac:chgData name="Esraa Mohamed" userId="32a53f8955a3383c" providerId="LiveId" clId="{F10043CA-7E0C-4C5B-B8AD-80B51C33A480}" dt="2026-09-01T07:52:38.841" v="652"/>
          <ac:grpSpMkLst>
            <pc:docMk/>
            <pc:sldMk cId="3028217727" sldId="265"/>
            <ac:grpSpMk id="44" creationId="{FD4D1AEF-696F-AB80-ECB4-AAE138714C7E}"/>
          </ac:grpSpMkLst>
        </pc:grpChg>
        <pc:grpChg chg="mod">
          <ac:chgData name="Esraa Mohamed" userId="32a53f8955a3383c" providerId="LiveId" clId="{F10043CA-7E0C-4C5B-B8AD-80B51C33A480}" dt="2026-09-01T07:52:38.841" v="652"/>
          <ac:grpSpMkLst>
            <pc:docMk/>
            <pc:sldMk cId="3028217727" sldId="265"/>
            <ac:grpSpMk id="46" creationId="{AF56E890-0C61-0C89-E65F-08F9C7732EDB}"/>
          </ac:grpSpMkLst>
        </pc:grpChg>
        <pc:grpChg chg="mod">
          <ac:chgData name="Esraa Mohamed" userId="32a53f8955a3383c" providerId="LiveId" clId="{F10043CA-7E0C-4C5B-B8AD-80B51C33A480}" dt="2026-09-01T07:52:41.463" v="655"/>
          <ac:grpSpMkLst>
            <pc:docMk/>
            <pc:sldMk cId="3028217727" sldId="265"/>
            <ac:grpSpMk id="49" creationId="{4832811C-9ADC-CF85-D638-FAE65EDAA771}"/>
          </ac:grpSpMkLst>
        </pc:grpChg>
        <pc:grpChg chg="mod">
          <ac:chgData name="Esraa Mohamed" userId="32a53f8955a3383c" providerId="LiveId" clId="{F10043CA-7E0C-4C5B-B8AD-80B51C33A480}" dt="2026-09-01T07:52:48.275" v="660"/>
          <ac:grpSpMkLst>
            <pc:docMk/>
            <pc:sldMk cId="3028217727" sldId="265"/>
            <ac:grpSpMk id="54" creationId="{2A3C83E9-06F0-6568-9A9B-85BABD674665}"/>
          </ac:grpSpMkLst>
        </pc:grpChg>
        <pc:graphicFrameChg chg="add del">
          <ac:chgData name="Esraa Mohamed" userId="32a53f8955a3383c" providerId="LiveId" clId="{F10043CA-7E0C-4C5B-B8AD-80B51C33A480}" dt="2026-08-31T18:12:49.885" v="2" actId="26606"/>
          <ac:graphicFrameMkLst>
            <pc:docMk/>
            <pc:sldMk cId="3028217727" sldId="265"/>
            <ac:graphicFrameMk id="5" creationId="{FC7D1BAC-3699-CCCF-6BEB-AF961D9E9533}"/>
          </ac:graphicFrameMkLst>
        </pc:graphicFrameChg>
        <pc:picChg chg="add mod">
          <ac:chgData name="Esraa Mohamed" userId="32a53f8955a3383c" providerId="LiveId" clId="{F10043CA-7E0C-4C5B-B8AD-80B51C33A480}" dt="2026-08-31T18:16:15.794" v="31" actId="1076"/>
          <ac:picMkLst>
            <pc:docMk/>
            <pc:sldMk cId="3028217727" sldId="265"/>
            <ac:picMk id="30" creationId="{0276625A-B64A-91C3-FF98-4925CA0014C5}"/>
          </ac:picMkLst>
        </pc:picChg>
        <pc:inkChg chg="add mod">
          <ac:chgData name="Esraa Mohamed" userId="32a53f8955a3383c" providerId="LiveId" clId="{F10043CA-7E0C-4C5B-B8AD-80B51C33A480}" dt="2026-09-01T07:51:15.401" v="626"/>
          <ac:inkMkLst>
            <pc:docMk/>
            <pc:sldMk cId="3028217727" sldId="265"/>
            <ac:inkMk id="4" creationId="{048B16C0-2F8E-4CB5-A084-C9411ACEC6AF}"/>
          </ac:inkMkLst>
        </pc:inkChg>
        <pc:inkChg chg="add mod">
          <ac:chgData name="Esraa Mohamed" userId="32a53f8955a3383c" providerId="LiveId" clId="{F10043CA-7E0C-4C5B-B8AD-80B51C33A480}" dt="2026-09-01T07:51:15.401" v="626"/>
          <ac:inkMkLst>
            <pc:docMk/>
            <pc:sldMk cId="3028217727" sldId="265"/>
            <ac:inkMk id="5" creationId="{9569E54D-AC72-B64A-2CDB-6FDEE2F23CE9}"/>
          </ac:inkMkLst>
        </pc:inkChg>
        <pc:inkChg chg="add mod">
          <ac:chgData name="Esraa Mohamed" userId="32a53f8955a3383c" providerId="LiveId" clId="{F10043CA-7E0C-4C5B-B8AD-80B51C33A480}" dt="2026-09-01T07:51:15.401" v="626"/>
          <ac:inkMkLst>
            <pc:docMk/>
            <pc:sldMk cId="3028217727" sldId="265"/>
            <ac:inkMk id="8" creationId="{320DDFE4-0D9A-2DD6-98A0-BF80EE2E230D}"/>
          </ac:inkMkLst>
        </pc:inkChg>
        <pc:inkChg chg="add mod">
          <ac:chgData name="Esraa Mohamed" userId="32a53f8955a3383c" providerId="LiveId" clId="{F10043CA-7E0C-4C5B-B8AD-80B51C33A480}" dt="2026-09-01T07:51:15.401" v="626"/>
          <ac:inkMkLst>
            <pc:docMk/>
            <pc:sldMk cId="3028217727" sldId="265"/>
            <ac:inkMk id="9" creationId="{5FA4CCEE-5B3A-EEF4-BB97-7DB946FCFA14}"/>
          </ac:inkMkLst>
        </pc:inkChg>
        <pc:inkChg chg="add mod">
          <ac:chgData name="Esraa Mohamed" userId="32a53f8955a3383c" providerId="LiveId" clId="{F10043CA-7E0C-4C5B-B8AD-80B51C33A480}" dt="2026-09-01T07:51:15.401" v="626"/>
          <ac:inkMkLst>
            <pc:docMk/>
            <pc:sldMk cId="3028217727" sldId="265"/>
            <ac:inkMk id="10" creationId="{98A05F5A-F08E-2699-C24F-5FB2A216F392}"/>
          </ac:inkMkLst>
        </pc:inkChg>
        <pc:inkChg chg="add mod">
          <ac:chgData name="Esraa Mohamed" userId="32a53f8955a3383c" providerId="LiveId" clId="{F10043CA-7E0C-4C5B-B8AD-80B51C33A480}" dt="2026-09-01T07:51:15.401" v="626"/>
          <ac:inkMkLst>
            <pc:docMk/>
            <pc:sldMk cId="3028217727" sldId="265"/>
            <ac:inkMk id="12" creationId="{A9B10297-5911-6D44-FEE1-8E79DB224863}"/>
          </ac:inkMkLst>
        </pc:inkChg>
        <pc:inkChg chg="add">
          <ac:chgData name="Esraa Mohamed" userId="32a53f8955a3383c" providerId="LiveId" clId="{F10043CA-7E0C-4C5B-B8AD-80B51C33A480}" dt="2026-09-01T07:51:22.312" v="627" actId="9405"/>
          <ac:inkMkLst>
            <pc:docMk/>
            <pc:sldMk cId="3028217727" sldId="265"/>
            <ac:inkMk id="16" creationId="{A1CCB890-A66F-59BF-B7DB-C6D0D915FB1D}"/>
          </ac:inkMkLst>
        </pc:inkChg>
        <pc:inkChg chg="add">
          <ac:chgData name="Esraa Mohamed" userId="32a53f8955a3383c" providerId="LiveId" clId="{F10043CA-7E0C-4C5B-B8AD-80B51C33A480}" dt="2026-09-01T07:51:56.868" v="628" actId="9405"/>
          <ac:inkMkLst>
            <pc:docMk/>
            <pc:sldMk cId="3028217727" sldId="265"/>
            <ac:inkMk id="18" creationId="{4A77E492-657E-0BA3-25BB-A8D81E81262C}"/>
          </ac:inkMkLst>
        </pc:inkChg>
        <pc:inkChg chg="add">
          <ac:chgData name="Esraa Mohamed" userId="32a53f8955a3383c" providerId="LiveId" clId="{F10043CA-7E0C-4C5B-B8AD-80B51C33A480}" dt="2026-09-01T07:52:00.335" v="629" actId="9405"/>
          <ac:inkMkLst>
            <pc:docMk/>
            <pc:sldMk cId="3028217727" sldId="265"/>
            <ac:inkMk id="20" creationId="{58D20B09-BFA6-2C50-5D9D-F350C2EA47B2}"/>
          </ac:inkMkLst>
        </pc:inkChg>
        <pc:inkChg chg="add">
          <ac:chgData name="Esraa Mohamed" userId="32a53f8955a3383c" providerId="LiveId" clId="{F10043CA-7E0C-4C5B-B8AD-80B51C33A480}" dt="2026-09-01T07:52:07.194" v="630" actId="9405"/>
          <ac:inkMkLst>
            <pc:docMk/>
            <pc:sldMk cId="3028217727" sldId="265"/>
            <ac:inkMk id="21" creationId="{8C71FC23-2031-C832-1817-801494A88BD5}"/>
          </ac:inkMkLst>
        </pc:inkChg>
        <pc:inkChg chg="add">
          <ac:chgData name="Esraa Mohamed" userId="32a53f8955a3383c" providerId="LiveId" clId="{F10043CA-7E0C-4C5B-B8AD-80B51C33A480}" dt="2026-09-01T07:52:11.757" v="631" actId="9405"/>
          <ac:inkMkLst>
            <pc:docMk/>
            <pc:sldMk cId="3028217727" sldId="265"/>
            <ac:inkMk id="22" creationId="{72F57B2E-7F8B-5097-9068-0221CD5A2EFD}"/>
          </ac:inkMkLst>
        </pc:inkChg>
        <pc:inkChg chg="add">
          <ac:chgData name="Esraa Mohamed" userId="32a53f8955a3383c" providerId="LiveId" clId="{F10043CA-7E0C-4C5B-B8AD-80B51C33A480}" dt="2026-09-01T07:52:14.296" v="632" actId="9405"/>
          <ac:inkMkLst>
            <pc:docMk/>
            <pc:sldMk cId="3028217727" sldId="265"/>
            <ac:inkMk id="23" creationId="{E8B8AF4B-6FD5-6869-EA30-E93F975E217B}"/>
          </ac:inkMkLst>
        </pc:inkChg>
        <pc:inkChg chg="add mod">
          <ac:chgData name="Esraa Mohamed" userId="32a53f8955a3383c" providerId="LiveId" clId="{F10043CA-7E0C-4C5B-B8AD-80B51C33A480}" dt="2026-09-01T07:52:25.748" v="640"/>
          <ac:inkMkLst>
            <pc:docMk/>
            <pc:sldMk cId="3028217727" sldId="265"/>
            <ac:inkMk id="25" creationId="{DE29B025-E81D-C53C-9325-2B6748C672BC}"/>
          </ac:inkMkLst>
        </pc:inkChg>
        <pc:inkChg chg="add mod">
          <ac:chgData name="Esraa Mohamed" userId="32a53f8955a3383c" providerId="LiveId" clId="{F10043CA-7E0C-4C5B-B8AD-80B51C33A480}" dt="2026-09-01T07:52:25.748" v="640"/>
          <ac:inkMkLst>
            <pc:docMk/>
            <pc:sldMk cId="3028217727" sldId="265"/>
            <ac:inkMk id="26" creationId="{79216CC8-1D1B-E56B-8BE3-9147EFA9690C}"/>
          </ac:inkMkLst>
        </pc:inkChg>
        <pc:inkChg chg="add mod">
          <ac:chgData name="Esraa Mohamed" userId="32a53f8955a3383c" providerId="LiveId" clId="{F10043CA-7E0C-4C5B-B8AD-80B51C33A480}" dt="2026-09-01T07:52:25.748" v="640"/>
          <ac:inkMkLst>
            <pc:docMk/>
            <pc:sldMk cId="3028217727" sldId="265"/>
            <ac:inkMk id="27" creationId="{D6EFB979-16F3-03C1-F8F2-09A08255360E}"/>
          </ac:inkMkLst>
        </pc:inkChg>
        <pc:inkChg chg="add mod">
          <ac:chgData name="Esraa Mohamed" userId="32a53f8955a3383c" providerId="LiveId" clId="{F10043CA-7E0C-4C5B-B8AD-80B51C33A480}" dt="2026-09-01T07:52:25.748" v="640"/>
          <ac:inkMkLst>
            <pc:docMk/>
            <pc:sldMk cId="3028217727" sldId="265"/>
            <ac:inkMk id="28" creationId="{2EFBBE6F-D562-EF75-103F-4BA8A97B4768}"/>
          </ac:inkMkLst>
        </pc:inkChg>
        <pc:inkChg chg="add mod">
          <ac:chgData name="Esraa Mohamed" userId="32a53f8955a3383c" providerId="LiveId" clId="{F10043CA-7E0C-4C5B-B8AD-80B51C33A480}" dt="2026-09-01T07:52:25.748" v="640"/>
          <ac:inkMkLst>
            <pc:docMk/>
            <pc:sldMk cId="3028217727" sldId="265"/>
            <ac:inkMk id="29" creationId="{13383BB0-FEFD-D4DE-357F-D4B6D44905A1}"/>
          </ac:inkMkLst>
        </pc:inkChg>
        <pc:inkChg chg="add mod">
          <ac:chgData name="Esraa Mohamed" userId="32a53f8955a3383c" providerId="LiveId" clId="{F10043CA-7E0C-4C5B-B8AD-80B51C33A480}" dt="2026-09-01T07:52:25.748" v="640"/>
          <ac:inkMkLst>
            <pc:docMk/>
            <pc:sldMk cId="3028217727" sldId="265"/>
            <ac:inkMk id="31" creationId="{521E7898-9700-D727-4F65-7EC63EAD739B}"/>
          </ac:inkMkLst>
        </pc:inkChg>
        <pc:inkChg chg="add mod">
          <ac:chgData name="Esraa Mohamed" userId="32a53f8955a3383c" providerId="LiveId" clId="{F10043CA-7E0C-4C5B-B8AD-80B51C33A480}" dt="2026-09-01T07:52:25.748" v="640"/>
          <ac:inkMkLst>
            <pc:docMk/>
            <pc:sldMk cId="3028217727" sldId="265"/>
            <ac:inkMk id="32" creationId="{38E093BB-E786-60B1-5D3E-20793D8A977B}"/>
          </ac:inkMkLst>
        </pc:inkChg>
        <pc:inkChg chg="add mod">
          <ac:chgData name="Esraa Mohamed" userId="32a53f8955a3383c" providerId="LiveId" clId="{F10043CA-7E0C-4C5B-B8AD-80B51C33A480}" dt="2026-09-01T07:52:31.359" v="644"/>
          <ac:inkMkLst>
            <pc:docMk/>
            <pc:sldMk cId="3028217727" sldId="265"/>
            <ac:inkMk id="35" creationId="{E423D2B8-456A-33E9-A3E6-097EED9A8F1A}"/>
          </ac:inkMkLst>
        </pc:inkChg>
        <pc:inkChg chg="add mod">
          <ac:chgData name="Esraa Mohamed" userId="32a53f8955a3383c" providerId="LiveId" clId="{F10043CA-7E0C-4C5B-B8AD-80B51C33A480}" dt="2026-09-01T07:52:31.359" v="644"/>
          <ac:inkMkLst>
            <pc:docMk/>
            <pc:sldMk cId="3028217727" sldId="265"/>
            <ac:inkMk id="36" creationId="{D794A957-E310-6C5E-4384-2BDD96F2587C}"/>
          </ac:inkMkLst>
        </pc:inkChg>
        <pc:inkChg chg="add mod">
          <ac:chgData name="Esraa Mohamed" userId="32a53f8955a3383c" providerId="LiveId" clId="{F10043CA-7E0C-4C5B-B8AD-80B51C33A480}" dt="2026-09-01T07:52:31.359" v="644"/>
          <ac:inkMkLst>
            <pc:docMk/>
            <pc:sldMk cId="3028217727" sldId="265"/>
            <ac:inkMk id="37" creationId="{3D0B5E47-1E0C-94CE-A346-7C69F96DD044}"/>
          </ac:inkMkLst>
        </pc:inkChg>
        <pc:inkChg chg="add">
          <ac:chgData name="Esraa Mohamed" userId="32a53f8955a3383c" providerId="LiveId" clId="{F10043CA-7E0C-4C5B-B8AD-80B51C33A480}" dt="2026-09-01T07:52:31.375" v="645" actId="9405"/>
          <ac:inkMkLst>
            <pc:docMk/>
            <pc:sldMk cId="3028217727" sldId="265"/>
            <ac:inkMk id="39" creationId="{8ABE523C-DE77-B6BA-2A90-AC59953C141C}"/>
          </ac:inkMkLst>
        </pc:inkChg>
        <pc:inkChg chg="add">
          <ac:chgData name="Esraa Mohamed" userId="32a53f8955a3383c" providerId="LiveId" clId="{F10043CA-7E0C-4C5B-B8AD-80B51C33A480}" dt="2026-09-01T07:52:32.857" v="646" actId="9405"/>
          <ac:inkMkLst>
            <pc:docMk/>
            <pc:sldMk cId="3028217727" sldId="265"/>
            <ac:inkMk id="40" creationId="{AE99FD2A-B033-97ED-F2EA-F0F4CE999C43}"/>
          </ac:inkMkLst>
        </pc:inkChg>
        <pc:inkChg chg="add mod">
          <ac:chgData name="Esraa Mohamed" userId="32a53f8955a3383c" providerId="LiveId" clId="{F10043CA-7E0C-4C5B-B8AD-80B51C33A480}" dt="2026-09-01T07:52:38.841" v="652"/>
          <ac:inkMkLst>
            <pc:docMk/>
            <pc:sldMk cId="3028217727" sldId="265"/>
            <ac:inkMk id="41" creationId="{E6699D44-23C3-BC21-D55A-0259967D5A45}"/>
          </ac:inkMkLst>
        </pc:inkChg>
        <pc:inkChg chg="add mod">
          <ac:chgData name="Esraa Mohamed" userId="32a53f8955a3383c" providerId="LiveId" clId="{F10043CA-7E0C-4C5B-B8AD-80B51C33A480}" dt="2026-09-01T07:52:38.841" v="652"/>
          <ac:inkMkLst>
            <pc:docMk/>
            <pc:sldMk cId="3028217727" sldId="265"/>
            <ac:inkMk id="42" creationId="{6F9D0EB1-E034-B47E-340F-495C6059D2CE}"/>
          </ac:inkMkLst>
        </pc:inkChg>
        <pc:inkChg chg="add mod">
          <ac:chgData name="Esraa Mohamed" userId="32a53f8955a3383c" providerId="LiveId" clId="{F10043CA-7E0C-4C5B-B8AD-80B51C33A480}" dt="2026-09-01T07:52:38.841" v="652"/>
          <ac:inkMkLst>
            <pc:docMk/>
            <pc:sldMk cId="3028217727" sldId="265"/>
            <ac:inkMk id="43" creationId="{B02DDC98-59B3-20AA-479E-792A8327A48D}"/>
          </ac:inkMkLst>
        </pc:inkChg>
        <pc:inkChg chg="add mod">
          <ac:chgData name="Esraa Mohamed" userId="32a53f8955a3383c" providerId="LiveId" clId="{F10043CA-7E0C-4C5B-B8AD-80B51C33A480}" dt="2026-09-01T07:52:38.841" v="652"/>
          <ac:inkMkLst>
            <pc:docMk/>
            <pc:sldMk cId="3028217727" sldId="265"/>
            <ac:inkMk id="45" creationId="{E90DBCAE-554F-F622-4DB7-B38EC245CF61}"/>
          </ac:inkMkLst>
        </pc:inkChg>
        <pc:inkChg chg="add mod">
          <ac:chgData name="Esraa Mohamed" userId="32a53f8955a3383c" providerId="LiveId" clId="{F10043CA-7E0C-4C5B-B8AD-80B51C33A480}" dt="2026-09-01T07:52:41.463" v="655"/>
          <ac:inkMkLst>
            <pc:docMk/>
            <pc:sldMk cId="3028217727" sldId="265"/>
            <ac:inkMk id="47" creationId="{59E734E3-6451-5AE0-B5E5-6A7FC324E616}"/>
          </ac:inkMkLst>
        </pc:inkChg>
        <pc:inkChg chg="add mod">
          <ac:chgData name="Esraa Mohamed" userId="32a53f8955a3383c" providerId="LiveId" clId="{F10043CA-7E0C-4C5B-B8AD-80B51C33A480}" dt="2026-09-01T07:52:41.463" v="655"/>
          <ac:inkMkLst>
            <pc:docMk/>
            <pc:sldMk cId="3028217727" sldId="265"/>
            <ac:inkMk id="48" creationId="{846941B5-39CC-0285-A51F-CB6560CBBD05}"/>
          </ac:inkMkLst>
        </pc:inkChg>
        <pc:inkChg chg="add">
          <ac:chgData name="Esraa Mohamed" userId="32a53f8955a3383c" providerId="LiveId" clId="{F10043CA-7E0C-4C5B-B8AD-80B51C33A480}" dt="2026-09-01T07:52:41.880" v="656" actId="9405"/>
          <ac:inkMkLst>
            <pc:docMk/>
            <pc:sldMk cId="3028217727" sldId="265"/>
            <ac:inkMk id="50" creationId="{D5B048EB-7AE2-4314-ACF7-612B0E5E81BC}"/>
          </ac:inkMkLst>
        </pc:inkChg>
        <pc:inkChg chg="add mod">
          <ac:chgData name="Esraa Mohamed" userId="32a53f8955a3383c" providerId="LiveId" clId="{F10043CA-7E0C-4C5B-B8AD-80B51C33A480}" dt="2026-09-01T07:52:48.275" v="660"/>
          <ac:inkMkLst>
            <pc:docMk/>
            <pc:sldMk cId="3028217727" sldId="265"/>
            <ac:inkMk id="51" creationId="{7628DB00-4D35-DDF8-94B5-2E4AE1C6F26D}"/>
          </ac:inkMkLst>
        </pc:inkChg>
        <pc:inkChg chg="add mod">
          <ac:chgData name="Esraa Mohamed" userId="32a53f8955a3383c" providerId="LiveId" clId="{F10043CA-7E0C-4C5B-B8AD-80B51C33A480}" dt="2026-09-01T07:52:48.275" v="660"/>
          <ac:inkMkLst>
            <pc:docMk/>
            <pc:sldMk cId="3028217727" sldId="265"/>
            <ac:inkMk id="52" creationId="{E8B245DE-6443-6699-D859-FE8BC9D91780}"/>
          </ac:inkMkLst>
        </pc:inkChg>
        <pc:inkChg chg="add mod">
          <ac:chgData name="Esraa Mohamed" userId="32a53f8955a3383c" providerId="LiveId" clId="{F10043CA-7E0C-4C5B-B8AD-80B51C33A480}" dt="2026-09-01T07:52:48.275" v="660"/>
          <ac:inkMkLst>
            <pc:docMk/>
            <pc:sldMk cId="3028217727" sldId="265"/>
            <ac:inkMk id="53" creationId="{AEE4A674-F725-6703-86C3-9C575BA44429}"/>
          </ac:inkMkLst>
        </pc:inkChg>
        <pc:inkChg chg="add">
          <ac:chgData name="Esraa Mohamed" userId="32a53f8955a3383c" providerId="LiveId" clId="{F10043CA-7E0C-4C5B-B8AD-80B51C33A480}" dt="2026-09-01T07:52:49.575" v="661" actId="9405"/>
          <ac:inkMkLst>
            <pc:docMk/>
            <pc:sldMk cId="3028217727" sldId="265"/>
            <ac:inkMk id="55" creationId="{6ADAE71E-3374-785F-3F3F-C84CD064ED0D}"/>
          </ac:inkMkLst>
        </pc:inkChg>
        <pc:inkChg chg="add">
          <ac:chgData name="Esraa Mohamed" userId="32a53f8955a3383c" providerId="LiveId" clId="{F10043CA-7E0C-4C5B-B8AD-80B51C33A480}" dt="2026-09-01T07:52:50.976" v="662" actId="9405"/>
          <ac:inkMkLst>
            <pc:docMk/>
            <pc:sldMk cId="3028217727" sldId="265"/>
            <ac:inkMk id="56" creationId="{8EF60FE1-48A9-DB34-594F-9FF86C437BB3}"/>
          </ac:inkMkLst>
        </pc:inkChg>
        <pc:inkChg chg="add del">
          <ac:chgData name="Esraa Mohamed" userId="32a53f8955a3383c" providerId="LiveId" clId="{F10043CA-7E0C-4C5B-B8AD-80B51C33A480}" dt="2026-09-01T07:52:52.647" v="664"/>
          <ac:inkMkLst>
            <pc:docMk/>
            <pc:sldMk cId="3028217727" sldId="265"/>
            <ac:inkMk id="57" creationId="{D0F3A775-A4D7-2673-2B7F-D3FF4DE335AE}"/>
          </ac:inkMkLst>
        </pc:inkChg>
        <pc:inkChg chg="add">
          <ac:chgData name="Esraa Mohamed" userId="32a53f8955a3383c" providerId="LiveId" clId="{F10043CA-7E0C-4C5B-B8AD-80B51C33A480}" dt="2026-09-01T07:52:52.647" v="664"/>
          <ac:inkMkLst>
            <pc:docMk/>
            <pc:sldMk cId="3028217727" sldId="265"/>
            <ac:inkMk id="58" creationId="{DC08AA5B-8EE7-A7E6-06A8-7AACF451AE53}"/>
          </ac:inkMkLst>
        </pc:inkChg>
        <pc:cxnChg chg="add">
          <ac:chgData name="Esraa Mohamed" userId="32a53f8955a3383c" providerId="LiveId" clId="{F10043CA-7E0C-4C5B-B8AD-80B51C33A480}" dt="2026-08-31T18:13:58.532" v="7" actId="26606"/>
          <ac:cxnSpMkLst>
            <pc:docMk/>
            <pc:sldMk cId="3028217727" sldId="265"/>
            <ac:cxnSpMk id="17" creationId="{6CF1BAF6-AD41-4082-B212-8A1F9A2E8779}"/>
          </ac:cxnSpMkLst>
        </pc:cxnChg>
        <pc:cxnChg chg="add del">
          <ac:chgData name="Esraa Mohamed" userId="32a53f8955a3383c" providerId="LiveId" clId="{F10043CA-7E0C-4C5B-B8AD-80B51C33A480}" dt="2026-08-31T18:12:49.885" v="2" actId="26606"/>
          <ac:cxnSpMkLst>
            <pc:docMk/>
            <pc:sldMk cId="3028217727" sldId="265"/>
            <ac:cxnSpMk id="18" creationId="{6CF1BAF6-AD41-4082-B212-8A1F9A2E8779}"/>
          </ac:cxnSpMkLst>
        </pc:cxnChg>
        <pc:cxnChg chg="add del">
          <ac:chgData name="Esraa Mohamed" userId="32a53f8955a3383c" providerId="LiveId" clId="{F10043CA-7E0C-4C5B-B8AD-80B51C33A480}" dt="2026-08-31T18:12:58.222" v="4" actId="26606"/>
          <ac:cxnSpMkLst>
            <pc:docMk/>
            <pc:sldMk cId="3028217727" sldId="265"/>
            <ac:cxnSpMk id="22" creationId="{23AAC9B5-8015-485C-ACF9-A750390E9A56}"/>
          </ac:cxnSpMkLst>
        </pc:cxnChg>
      </pc:sldChg>
      <pc:sldChg chg="addSp delSp modSp mod setBg">
        <pc:chgData name="Esraa Mohamed" userId="32a53f8955a3383c" providerId="LiveId" clId="{F10043CA-7E0C-4C5B-B8AD-80B51C33A480}" dt="2026-09-01T07:56:31.711" v="672" actId="9405"/>
        <pc:sldMkLst>
          <pc:docMk/>
          <pc:sldMk cId="1896356017" sldId="266"/>
        </pc:sldMkLst>
        <pc:spChg chg="mod">
          <ac:chgData name="Esraa Mohamed" userId="32a53f8955a3383c" providerId="LiveId" clId="{F10043CA-7E0C-4C5B-B8AD-80B51C33A480}" dt="2026-08-31T18:23:50.470" v="36" actId="26606"/>
          <ac:spMkLst>
            <pc:docMk/>
            <pc:sldMk cId="1896356017" sldId="266"/>
            <ac:spMk id="2" creationId="{32D29970-6AEF-D764-111F-1936011D27FC}"/>
          </ac:spMkLst>
        </pc:spChg>
        <pc:spChg chg="del">
          <ac:chgData name="Esraa Mohamed" userId="32a53f8955a3383c" providerId="LiveId" clId="{F10043CA-7E0C-4C5B-B8AD-80B51C33A480}" dt="2026-08-31T18:23:47.050" v="35" actId="22"/>
          <ac:spMkLst>
            <pc:docMk/>
            <pc:sldMk cId="1896356017" sldId="266"/>
            <ac:spMk id="3" creationId="{00093835-7C77-1C68-3672-71915361964D}"/>
          </ac:spMkLst>
        </pc:spChg>
        <pc:spChg chg="add">
          <ac:chgData name="Esraa Mohamed" userId="32a53f8955a3383c" providerId="LiveId" clId="{F10043CA-7E0C-4C5B-B8AD-80B51C33A480}" dt="2026-08-31T18:23:50.470" v="36" actId="26606"/>
          <ac:spMkLst>
            <pc:docMk/>
            <pc:sldMk cId="1896356017" sldId="266"/>
            <ac:spMk id="10" creationId="{5F637E18-EF26-4327-9077-7FFC67B98B96}"/>
          </ac:spMkLst>
        </pc:spChg>
        <pc:spChg chg="add">
          <ac:chgData name="Esraa Mohamed" userId="32a53f8955a3383c" providerId="LiveId" clId="{F10043CA-7E0C-4C5B-B8AD-80B51C33A480}" dt="2026-08-31T18:23:50.470" v="36" actId="26606"/>
          <ac:spMkLst>
            <pc:docMk/>
            <pc:sldMk cId="1896356017" sldId="266"/>
            <ac:spMk id="12" creationId="{3EED6667-6BE8-A2AB-422A-5A1D89727E35}"/>
          </ac:spMkLst>
        </pc:spChg>
        <pc:picChg chg="add mod ord">
          <ac:chgData name="Esraa Mohamed" userId="32a53f8955a3383c" providerId="LiveId" clId="{F10043CA-7E0C-4C5B-B8AD-80B51C33A480}" dt="2026-08-31T18:23:50.470" v="36" actId="26606"/>
          <ac:picMkLst>
            <pc:docMk/>
            <pc:sldMk cId="1896356017" sldId="266"/>
            <ac:picMk id="5" creationId="{F91B45F0-587C-8A8A-5B34-5F75F222F911}"/>
          </ac:picMkLst>
        </pc:picChg>
        <pc:inkChg chg="add">
          <ac:chgData name="Esraa Mohamed" userId="32a53f8955a3383c" providerId="LiveId" clId="{F10043CA-7E0C-4C5B-B8AD-80B51C33A480}" dt="2026-09-01T07:56:00.467" v="665" actId="9405"/>
          <ac:inkMkLst>
            <pc:docMk/>
            <pc:sldMk cId="1896356017" sldId="266"/>
            <ac:inkMk id="3" creationId="{11373A12-4985-BC3B-D432-8E16E1DFB35E}"/>
          </ac:inkMkLst>
        </pc:inkChg>
        <pc:inkChg chg="add del">
          <ac:chgData name="Esraa Mohamed" userId="32a53f8955a3383c" providerId="LiveId" clId="{F10043CA-7E0C-4C5B-B8AD-80B51C33A480}" dt="2026-09-01T07:56:03.461" v="667"/>
          <ac:inkMkLst>
            <pc:docMk/>
            <pc:sldMk cId="1896356017" sldId="266"/>
            <ac:inkMk id="4" creationId="{CC4BF972-39CF-D6AB-6B64-5AF1AF78F480}"/>
          </ac:inkMkLst>
        </pc:inkChg>
        <pc:inkChg chg="add">
          <ac:chgData name="Esraa Mohamed" userId="32a53f8955a3383c" providerId="LiveId" clId="{F10043CA-7E0C-4C5B-B8AD-80B51C33A480}" dt="2026-09-01T07:56:03.461" v="667"/>
          <ac:inkMkLst>
            <pc:docMk/>
            <pc:sldMk cId="1896356017" sldId="266"/>
            <ac:inkMk id="6" creationId="{138C1369-4490-0B9D-F491-B48341EC0C0E}"/>
          </ac:inkMkLst>
        </pc:inkChg>
        <pc:inkChg chg="add del">
          <ac:chgData name="Esraa Mohamed" userId="32a53f8955a3383c" providerId="LiveId" clId="{F10043CA-7E0C-4C5B-B8AD-80B51C33A480}" dt="2026-09-01T07:56:19.781" v="669"/>
          <ac:inkMkLst>
            <pc:docMk/>
            <pc:sldMk cId="1896356017" sldId="266"/>
            <ac:inkMk id="7" creationId="{8469FAB9-3775-2831-6382-7311AF6C4C31}"/>
          </ac:inkMkLst>
        </pc:inkChg>
        <pc:inkChg chg="add">
          <ac:chgData name="Esraa Mohamed" userId="32a53f8955a3383c" providerId="LiveId" clId="{F10043CA-7E0C-4C5B-B8AD-80B51C33A480}" dt="2026-09-01T07:56:19.781" v="669"/>
          <ac:inkMkLst>
            <pc:docMk/>
            <pc:sldMk cId="1896356017" sldId="266"/>
            <ac:inkMk id="8" creationId="{3FC14294-3C43-8F4E-E7A0-8E8AE1B7F255}"/>
          </ac:inkMkLst>
        </pc:inkChg>
        <pc:inkChg chg="add del">
          <ac:chgData name="Esraa Mohamed" userId="32a53f8955a3383c" providerId="LiveId" clId="{F10043CA-7E0C-4C5B-B8AD-80B51C33A480}" dt="2026-09-01T07:56:22.560" v="671"/>
          <ac:inkMkLst>
            <pc:docMk/>
            <pc:sldMk cId="1896356017" sldId="266"/>
            <ac:inkMk id="9" creationId="{3D18FC98-6C81-0CBC-9FBE-75F01D821C7B}"/>
          </ac:inkMkLst>
        </pc:inkChg>
        <pc:inkChg chg="add">
          <ac:chgData name="Esraa Mohamed" userId="32a53f8955a3383c" providerId="LiveId" clId="{F10043CA-7E0C-4C5B-B8AD-80B51C33A480}" dt="2026-09-01T07:56:22.560" v="671"/>
          <ac:inkMkLst>
            <pc:docMk/>
            <pc:sldMk cId="1896356017" sldId="266"/>
            <ac:inkMk id="11" creationId="{EDD239BA-D6A4-DEBC-DC76-225FC99BB9D0}"/>
          </ac:inkMkLst>
        </pc:inkChg>
        <pc:inkChg chg="add">
          <ac:chgData name="Esraa Mohamed" userId="32a53f8955a3383c" providerId="LiveId" clId="{F10043CA-7E0C-4C5B-B8AD-80B51C33A480}" dt="2026-09-01T07:56:31.711" v="672" actId="9405"/>
          <ac:inkMkLst>
            <pc:docMk/>
            <pc:sldMk cId="1896356017" sldId="266"/>
            <ac:inkMk id="13" creationId="{14F9448B-BCEF-941B-3DA2-6B79C822D0C5}"/>
          </ac:inkMkLst>
        </pc:inkChg>
      </pc:sldChg>
      <pc:sldChg chg="modSp del mod">
        <pc:chgData name="Esraa Mohamed" userId="32a53f8955a3383c" providerId="LiveId" clId="{F10043CA-7E0C-4C5B-B8AD-80B51C33A480}" dt="2026-09-01T06:11:13.392" v="478" actId="47"/>
        <pc:sldMkLst>
          <pc:docMk/>
          <pc:sldMk cId="270404842" sldId="267"/>
        </pc:sldMkLst>
        <pc:spChg chg="mod">
          <ac:chgData name="Esraa Mohamed" userId="32a53f8955a3383c" providerId="LiveId" clId="{F10043CA-7E0C-4C5B-B8AD-80B51C33A480}" dt="2026-08-31T18:27:21.286" v="78"/>
          <ac:spMkLst>
            <pc:docMk/>
            <pc:sldMk cId="270404842" sldId="267"/>
            <ac:spMk id="2" creationId="{ABFD1AA5-3CB2-237B-D156-06C1B5A18FF9}"/>
          </ac:spMkLst>
        </pc:spChg>
      </pc:sldChg>
      <pc:sldChg chg="addSp modSp new mod setBg">
        <pc:chgData name="Esraa Mohamed" userId="32a53f8955a3383c" providerId="LiveId" clId="{F10043CA-7E0C-4C5B-B8AD-80B51C33A480}" dt="2026-09-01T08:04:42.804" v="684"/>
        <pc:sldMkLst>
          <pc:docMk/>
          <pc:sldMk cId="1002390988" sldId="268"/>
        </pc:sldMkLst>
        <pc:spChg chg="mod">
          <ac:chgData name="Esraa Mohamed" userId="32a53f8955a3383c" providerId="LiveId" clId="{F10043CA-7E0C-4C5B-B8AD-80B51C33A480}" dt="2026-08-31T18:37:30.690" v="94" actId="20577"/>
          <ac:spMkLst>
            <pc:docMk/>
            <pc:sldMk cId="1002390988" sldId="268"/>
            <ac:spMk id="2" creationId="{CB36DBA2-AFDF-A325-5BF9-12BF35C58BB6}"/>
          </ac:spMkLst>
        </pc:spChg>
        <pc:spChg chg="mod">
          <ac:chgData name="Esraa Mohamed" userId="32a53f8955a3383c" providerId="LiveId" clId="{F10043CA-7E0C-4C5B-B8AD-80B51C33A480}" dt="2026-08-31T18:32:08.004" v="83" actId="26606"/>
          <ac:spMkLst>
            <pc:docMk/>
            <pc:sldMk cId="1002390988" sldId="268"/>
            <ac:spMk id="3" creationId="{D4F1ACD7-88C6-A1CA-787E-1524222219A3}"/>
          </ac:spMkLst>
        </pc:spChg>
        <pc:spChg chg="add">
          <ac:chgData name="Esraa Mohamed" userId="32a53f8955a3383c" providerId="LiveId" clId="{F10043CA-7E0C-4C5B-B8AD-80B51C33A480}" dt="2026-08-31T18:32:08.004" v="83" actId="26606"/>
          <ac:spMkLst>
            <pc:docMk/>
            <pc:sldMk cId="1002390988" sldId="268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18:32:08.004" v="83" actId="26606"/>
          <ac:spMkLst>
            <pc:docMk/>
            <pc:sldMk cId="1002390988" sldId="268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18:32:08.004" v="83" actId="26606"/>
          <ac:grpSpMkLst>
            <pc:docMk/>
            <pc:sldMk cId="1002390988" sldId="268"/>
            <ac:grpSpMk id="10" creationId="{AE1C45F0-260A-458C-96ED-C1F6D2151219}"/>
          </ac:grpSpMkLst>
        </pc:grpChg>
        <pc:grpChg chg="mod">
          <ac:chgData name="Esraa Mohamed" userId="32a53f8955a3383c" providerId="LiveId" clId="{F10043CA-7E0C-4C5B-B8AD-80B51C33A480}" dt="2026-09-01T08:04:42.804" v="684"/>
          <ac:grpSpMkLst>
            <pc:docMk/>
            <pc:sldMk cId="1002390988" sldId="268"/>
            <ac:grpSpMk id="14" creationId="{AA9FF7CA-4088-C720-4A06-70ABDBB41171}"/>
          </ac:grpSpMkLst>
        </pc:grpChg>
        <pc:inkChg chg="add">
          <ac:chgData name="Esraa Mohamed" userId="32a53f8955a3383c" providerId="LiveId" clId="{F10043CA-7E0C-4C5B-B8AD-80B51C33A480}" dt="2026-09-01T08:04:31.352" v="679" actId="9405"/>
          <ac:inkMkLst>
            <pc:docMk/>
            <pc:sldMk cId="1002390988" sldId="268"/>
            <ac:inkMk id="4" creationId="{7BC1E7FE-7376-F416-A3B4-AE8562E3AF08}"/>
          </ac:inkMkLst>
        </pc:inkChg>
        <pc:inkChg chg="add">
          <ac:chgData name="Esraa Mohamed" userId="32a53f8955a3383c" providerId="LiveId" clId="{F10043CA-7E0C-4C5B-B8AD-80B51C33A480}" dt="2026-09-01T08:04:34.041" v="680" actId="9405"/>
          <ac:inkMkLst>
            <pc:docMk/>
            <pc:sldMk cId="1002390988" sldId="268"/>
            <ac:inkMk id="5" creationId="{141B4FF9-8D7D-ABAF-113F-89F013959CF8}"/>
          </ac:inkMkLst>
        </pc:inkChg>
        <pc:inkChg chg="add">
          <ac:chgData name="Esraa Mohamed" userId="32a53f8955a3383c" providerId="LiveId" clId="{F10043CA-7E0C-4C5B-B8AD-80B51C33A480}" dt="2026-09-01T08:04:36.747" v="681" actId="9405"/>
          <ac:inkMkLst>
            <pc:docMk/>
            <pc:sldMk cId="1002390988" sldId="268"/>
            <ac:inkMk id="6" creationId="{DA02CE41-DC21-276F-1397-427DE00ABB00}"/>
          </ac:inkMkLst>
        </pc:inkChg>
        <pc:inkChg chg="add mod">
          <ac:chgData name="Esraa Mohamed" userId="32a53f8955a3383c" providerId="LiveId" clId="{F10043CA-7E0C-4C5B-B8AD-80B51C33A480}" dt="2026-09-01T08:04:42.804" v="684"/>
          <ac:inkMkLst>
            <pc:docMk/>
            <pc:sldMk cId="1002390988" sldId="268"/>
            <ac:inkMk id="7" creationId="{B22FC31D-FF19-1AD5-E66C-4C5498896E3C}"/>
          </ac:inkMkLst>
        </pc:inkChg>
        <pc:inkChg chg="add mod">
          <ac:chgData name="Esraa Mohamed" userId="32a53f8955a3383c" providerId="LiveId" clId="{F10043CA-7E0C-4C5B-B8AD-80B51C33A480}" dt="2026-09-01T08:04:42.804" v="684"/>
          <ac:inkMkLst>
            <pc:docMk/>
            <pc:sldMk cId="1002390988" sldId="268"/>
            <ac:inkMk id="9" creationId="{EABD33F9-24E2-1717-8209-33F9D7B6D06C}"/>
          </ac:inkMkLst>
        </pc:inkChg>
        <pc:cxnChg chg="add">
          <ac:chgData name="Esraa Mohamed" userId="32a53f8955a3383c" providerId="LiveId" clId="{F10043CA-7E0C-4C5B-B8AD-80B51C33A480}" dt="2026-08-31T18:32:08.004" v="83" actId="26606"/>
          <ac:cxnSpMkLst>
            <pc:docMk/>
            <pc:sldMk cId="1002390988" sldId="268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8:07:29.707" v="697" actId="9405"/>
        <pc:sldMkLst>
          <pc:docMk/>
          <pc:sldMk cId="3773686120" sldId="269"/>
        </pc:sldMkLst>
        <pc:spChg chg="mod">
          <ac:chgData name="Esraa Mohamed" userId="32a53f8955a3383c" providerId="LiveId" clId="{F10043CA-7E0C-4C5B-B8AD-80B51C33A480}" dt="2026-08-31T18:37:49.882" v="96" actId="26606"/>
          <ac:spMkLst>
            <pc:docMk/>
            <pc:sldMk cId="3773686120" sldId="269"/>
            <ac:spMk id="2" creationId="{AC91E56B-65F9-99C2-EAC6-C1E8850DBB0A}"/>
          </ac:spMkLst>
        </pc:spChg>
        <pc:spChg chg="mod">
          <ac:chgData name="Esraa Mohamed" userId="32a53f8955a3383c" providerId="LiveId" clId="{F10043CA-7E0C-4C5B-B8AD-80B51C33A480}" dt="2026-08-31T18:37:49.882" v="96" actId="26606"/>
          <ac:spMkLst>
            <pc:docMk/>
            <pc:sldMk cId="3773686120" sldId="269"/>
            <ac:spMk id="3" creationId="{A244F3A3-A6ED-5C8E-9178-A0EC484003C6}"/>
          </ac:spMkLst>
        </pc:spChg>
        <pc:spChg chg="add">
          <ac:chgData name="Esraa Mohamed" userId="32a53f8955a3383c" providerId="LiveId" clId="{F10043CA-7E0C-4C5B-B8AD-80B51C33A480}" dt="2026-08-31T18:37:49.882" v="96" actId="26606"/>
          <ac:spMkLst>
            <pc:docMk/>
            <pc:sldMk cId="3773686120" sldId="269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18:37:49.882" v="96" actId="26606"/>
          <ac:spMkLst>
            <pc:docMk/>
            <pc:sldMk cId="3773686120" sldId="269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18:37:49.882" v="96" actId="26606"/>
          <ac:grpSpMkLst>
            <pc:docMk/>
            <pc:sldMk cId="3773686120" sldId="269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9-01T08:06:46.950" v="692"/>
          <ac:grpSpMkLst>
            <pc:docMk/>
            <pc:sldMk cId="3773686120" sldId="269"/>
            <ac:grpSpMk id="14" creationId="{18AC0B77-5A2E-BDB3-F824-D8531F9061E3}"/>
          </ac:grpSpMkLst>
        </pc:grpChg>
        <pc:grpChg chg="mod">
          <ac:chgData name="Esraa Mohamed" userId="32a53f8955a3383c" providerId="LiveId" clId="{F10043CA-7E0C-4C5B-B8AD-80B51C33A480}" dt="2026-09-01T08:06:46.950" v="692"/>
          <ac:grpSpMkLst>
            <pc:docMk/>
            <pc:sldMk cId="3773686120" sldId="269"/>
            <ac:grpSpMk id="18" creationId="{3BE3BF5B-88DC-7E8A-75C9-52FF6F8005A7}"/>
          </ac:grpSpMkLst>
        </pc:grpChg>
        <pc:grpChg chg="mod">
          <ac:chgData name="Esraa Mohamed" userId="32a53f8955a3383c" providerId="LiveId" clId="{F10043CA-7E0C-4C5B-B8AD-80B51C33A480}" dt="2026-09-01T08:06:53.721" v="696"/>
          <ac:grpSpMkLst>
            <pc:docMk/>
            <pc:sldMk cId="3773686120" sldId="269"/>
            <ac:grpSpMk id="22" creationId="{19181EA4-6872-E0FF-F790-B894A5B3C50E}"/>
          </ac:grpSpMkLst>
        </pc:grpChg>
        <pc:inkChg chg="add">
          <ac:chgData name="Esraa Mohamed" userId="32a53f8955a3383c" providerId="LiveId" clId="{F10043CA-7E0C-4C5B-B8AD-80B51C33A480}" dt="2026-09-01T08:06:15.830" v="685" actId="9405"/>
          <ac:inkMkLst>
            <pc:docMk/>
            <pc:sldMk cId="3773686120" sldId="269"/>
            <ac:inkMk id="4" creationId="{8587D9B5-AE32-E4E0-060D-46253F483F9D}"/>
          </ac:inkMkLst>
        </pc:inkChg>
        <pc:inkChg chg="add">
          <ac:chgData name="Esraa Mohamed" userId="32a53f8955a3383c" providerId="LiveId" clId="{F10043CA-7E0C-4C5B-B8AD-80B51C33A480}" dt="2026-09-01T08:06:39.492" v="686" actId="9405"/>
          <ac:inkMkLst>
            <pc:docMk/>
            <pc:sldMk cId="3773686120" sldId="269"/>
            <ac:inkMk id="5" creationId="{5DE1FC87-EF11-5C28-94A1-2EBA2E245FC3}"/>
          </ac:inkMkLst>
        </pc:inkChg>
        <pc:inkChg chg="add mod">
          <ac:chgData name="Esraa Mohamed" userId="32a53f8955a3383c" providerId="LiveId" clId="{F10043CA-7E0C-4C5B-B8AD-80B51C33A480}" dt="2026-09-01T08:06:46.950" v="692"/>
          <ac:inkMkLst>
            <pc:docMk/>
            <pc:sldMk cId="3773686120" sldId="269"/>
            <ac:inkMk id="6" creationId="{4E15B264-32D2-FB3E-972D-89D46E20F2AF}"/>
          </ac:inkMkLst>
        </pc:inkChg>
        <pc:inkChg chg="add mod">
          <ac:chgData name="Esraa Mohamed" userId="32a53f8955a3383c" providerId="LiveId" clId="{F10043CA-7E0C-4C5B-B8AD-80B51C33A480}" dt="2026-09-01T08:06:46.950" v="692"/>
          <ac:inkMkLst>
            <pc:docMk/>
            <pc:sldMk cId="3773686120" sldId="269"/>
            <ac:inkMk id="7" creationId="{63D37309-369C-0BA5-967D-CB7B20F9A1D6}"/>
          </ac:inkMkLst>
        </pc:inkChg>
        <pc:inkChg chg="add mod">
          <ac:chgData name="Esraa Mohamed" userId="32a53f8955a3383c" providerId="LiveId" clId="{F10043CA-7E0C-4C5B-B8AD-80B51C33A480}" dt="2026-09-01T08:06:46.950" v="692"/>
          <ac:inkMkLst>
            <pc:docMk/>
            <pc:sldMk cId="3773686120" sldId="269"/>
            <ac:inkMk id="9" creationId="{76A533FD-1BC8-E4EE-1B6C-1605898DC042}"/>
          </ac:inkMkLst>
        </pc:inkChg>
        <pc:inkChg chg="add mod">
          <ac:chgData name="Esraa Mohamed" userId="32a53f8955a3383c" providerId="LiveId" clId="{F10043CA-7E0C-4C5B-B8AD-80B51C33A480}" dt="2026-09-01T08:06:46.950" v="692"/>
          <ac:inkMkLst>
            <pc:docMk/>
            <pc:sldMk cId="3773686120" sldId="269"/>
            <ac:inkMk id="16" creationId="{2518BDCD-F199-F960-527E-197FE3ABD803}"/>
          </ac:inkMkLst>
        </pc:inkChg>
        <pc:inkChg chg="add">
          <ac:chgData name="Esraa Mohamed" userId="32a53f8955a3383c" providerId="LiveId" clId="{F10043CA-7E0C-4C5B-B8AD-80B51C33A480}" dt="2026-09-01T08:06:49.199" v="693" actId="9405"/>
          <ac:inkMkLst>
            <pc:docMk/>
            <pc:sldMk cId="3773686120" sldId="269"/>
            <ac:inkMk id="19" creationId="{1FBC834E-3A98-4234-CB1D-63686396B7CF}"/>
          </ac:inkMkLst>
        </pc:inkChg>
        <pc:inkChg chg="add mod">
          <ac:chgData name="Esraa Mohamed" userId="32a53f8955a3383c" providerId="LiveId" clId="{F10043CA-7E0C-4C5B-B8AD-80B51C33A480}" dt="2026-09-01T08:06:53.721" v="696"/>
          <ac:inkMkLst>
            <pc:docMk/>
            <pc:sldMk cId="3773686120" sldId="269"/>
            <ac:inkMk id="20" creationId="{FF9327D0-24AB-87B7-4FEE-30C04EBAD456}"/>
          </ac:inkMkLst>
        </pc:inkChg>
        <pc:inkChg chg="add mod">
          <ac:chgData name="Esraa Mohamed" userId="32a53f8955a3383c" providerId="LiveId" clId="{F10043CA-7E0C-4C5B-B8AD-80B51C33A480}" dt="2026-09-01T08:06:53.721" v="696"/>
          <ac:inkMkLst>
            <pc:docMk/>
            <pc:sldMk cId="3773686120" sldId="269"/>
            <ac:inkMk id="21" creationId="{0365C40B-6A11-4D14-B6BB-CBE74D86E62E}"/>
          </ac:inkMkLst>
        </pc:inkChg>
        <pc:inkChg chg="add">
          <ac:chgData name="Esraa Mohamed" userId="32a53f8955a3383c" providerId="LiveId" clId="{F10043CA-7E0C-4C5B-B8AD-80B51C33A480}" dt="2026-09-01T08:07:29.707" v="697" actId="9405"/>
          <ac:inkMkLst>
            <pc:docMk/>
            <pc:sldMk cId="3773686120" sldId="269"/>
            <ac:inkMk id="23" creationId="{D67D1769-4DEA-4D1E-1C58-2EE4FD451B30}"/>
          </ac:inkMkLst>
        </pc:inkChg>
        <pc:cxnChg chg="add">
          <ac:chgData name="Esraa Mohamed" userId="32a53f8955a3383c" providerId="LiveId" clId="{F10043CA-7E0C-4C5B-B8AD-80B51C33A480}" dt="2026-08-31T18:37:49.882" v="96" actId="26606"/>
          <ac:cxnSpMkLst>
            <pc:docMk/>
            <pc:sldMk cId="3773686120" sldId="269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8:13:10.634" v="703" actId="9405"/>
        <pc:sldMkLst>
          <pc:docMk/>
          <pc:sldMk cId="1031624952" sldId="270"/>
        </pc:sldMkLst>
        <pc:spChg chg="mod">
          <ac:chgData name="Esraa Mohamed" userId="32a53f8955a3383c" providerId="LiveId" clId="{F10043CA-7E0C-4C5B-B8AD-80B51C33A480}" dt="2026-08-31T19:02:02.405" v="108" actId="26606"/>
          <ac:spMkLst>
            <pc:docMk/>
            <pc:sldMk cId="1031624952" sldId="270"/>
            <ac:spMk id="2" creationId="{9425DEF4-F6FD-754A-1824-6459652537DF}"/>
          </ac:spMkLst>
        </pc:spChg>
        <pc:spChg chg="mod">
          <ac:chgData name="Esraa Mohamed" userId="32a53f8955a3383c" providerId="LiveId" clId="{F10043CA-7E0C-4C5B-B8AD-80B51C33A480}" dt="2026-08-31T19:02:02.405" v="108" actId="26606"/>
          <ac:spMkLst>
            <pc:docMk/>
            <pc:sldMk cId="1031624952" sldId="270"/>
            <ac:spMk id="3" creationId="{DE9D0616-0554-80A6-89C6-0C3472308078}"/>
          </ac:spMkLst>
        </pc:spChg>
        <pc:spChg chg="add del mod">
          <ac:chgData name="Esraa Mohamed" userId="32a53f8955a3383c" providerId="LiveId" clId="{F10043CA-7E0C-4C5B-B8AD-80B51C33A480}" dt="2026-08-31T19:02:03.909" v="110"/>
          <ac:spMkLst>
            <pc:docMk/>
            <pc:sldMk cId="1031624952" sldId="270"/>
            <ac:spMk id="4" creationId="{5900EE7E-246C-4E6A-A6C9-4887EB389FA8}"/>
          </ac:spMkLst>
        </pc:spChg>
        <pc:spChg chg="add">
          <ac:chgData name="Esraa Mohamed" userId="32a53f8955a3383c" providerId="LiveId" clId="{F10043CA-7E0C-4C5B-B8AD-80B51C33A480}" dt="2026-08-31T19:02:02.405" v="108" actId="26606"/>
          <ac:spMkLst>
            <pc:docMk/>
            <pc:sldMk cId="1031624952" sldId="270"/>
            <ac:spMk id="9" creationId="{B6CDA21F-E7AF-4C75-8395-33F58D5B0E45}"/>
          </ac:spMkLst>
        </pc:spChg>
        <pc:spChg chg="add">
          <ac:chgData name="Esraa Mohamed" userId="32a53f8955a3383c" providerId="LiveId" clId="{F10043CA-7E0C-4C5B-B8AD-80B51C33A480}" dt="2026-08-31T19:02:02.405" v="108" actId="26606"/>
          <ac:spMkLst>
            <pc:docMk/>
            <pc:sldMk cId="1031624952" sldId="270"/>
            <ac:spMk id="16" creationId="{D5B0017B-2ECA-49AF-B397-DC140825DF8D}"/>
          </ac:spMkLst>
        </pc:spChg>
        <pc:grpChg chg="mod">
          <ac:chgData name="Esraa Mohamed" userId="32a53f8955a3383c" providerId="LiveId" clId="{F10043CA-7E0C-4C5B-B8AD-80B51C33A480}" dt="2026-09-01T08:09:04.442" v="700"/>
          <ac:grpSpMkLst>
            <pc:docMk/>
            <pc:sldMk cId="1031624952" sldId="270"/>
            <ac:grpSpMk id="6" creationId="{44D53988-893A-C1FB-C60E-16A42F2F812E}"/>
          </ac:grpSpMkLst>
        </pc:grpChg>
        <pc:grpChg chg="add">
          <ac:chgData name="Esraa Mohamed" userId="32a53f8955a3383c" providerId="LiveId" clId="{F10043CA-7E0C-4C5B-B8AD-80B51C33A480}" dt="2026-08-31T19:02:02.405" v="108" actId="26606"/>
          <ac:grpSpMkLst>
            <pc:docMk/>
            <pc:sldMk cId="1031624952" sldId="270"/>
            <ac:grpSpMk id="11" creationId="{AE1C45F0-260A-458C-96ED-C1F6D2151219}"/>
          </ac:grpSpMkLst>
        </pc:grpChg>
        <pc:inkChg chg="add mod">
          <ac:chgData name="Esraa Mohamed" userId="32a53f8955a3383c" providerId="LiveId" clId="{F10043CA-7E0C-4C5B-B8AD-80B51C33A480}" dt="2026-09-01T08:09:04.442" v="700"/>
          <ac:inkMkLst>
            <pc:docMk/>
            <pc:sldMk cId="1031624952" sldId="270"/>
            <ac:inkMk id="4" creationId="{BA0CC80E-BF64-C125-4500-CB8A7B1D0441}"/>
          </ac:inkMkLst>
        </pc:inkChg>
        <pc:inkChg chg="add mod">
          <ac:chgData name="Esraa Mohamed" userId="32a53f8955a3383c" providerId="LiveId" clId="{F10043CA-7E0C-4C5B-B8AD-80B51C33A480}" dt="2026-09-01T08:09:04.442" v="700"/>
          <ac:inkMkLst>
            <pc:docMk/>
            <pc:sldMk cId="1031624952" sldId="270"/>
            <ac:inkMk id="5" creationId="{9C67960E-6666-81F4-C9EF-0332709BF9C2}"/>
          </ac:inkMkLst>
        </pc:inkChg>
        <pc:inkChg chg="add">
          <ac:chgData name="Esraa Mohamed" userId="32a53f8955a3383c" providerId="LiveId" clId="{F10043CA-7E0C-4C5B-B8AD-80B51C33A480}" dt="2026-09-01T08:09:44.595" v="701" actId="9405"/>
          <ac:inkMkLst>
            <pc:docMk/>
            <pc:sldMk cId="1031624952" sldId="270"/>
            <ac:inkMk id="7" creationId="{D8413C33-96C7-842C-CE9C-315F94D060E7}"/>
          </ac:inkMkLst>
        </pc:inkChg>
        <pc:inkChg chg="add">
          <ac:chgData name="Esraa Mohamed" userId="32a53f8955a3383c" providerId="LiveId" clId="{F10043CA-7E0C-4C5B-B8AD-80B51C33A480}" dt="2026-09-01T08:09:49.827" v="702" actId="9405"/>
          <ac:inkMkLst>
            <pc:docMk/>
            <pc:sldMk cId="1031624952" sldId="270"/>
            <ac:inkMk id="8" creationId="{E6BD0956-1DC5-F306-96B7-333240C0A8D8}"/>
          </ac:inkMkLst>
        </pc:inkChg>
        <pc:inkChg chg="add">
          <ac:chgData name="Esraa Mohamed" userId="32a53f8955a3383c" providerId="LiveId" clId="{F10043CA-7E0C-4C5B-B8AD-80B51C33A480}" dt="2026-09-01T08:13:10.634" v="703" actId="9405"/>
          <ac:inkMkLst>
            <pc:docMk/>
            <pc:sldMk cId="1031624952" sldId="270"/>
            <ac:inkMk id="10" creationId="{531E4663-4B3C-3532-B385-3B19D1D53027}"/>
          </ac:inkMkLst>
        </pc:inkChg>
        <pc:cxnChg chg="add">
          <ac:chgData name="Esraa Mohamed" userId="32a53f8955a3383c" providerId="LiveId" clId="{F10043CA-7E0C-4C5B-B8AD-80B51C33A480}" dt="2026-08-31T19:02:02.405" v="108" actId="26606"/>
          <ac:cxnSpMkLst>
            <pc:docMk/>
            <pc:sldMk cId="1031624952" sldId="270"/>
            <ac:cxnSpMk id="18" creationId="{6CF1BAF6-AD41-4082-B212-8A1F9A2E8779}"/>
          </ac:cxnSpMkLst>
        </pc:cxnChg>
      </pc:sldChg>
      <pc:sldChg chg="addSp modSp new del mod setBg">
        <pc:chgData name="Esraa Mohamed" userId="32a53f8955a3383c" providerId="LiveId" clId="{F10043CA-7E0C-4C5B-B8AD-80B51C33A480}" dt="2026-09-01T06:18:02.761" v="479" actId="47"/>
        <pc:sldMkLst>
          <pc:docMk/>
          <pc:sldMk cId="3158959972" sldId="271"/>
        </pc:sldMkLst>
        <pc:spChg chg="mod">
          <ac:chgData name="Esraa Mohamed" userId="32a53f8955a3383c" providerId="LiveId" clId="{F10043CA-7E0C-4C5B-B8AD-80B51C33A480}" dt="2026-08-31T19:07:26.813" v="124" actId="26606"/>
          <ac:spMkLst>
            <pc:docMk/>
            <pc:sldMk cId="3158959972" sldId="271"/>
            <ac:spMk id="2" creationId="{653B1C04-EBC0-47F6-D74D-4B028922EBAB}"/>
          </ac:spMkLst>
        </pc:spChg>
        <pc:spChg chg="mod">
          <ac:chgData name="Esraa Mohamed" userId="32a53f8955a3383c" providerId="LiveId" clId="{F10043CA-7E0C-4C5B-B8AD-80B51C33A480}" dt="2026-08-31T19:07:26.813" v="124" actId="26606"/>
          <ac:spMkLst>
            <pc:docMk/>
            <pc:sldMk cId="3158959972" sldId="271"/>
            <ac:spMk id="3" creationId="{4DE9E3EF-198A-F343-3C6B-4CF97ED66A80}"/>
          </ac:spMkLst>
        </pc:spChg>
        <pc:spChg chg="add">
          <ac:chgData name="Esraa Mohamed" userId="32a53f8955a3383c" providerId="LiveId" clId="{F10043CA-7E0C-4C5B-B8AD-80B51C33A480}" dt="2026-08-31T19:07:26.813" v="124" actId="26606"/>
          <ac:spMkLst>
            <pc:docMk/>
            <pc:sldMk cId="3158959972" sldId="271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19:07:26.813" v="124" actId="26606"/>
          <ac:spMkLst>
            <pc:docMk/>
            <pc:sldMk cId="3158959972" sldId="271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19:07:26.813" v="124" actId="26606"/>
          <ac:grpSpMkLst>
            <pc:docMk/>
            <pc:sldMk cId="3158959972" sldId="271"/>
            <ac:grpSpMk id="10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31T19:07:26.813" v="124" actId="26606"/>
          <ac:cxnSpMkLst>
            <pc:docMk/>
            <pc:sldMk cId="3158959972" sldId="271"/>
            <ac:cxnSpMk id="17" creationId="{6CF1BAF6-AD41-4082-B212-8A1F9A2E8779}"/>
          </ac:cxnSpMkLst>
        </pc:cxnChg>
      </pc:sldChg>
      <pc:sldChg chg="addSp delSp modSp new mod ord setBg">
        <pc:chgData name="Esraa Mohamed" userId="32a53f8955a3383c" providerId="LiveId" clId="{F10043CA-7E0C-4C5B-B8AD-80B51C33A480}" dt="2026-09-01T08:04:04.161" v="678"/>
        <pc:sldMkLst>
          <pc:docMk/>
          <pc:sldMk cId="124504170" sldId="272"/>
        </pc:sldMkLst>
        <pc:spChg chg="mod">
          <ac:chgData name="Esraa Mohamed" userId="32a53f8955a3383c" providerId="LiveId" clId="{F10043CA-7E0C-4C5B-B8AD-80B51C33A480}" dt="2026-08-31T18:25:55.201" v="75" actId="26606"/>
          <ac:spMkLst>
            <pc:docMk/>
            <pc:sldMk cId="124504170" sldId="272"/>
            <ac:spMk id="2" creationId="{F0A9D3EC-418C-F136-A7AD-1FBDF9C4A4BE}"/>
          </ac:spMkLst>
        </pc:spChg>
        <pc:spChg chg="mod">
          <ac:chgData name="Esraa Mohamed" userId="32a53f8955a3383c" providerId="LiveId" clId="{F10043CA-7E0C-4C5B-B8AD-80B51C33A480}" dt="2026-08-31T18:25:55.201" v="75" actId="26606"/>
          <ac:spMkLst>
            <pc:docMk/>
            <pc:sldMk cId="124504170" sldId="272"/>
            <ac:spMk id="3" creationId="{E6C4B9A2-28D5-270B-BB88-2384221F76F5}"/>
          </ac:spMkLst>
        </pc:spChg>
        <pc:spChg chg="add del">
          <ac:chgData name="Esraa Mohamed" userId="32a53f8955a3383c" providerId="LiveId" clId="{F10043CA-7E0C-4C5B-B8AD-80B51C33A480}" dt="2026-08-31T18:25:55.184" v="74" actId="26606"/>
          <ac:spMkLst>
            <pc:docMk/>
            <pc:sldMk cId="124504170" sldId="272"/>
            <ac:spMk id="8" creationId="{DBF61EA3-B236-439E-9C0B-340980D56BEE}"/>
          </ac:spMkLst>
        </pc:spChg>
        <pc:spChg chg="add del">
          <ac:chgData name="Esraa Mohamed" userId="32a53f8955a3383c" providerId="LiveId" clId="{F10043CA-7E0C-4C5B-B8AD-80B51C33A480}" dt="2026-08-31T18:25:55.184" v="74" actId="26606"/>
          <ac:spMkLst>
            <pc:docMk/>
            <pc:sldMk cId="124504170" sldId="272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31T18:25:55.201" v="75" actId="26606"/>
          <ac:spMkLst>
            <pc:docMk/>
            <pc:sldMk cId="124504170" sldId="272"/>
            <ac:spMk id="15" creationId="{D5B0017B-2ECA-49AF-B397-DC140825DF8D}"/>
          </ac:spMkLst>
        </pc:spChg>
        <pc:spChg chg="add">
          <ac:chgData name="Esraa Mohamed" userId="32a53f8955a3383c" providerId="LiveId" clId="{F10043CA-7E0C-4C5B-B8AD-80B51C33A480}" dt="2026-08-31T18:25:55.201" v="75" actId="26606"/>
          <ac:spMkLst>
            <pc:docMk/>
            <pc:sldMk cId="124504170" sldId="272"/>
            <ac:spMk id="16" creationId="{B6CDA21F-E7AF-4C75-8395-33F58D5B0E45}"/>
          </ac:spMkLst>
        </pc:spChg>
        <pc:grpChg chg="add del">
          <ac:chgData name="Esraa Mohamed" userId="32a53f8955a3383c" providerId="LiveId" clId="{F10043CA-7E0C-4C5B-B8AD-80B51C33A480}" dt="2026-08-31T18:25:55.184" v="74" actId="26606"/>
          <ac:grpSpMkLst>
            <pc:docMk/>
            <pc:sldMk cId="124504170" sldId="272"/>
            <ac:grpSpMk id="10" creationId="{28FAF094-D087-493F-8DF9-A486C2D6BBAA}"/>
          </ac:grpSpMkLst>
        </pc:grpChg>
        <pc:grpChg chg="add">
          <ac:chgData name="Esraa Mohamed" userId="32a53f8955a3383c" providerId="LiveId" clId="{F10043CA-7E0C-4C5B-B8AD-80B51C33A480}" dt="2026-08-31T18:25:55.201" v="75" actId="26606"/>
          <ac:grpSpMkLst>
            <pc:docMk/>
            <pc:sldMk cId="124504170" sldId="272"/>
            <ac:grpSpMk id="18" creationId="{AE1C45F0-260A-458C-96ED-C1F6D2151219}"/>
          </ac:grpSpMkLst>
        </pc:grpChg>
        <pc:inkChg chg="add">
          <ac:chgData name="Esraa Mohamed" userId="32a53f8955a3383c" providerId="LiveId" clId="{F10043CA-7E0C-4C5B-B8AD-80B51C33A480}" dt="2026-09-01T07:58:20.568" v="673" actId="9405"/>
          <ac:inkMkLst>
            <pc:docMk/>
            <pc:sldMk cId="124504170" sldId="272"/>
            <ac:inkMk id="4" creationId="{D3C3A5E2-316E-58AF-92FF-86ED90D2F2BE}"/>
          </ac:inkMkLst>
        </pc:inkChg>
        <pc:inkChg chg="add">
          <ac:chgData name="Esraa Mohamed" userId="32a53f8955a3383c" providerId="LiveId" clId="{F10043CA-7E0C-4C5B-B8AD-80B51C33A480}" dt="2026-09-01T07:58:26.963" v="674" actId="9405"/>
          <ac:inkMkLst>
            <pc:docMk/>
            <pc:sldMk cId="124504170" sldId="272"/>
            <ac:inkMk id="5" creationId="{4842B591-39DF-294A-9115-FDBB20BCBB75}"/>
          </ac:inkMkLst>
        </pc:inkChg>
        <pc:inkChg chg="add">
          <ac:chgData name="Esraa Mohamed" userId="32a53f8955a3383c" providerId="LiveId" clId="{F10043CA-7E0C-4C5B-B8AD-80B51C33A480}" dt="2026-09-01T07:58:50.470" v="675" actId="9405"/>
          <ac:inkMkLst>
            <pc:docMk/>
            <pc:sldMk cId="124504170" sldId="272"/>
            <ac:inkMk id="6" creationId="{46DDA04D-9284-57B6-D67B-4349A7AE56E3}"/>
          </ac:inkMkLst>
        </pc:inkChg>
        <pc:inkChg chg="add del">
          <ac:chgData name="Esraa Mohamed" userId="32a53f8955a3383c" providerId="LiveId" clId="{F10043CA-7E0C-4C5B-B8AD-80B51C33A480}" dt="2026-09-01T08:04:02.915" v="677"/>
          <ac:inkMkLst>
            <pc:docMk/>
            <pc:sldMk cId="124504170" sldId="272"/>
            <ac:inkMk id="7" creationId="{DA5499E0-7C7C-C339-577F-DAF4F6CD19E7}"/>
          </ac:inkMkLst>
        </pc:inkChg>
        <pc:inkChg chg="add mod">
          <ac:chgData name="Esraa Mohamed" userId="32a53f8955a3383c" providerId="LiveId" clId="{F10043CA-7E0C-4C5B-B8AD-80B51C33A480}" dt="2026-09-01T08:04:04.161" v="678"/>
          <ac:inkMkLst>
            <pc:docMk/>
            <pc:sldMk cId="124504170" sldId="272"/>
            <ac:inkMk id="8" creationId="{1D852FDD-6B83-F92E-C607-697333C01560}"/>
          </ac:inkMkLst>
        </pc:inkChg>
        <pc:cxnChg chg="add">
          <ac:chgData name="Esraa Mohamed" userId="32a53f8955a3383c" providerId="LiveId" clId="{F10043CA-7E0C-4C5B-B8AD-80B51C33A480}" dt="2026-08-31T18:25:55.201" v="75" actId="26606"/>
          <ac:cxnSpMkLst>
            <pc:docMk/>
            <pc:sldMk cId="124504170" sldId="272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8:17:26.222" v="783"/>
        <pc:sldMkLst>
          <pc:docMk/>
          <pc:sldMk cId="3652031911" sldId="273"/>
        </pc:sldMkLst>
        <pc:spChg chg="mod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2" creationId="{83E1A324-EF8D-090B-D058-054530832C83}"/>
          </ac:spMkLst>
        </pc:spChg>
        <pc:spChg chg="mod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3" creationId="{E0C2524B-AC77-9D8D-42BE-AFB0C1F7A466}"/>
          </ac:spMkLst>
        </pc:spChg>
        <pc:spChg chg="add del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8" creationId="{B6CDA21F-E7AF-4C75-8395-33F58D5B0E45}"/>
          </ac:spMkLst>
        </pc:spChg>
        <pc:spChg chg="add del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15" creationId="{D5B0017B-2ECA-49AF-B397-DC140825DF8D}"/>
          </ac:spMkLst>
        </pc:spChg>
        <pc:spChg chg="add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22" creationId="{DAF1966E-FD40-4A4A-B61B-C4DF7FA05F06}"/>
          </ac:spMkLst>
        </pc:spChg>
        <pc:spChg chg="add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24" creationId="{047BFA19-D45E-416B-A404-7AF2F3F27017}"/>
          </ac:spMkLst>
        </pc:spChg>
        <pc:spChg chg="add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26" creationId="{8E0105E7-23DB-4CF2-8258-FF47C7620F6E}"/>
          </ac:spMkLst>
        </pc:spChg>
        <pc:spChg chg="add">
          <ac:chgData name="Esraa Mohamed" userId="32a53f8955a3383c" providerId="LiveId" clId="{F10043CA-7E0C-4C5B-B8AD-80B51C33A480}" dt="2026-09-01T06:18:32.816" v="482" actId="26606"/>
          <ac:spMkLst>
            <pc:docMk/>
            <pc:sldMk cId="3652031911" sldId="273"/>
            <ac:spMk id="28" creationId="{074B4F7D-14B2-478B-8BF5-01E4E0C5D263}"/>
          </ac:spMkLst>
        </pc:spChg>
        <pc:grpChg chg="mod">
          <ac:chgData name="Esraa Mohamed" userId="32a53f8955a3383c" providerId="LiveId" clId="{F10043CA-7E0C-4C5B-B8AD-80B51C33A480}" dt="2026-09-01T08:14:48.747" v="706"/>
          <ac:grpSpMkLst>
            <pc:docMk/>
            <pc:sldMk cId="3652031911" sldId="273"/>
            <ac:grpSpMk id="6" creationId="{EE4B9A8C-83E6-A218-E56B-9907D66056FC}"/>
          </ac:grpSpMkLst>
        </pc:grpChg>
        <pc:grpChg chg="del mod">
          <ac:chgData name="Esraa Mohamed" userId="32a53f8955a3383c" providerId="LiveId" clId="{F10043CA-7E0C-4C5B-B8AD-80B51C33A480}" dt="2026-09-01T08:15:41.832" v="713"/>
          <ac:grpSpMkLst>
            <pc:docMk/>
            <pc:sldMk cId="3652031911" sldId="273"/>
            <ac:grpSpMk id="9" creationId="{539F7664-EFBE-010D-E43A-9D4049E8E542}"/>
          </ac:grpSpMkLst>
        </pc:grpChg>
        <pc:grpChg chg="add del">
          <ac:chgData name="Esraa Mohamed" userId="32a53f8955a3383c" providerId="LiveId" clId="{F10043CA-7E0C-4C5B-B8AD-80B51C33A480}" dt="2026-09-01T06:18:32.816" v="482" actId="26606"/>
          <ac:grpSpMkLst>
            <pc:docMk/>
            <pc:sldMk cId="3652031911" sldId="273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9-01T08:15:44.432" v="715"/>
          <ac:grpSpMkLst>
            <pc:docMk/>
            <pc:sldMk cId="3652031911" sldId="273"/>
            <ac:grpSpMk id="13" creationId="{6BFA36EF-BD5B-2A7C-A1FD-EDDCB6CEC302}"/>
          </ac:grpSpMkLst>
        </pc:grpChg>
        <pc:grpChg chg="del mod">
          <ac:chgData name="Esraa Mohamed" userId="32a53f8955a3383c" providerId="LiveId" clId="{F10043CA-7E0C-4C5B-B8AD-80B51C33A480}" dt="2026-09-01T08:15:49.018" v="718"/>
          <ac:grpSpMkLst>
            <pc:docMk/>
            <pc:sldMk cId="3652031911" sldId="273"/>
            <ac:grpSpMk id="15" creationId="{67A19593-3A55-2827-3B4A-83FC96341EE9}"/>
          </ac:grpSpMkLst>
        </pc:grpChg>
        <pc:grpChg chg="del mod">
          <ac:chgData name="Esraa Mohamed" userId="32a53f8955a3383c" providerId="LiveId" clId="{F10043CA-7E0C-4C5B-B8AD-80B51C33A480}" dt="2026-09-01T08:15:57.445" v="723"/>
          <ac:grpSpMkLst>
            <pc:docMk/>
            <pc:sldMk cId="3652031911" sldId="273"/>
            <ac:grpSpMk id="18" creationId="{6B0739BF-BE37-B1AB-449B-BB4A8F348786}"/>
          </ac:grpSpMkLst>
        </pc:grpChg>
        <pc:grpChg chg="del mod">
          <ac:chgData name="Esraa Mohamed" userId="32a53f8955a3383c" providerId="LiveId" clId="{F10043CA-7E0C-4C5B-B8AD-80B51C33A480}" dt="2026-09-01T08:16:00.556" v="725"/>
          <ac:grpSpMkLst>
            <pc:docMk/>
            <pc:sldMk cId="3652031911" sldId="273"/>
            <ac:grpSpMk id="25" creationId="{89F5DAFC-19F2-60E1-6152-B43E8BBE2417}"/>
          </ac:grpSpMkLst>
        </pc:grpChg>
        <pc:grpChg chg="del mod">
          <ac:chgData name="Esraa Mohamed" userId="32a53f8955a3383c" providerId="LiveId" clId="{F10043CA-7E0C-4C5B-B8AD-80B51C33A480}" dt="2026-09-01T08:16:01.154" v="727"/>
          <ac:grpSpMkLst>
            <pc:docMk/>
            <pc:sldMk cId="3652031911" sldId="273"/>
            <ac:grpSpMk id="29" creationId="{ECC49289-72ED-350E-A944-B33B9FEDB7FD}"/>
          </ac:grpSpMkLst>
        </pc:grpChg>
        <pc:grpChg chg="del mod">
          <ac:chgData name="Esraa Mohamed" userId="32a53f8955a3383c" providerId="LiveId" clId="{F10043CA-7E0C-4C5B-B8AD-80B51C33A480}" dt="2026-09-01T08:16:03.269" v="729"/>
          <ac:grpSpMkLst>
            <pc:docMk/>
            <pc:sldMk cId="3652031911" sldId="273"/>
            <ac:grpSpMk id="31" creationId="{752490C0-0C42-A598-D2A9-42439D06C726}"/>
          </ac:grpSpMkLst>
        </pc:grpChg>
        <pc:grpChg chg="del mod">
          <ac:chgData name="Esraa Mohamed" userId="32a53f8955a3383c" providerId="LiveId" clId="{F10043CA-7E0C-4C5B-B8AD-80B51C33A480}" dt="2026-09-01T08:16:06.779" v="732"/>
          <ac:grpSpMkLst>
            <pc:docMk/>
            <pc:sldMk cId="3652031911" sldId="273"/>
            <ac:grpSpMk id="33" creationId="{6A29BA6D-FF42-0C35-BAE6-CFF518A14F18}"/>
          </ac:grpSpMkLst>
        </pc:grpChg>
        <pc:grpChg chg="del mod">
          <ac:chgData name="Esraa Mohamed" userId="32a53f8955a3383c" providerId="LiveId" clId="{F10043CA-7E0C-4C5B-B8AD-80B51C33A480}" dt="2026-09-01T08:16:11.648" v="735"/>
          <ac:grpSpMkLst>
            <pc:docMk/>
            <pc:sldMk cId="3652031911" sldId="273"/>
            <ac:grpSpMk id="36" creationId="{F9E66B1A-7F3A-859C-5D44-62441189CD6D}"/>
          </ac:grpSpMkLst>
        </pc:grpChg>
        <pc:grpChg chg="del mod">
          <ac:chgData name="Esraa Mohamed" userId="32a53f8955a3383c" providerId="LiveId" clId="{F10043CA-7E0C-4C5B-B8AD-80B51C33A480}" dt="2026-09-01T08:16:25.848" v="747"/>
          <ac:grpSpMkLst>
            <pc:docMk/>
            <pc:sldMk cId="3652031911" sldId="273"/>
            <ac:grpSpMk id="39" creationId="{28B54E6E-505E-EF57-119F-47D1C4CD92DE}"/>
          </ac:grpSpMkLst>
        </pc:grpChg>
        <pc:grpChg chg="mod">
          <ac:chgData name="Esraa Mohamed" userId="32a53f8955a3383c" providerId="LiveId" clId="{F10043CA-7E0C-4C5B-B8AD-80B51C33A480}" dt="2026-09-01T08:16:25.848" v="747"/>
          <ac:grpSpMkLst>
            <pc:docMk/>
            <pc:sldMk cId="3652031911" sldId="273"/>
            <ac:grpSpMk id="50" creationId="{5DA7E393-232C-4855-5369-B6E4F31391E9}"/>
          </ac:grpSpMkLst>
        </pc:grpChg>
        <pc:grpChg chg="mod">
          <ac:chgData name="Esraa Mohamed" userId="32a53f8955a3383c" providerId="LiveId" clId="{F10043CA-7E0C-4C5B-B8AD-80B51C33A480}" dt="2026-09-01T08:16:25.848" v="747"/>
          <ac:grpSpMkLst>
            <pc:docMk/>
            <pc:sldMk cId="3652031911" sldId="273"/>
            <ac:grpSpMk id="51" creationId="{FF749E18-C8AE-8882-C86F-D3D07F825091}"/>
          </ac:grpSpMkLst>
        </pc:grpChg>
        <pc:grpChg chg="del mod">
          <ac:chgData name="Esraa Mohamed" userId="32a53f8955a3383c" providerId="LiveId" clId="{F10043CA-7E0C-4C5B-B8AD-80B51C33A480}" dt="2026-09-01T08:16:44.786" v="757"/>
          <ac:grpSpMkLst>
            <pc:docMk/>
            <pc:sldMk cId="3652031911" sldId="273"/>
            <ac:grpSpMk id="59" creationId="{9D8965E6-1681-8F28-AB22-AE568593837E}"/>
          </ac:grpSpMkLst>
        </pc:grpChg>
        <pc:grpChg chg="del mod">
          <ac:chgData name="Esraa Mohamed" userId="32a53f8955a3383c" providerId="LiveId" clId="{F10043CA-7E0C-4C5B-B8AD-80B51C33A480}" dt="2026-09-01T08:16:55.979" v="761"/>
          <ac:grpSpMkLst>
            <pc:docMk/>
            <pc:sldMk cId="3652031911" sldId="273"/>
            <ac:grpSpMk id="61" creationId="{A73FACD8-CD9F-C66B-65AE-2EAE1CF38B8D}"/>
          </ac:grpSpMkLst>
        </pc:grpChg>
        <pc:grpChg chg="del mod">
          <ac:chgData name="Esraa Mohamed" userId="32a53f8955a3383c" providerId="LiveId" clId="{F10043CA-7E0C-4C5B-B8AD-80B51C33A480}" dt="2026-09-01T08:16:59.209" v="763"/>
          <ac:grpSpMkLst>
            <pc:docMk/>
            <pc:sldMk cId="3652031911" sldId="273"/>
            <ac:grpSpMk id="65" creationId="{9F49926C-B64A-ADE6-5817-B7F0FA34E3C0}"/>
          </ac:grpSpMkLst>
        </pc:grpChg>
        <pc:grpChg chg="mod">
          <ac:chgData name="Esraa Mohamed" userId="32a53f8955a3383c" providerId="LiveId" clId="{F10043CA-7E0C-4C5B-B8AD-80B51C33A480}" dt="2026-09-01T08:16:59.209" v="763"/>
          <ac:grpSpMkLst>
            <pc:docMk/>
            <pc:sldMk cId="3652031911" sldId="273"/>
            <ac:grpSpMk id="67" creationId="{9B1939D4-A9A0-371C-F166-E9E2CDF592BC}"/>
          </ac:grpSpMkLst>
        </pc:grpChg>
        <pc:grpChg chg="del mod">
          <ac:chgData name="Esraa Mohamed" userId="32a53f8955a3383c" providerId="LiveId" clId="{F10043CA-7E0C-4C5B-B8AD-80B51C33A480}" dt="2026-09-01T08:17:15.342" v="772"/>
          <ac:grpSpMkLst>
            <pc:docMk/>
            <pc:sldMk cId="3652031911" sldId="273"/>
            <ac:grpSpMk id="70" creationId="{D86B2B12-FA15-6A8E-F088-13848A8E9CDB}"/>
          </ac:grpSpMkLst>
        </pc:grpChg>
        <pc:grpChg chg="del mod">
          <ac:chgData name="Esraa Mohamed" userId="32a53f8955a3383c" providerId="LiveId" clId="{F10043CA-7E0C-4C5B-B8AD-80B51C33A480}" dt="2026-09-01T08:17:18.462" v="776"/>
          <ac:grpSpMkLst>
            <pc:docMk/>
            <pc:sldMk cId="3652031911" sldId="273"/>
            <ac:grpSpMk id="76" creationId="{50FC2228-645A-8252-4A2B-3C9BF17C5463}"/>
          </ac:grpSpMkLst>
        </pc:grpChg>
        <pc:grpChg chg="mod">
          <ac:chgData name="Esraa Mohamed" userId="32a53f8955a3383c" providerId="LiveId" clId="{F10043CA-7E0C-4C5B-B8AD-80B51C33A480}" dt="2026-09-01T08:17:15.342" v="772"/>
          <ac:grpSpMkLst>
            <pc:docMk/>
            <pc:sldMk cId="3652031911" sldId="273"/>
            <ac:grpSpMk id="77" creationId="{54E5BC50-6AB0-DEA8-98AF-3856595F763A}"/>
          </ac:grpSpMkLst>
        </pc:grpChg>
        <pc:grpChg chg="mod">
          <ac:chgData name="Esraa Mohamed" userId="32a53f8955a3383c" providerId="LiveId" clId="{F10043CA-7E0C-4C5B-B8AD-80B51C33A480}" dt="2026-09-01T08:17:18.462" v="776"/>
          <ac:grpSpMkLst>
            <pc:docMk/>
            <pc:sldMk cId="3652031911" sldId="273"/>
            <ac:grpSpMk id="81" creationId="{8A655D42-D7C1-1BD1-4601-8ADDF0AA0963}"/>
          </ac:grpSpMkLst>
        </pc:grpChg>
        <pc:grpChg chg="del mod">
          <ac:chgData name="Esraa Mohamed" userId="32a53f8955a3383c" providerId="LiveId" clId="{F10043CA-7E0C-4C5B-B8AD-80B51C33A480}" dt="2026-09-01T08:17:26.222" v="783"/>
          <ac:grpSpMkLst>
            <pc:docMk/>
            <pc:sldMk cId="3652031911" sldId="273"/>
            <ac:grpSpMk id="86" creationId="{0C129064-0A7D-30E4-AF95-269F850FC48B}"/>
          </ac:grpSpMkLst>
        </pc:grpChg>
        <pc:grpChg chg="mod">
          <ac:chgData name="Esraa Mohamed" userId="32a53f8955a3383c" providerId="LiveId" clId="{F10043CA-7E0C-4C5B-B8AD-80B51C33A480}" dt="2026-09-01T08:17:26.222" v="783"/>
          <ac:grpSpMkLst>
            <pc:docMk/>
            <pc:sldMk cId="3652031911" sldId="273"/>
            <ac:grpSpMk id="88" creationId="{23991296-2DBC-0C55-54C3-64329308CFA7}"/>
          </ac:grpSpMkLst>
        </pc:grpChg>
        <pc:inkChg chg="add mod">
          <ac:chgData name="Esraa Mohamed" userId="32a53f8955a3383c" providerId="LiveId" clId="{F10043CA-7E0C-4C5B-B8AD-80B51C33A480}" dt="2026-09-01T08:14:48.747" v="706"/>
          <ac:inkMkLst>
            <pc:docMk/>
            <pc:sldMk cId="3652031911" sldId="273"/>
            <ac:inkMk id="4" creationId="{FDE8DE2F-D044-2EB8-F639-604B5EC0FEBD}"/>
          </ac:inkMkLst>
        </pc:inkChg>
        <pc:inkChg chg="add mod">
          <ac:chgData name="Esraa Mohamed" userId="32a53f8955a3383c" providerId="LiveId" clId="{F10043CA-7E0C-4C5B-B8AD-80B51C33A480}" dt="2026-09-01T08:14:48.747" v="706"/>
          <ac:inkMkLst>
            <pc:docMk/>
            <pc:sldMk cId="3652031911" sldId="273"/>
            <ac:inkMk id="5" creationId="{246DFDC8-DD2B-1BF7-27B7-B0FA08B067A8}"/>
          </ac:inkMkLst>
        </pc:inkChg>
        <pc:inkChg chg="add mod">
          <ac:chgData name="Esraa Mohamed" userId="32a53f8955a3383c" providerId="LiveId" clId="{F10043CA-7E0C-4C5B-B8AD-80B51C33A480}" dt="2026-09-01T08:16:25.848" v="747"/>
          <ac:inkMkLst>
            <pc:docMk/>
            <pc:sldMk cId="3652031911" sldId="273"/>
            <ac:inkMk id="7" creationId="{7165FDDB-A2EE-7ADD-AC0D-76E329535B76}"/>
          </ac:inkMkLst>
        </pc:inkChg>
        <pc:inkChg chg="add mod">
          <ac:chgData name="Esraa Mohamed" userId="32a53f8955a3383c" providerId="LiveId" clId="{F10043CA-7E0C-4C5B-B8AD-80B51C33A480}" dt="2026-09-01T08:16:11.648" v="735"/>
          <ac:inkMkLst>
            <pc:docMk/>
            <pc:sldMk cId="3652031911" sldId="273"/>
            <ac:inkMk id="8" creationId="{DDBEBBDA-CEC7-E50E-E6E4-83BDBAD5F4F4}"/>
          </ac:inkMkLst>
        </pc:inkChg>
        <pc:inkChg chg="add mod">
          <ac:chgData name="Esraa Mohamed" userId="32a53f8955a3383c" providerId="LiveId" clId="{F10043CA-7E0C-4C5B-B8AD-80B51C33A480}" dt="2026-09-01T08:16:25.848" v="747"/>
          <ac:inkMkLst>
            <pc:docMk/>
            <pc:sldMk cId="3652031911" sldId="273"/>
            <ac:inkMk id="10" creationId="{49711BB7-C0CE-ACBF-0723-BB38E25E073C}"/>
          </ac:inkMkLst>
        </pc:inkChg>
        <pc:inkChg chg="add mod">
          <ac:chgData name="Esraa Mohamed" userId="32a53f8955a3383c" providerId="LiveId" clId="{F10043CA-7E0C-4C5B-B8AD-80B51C33A480}" dt="2026-09-01T08:16:11.648" v="735"/>
          <ac:inkMkLst>
            <pc:docMk/>
            <pc:sldMk cId="3652031911" sldId="273"/>
            <ac:inkMk id="11" creationId="{4C216E05-50BC-708C-FDF9-1A8003173304}"/>
          </ac:inkMkLst>
        </pc:inkChg>
        <pc:inkChg chg="add mod">
          <ac:chgData name="Esraa Mohamed" userId="32a53f8955a3383c" providerId="LiveId" clId="{F10043CA-7E0C-4C5B-B8AD-80B51C33A480}" dt="2026-09-01T08:16:25.848" v="747"/>
          <ac:inkMkLst>
            <pc:docMk/>
            <pc:sldMk cId="3652031911" sldId="273"/>
            <ac:inkMk id="12" creationId="{218E16DE-444C-F128-EA9A-CF379611F1DB}"/>
          </ac:inkMkLst>
        </pc:inkChg>
        <pc:inkChg chg="add mod">
          <ac:chgData name="Esraa Mohamed" userId="32a53f8955a3383c" providerId="LiveId" clId="{F10043CA-7E0C-4C5B-B8AD-80B51C33A480}" dt="2026-09-01T08:16:11.648" v="735"/>
          <ac:inkMkLst>
            <pc:docMk/>
            <pc:sldMk cId="3652031911" sldId="273"/>
            <ac:inkMk id="14" creationId="{8C33E65E-22F5-5ED0-3818-57AC4BDD59AB}"/>
          </ac:inkMkLst>
        </pc:inkChg>
        <pc:inkChg chg="add mod">
          <ac:chgData name="Esraa Mohamed" userId="32a53f8955a3383c" providerId="LiveId" clId="{F10043CA-7E0C-4C5B-B8AD-80B51C33A480}" dt="2026-09-01T08:16:25.848" v="747"/>
          <ac:inkMkLst>
            <pc:docMk/>
            <pc:sldMk cId="3652031911" sldId="273"/>
            <ac:inkMk id="16" creationId="{02A3FFA4-21E9-F993-0ED1-9ED3B7233553}"/>
          </ac:inkMkLst>
        </pc:inkChg>
        <pc:inkChg chg="add mod">
          <ac:chgData name="Esraa Mohamed" userId="32a53f8955a3383c" providerId="LiveId" clId="{F10043CA-7E0C-4C5B-B8AD-80B51C33A480}" dt="2026-09-01T08:16:00.556" v="725"/>
          <ac:inkMkLst>
            <pc:docMk/>
            <pc:sldMk cId="3652031911" sldId="273"/>
            <ac:inkMk id="17" creationId="{4C594273-8DE5-CADA-60A2-E44D70689AA9}"/>
          </ac:inkMkLst>
        </pc:inkChg>
        <pc:inkChg chg="add del">
          <ac:chgData name="Esraa Mohamed" userId="32a53f8955a3383c" providerId="LiveId" clId="{F10043CA-7E0C-4C5B-B8AD-80B51C33A480}" dt="2026-09-01T08:15:51.099" v="720"/>
          <ac:inkMkLst>
            <pc:docMk/>
            <pc:sldMk cId="3652031911" sldId="273"/>
            <ac:inkMk id="19" creationId="{8C3FDBAA-CA08-F276-FE74-12FFBAAFDD15}"/>
          </ac:inkMkLst>
        </pc:inkChg>
        <pc:inkChg chg="add">
          <ac:chgData name="Esraa Mohamed" userId="32a53f8955a3383c" providerId="LiveId" clId="{F10043CA-7E0C-4C5B-B8AD-80B51C33A480}" dt="2026-09-01T08:15:51.099" v="720"/>
          <ac:inkMkLst>
            <pc:docMk/>
            <pc:sldMk cId="3652031911" sldId="273"/>
            <ac:inkMk id="20" creationId="{82DFC3DA-8B19-D6D3-D408-0BBD494476DD}"/>
          </ac:inkMkLst>
        </pc:inkChg>
        <pc:inkChg chg="add mod">
          <ac:chgData name="Esraa Mohamed" userId="32a53f8955a3383c" providerId="LiveId" clId="{F10043CA-7E0C-4C5B-B8AD-80B51C33A480}" dt="2026-09-01T08:16:11.648" v="735"/>
          <ac:inkMkLst>
            <pc:docMk/>
            <pc:sldMk cId="3652031911" sldId="273"/>
            <ac:inkMk id="21" creationId="{D21BD7A8-8C2C-B818-45E6-2EFF026CDC7B}"/>
          </ac:inkMkLst>
        </pc:inkChg>
        <pc:inkChg chg="add mod">
          <ac:chgData name="Esraa Mohamed" userId="32a53f8955a3383c" providerId="LiveId" clId="{F10043CA-7E0C-4C5B-B8AD-80B51C33A480}" dt="2026-09-01T08:16:11.648" v="735"/>
          <ac:inkMkLst>
            <pc:docMk/>
            <pc:sldMk cId="3652031911" sldId="273"/>
            <ac:inkMk id="23" creationId="{81C90D03-7960-E081-A4B7-5D6C78180660}"/>
          </ac:inkMkLst>
        </pc:inkChg>
        <pc:inkChg chg="add mod">
          <ac:chgData name="Esraa Mohamed" userId="32a53f8955a3383c" providerId="LiveId" clId="{F10043CA-7E0C-4C5B-B8AD-80B51C33A480}" dt="2026-09-01T08:16:25.848" v="747"/>
          <ac:inkMkLst>
            <pc:docMk/>
            <pc:sldMk cId="3652031911" sldId="273"/>
            <ac:inkMk id="27" creationId="{C0C40CF8-2B9F-8549-A3A0-0C7A884B5F4D}"/>
          </ac:inkMkLst>
        </pc:inkChg>
        <pc:inkChg chg="add mod">
          <ac:chgData name="Esraa Mohamed" userId="32a53f8955a3383c" providerId="LiveId" clId="{F10043CA-7E0C-4C5B-B8AD-80B51C33A480}" dt="2026-09-01T08:16:11.648" v="735"/>
          <ac:inkMkLst>
            <pc:docMk/>
            <pc:sldMk cId="3652031911" sldId="273"/>
            <ac:inkMk id="30" creationId="{429CF7F9-993D-BF3C-EF42-6194FD430DF5}"/>
          </ac:inkMkLst>
        </pc:inkChg>
        <pc:inkChg chg="add">
          <ac:chgData name="Esraa Mohamed" userId="32a53f8955a3383c" providerId="LiveId" clId="{F10043CA-7E0C-4C5B-B8AD-80B51C33A480}" dt="2026-09-01T08:16:02.739" v="728" actId="9405"/>
          <ac:inkMkLst>
            <pc:docMk/>
            <pc:sldMk cId="3652031911" sldId="273"/>
            <ac:inkMk id="32" creationId="{4F1B2201-4E20-B9D8-D3D4-92D94CFB1B41}"/>
          </ac:inkMkLst>
        </pc:inkChg>
        <pc:inkChg chg="add">
          <ac:chgData name="Esraa Mohamed" userId="32a53f8955a3383c" providerId="LiveId" clId="{F10043CA-7E0C-4C5B-B8AD-80B51C33A480}" dt="2026-09-01T08:16:04.318" v="730" actId="9405"/>
          <ac:inkMkLst>
            <pc:docMk/>
            <pc:sldMk cId="3652031911" sldId="273"/>
            <ac:inkMk id="34" creationId="{182FF47D-CA44-C35C-C05D-0E82980F2008}"/>
          </ac:inkMkLst>
        </pc:inkChg>
        <pc:inkChg chg="add">
          <ac:chgData name="Esraa Mohamed" userId="32a53f8955a3383c" providerId="LiveId" clId="{F10043CA-7E0C-4C5B-B8AD-80B51C33A480}" dt="2026-09-01T08:16:06.143" v="731" actId="9405"/>
          <ac:inkMkLst>
            <pc:docMk/>
            <pc:sldMk cId="3652031911" sldId="273"/>
            <ac:inkMk id="35" creationId="{DB948D08-4FB5-3D9B-7FC8-E2864DF2B305}"/>
          </ac:inkMkLst>
        </pc:inkChg>
        <pc:inkChg chg="add">
          <ac:chgData name="Esraa Mohamed" userId="32a53f8955a3383c" providerId="LiveId" clId="{F10043CA-7E0C-4C5B-B8AD-80B51C33A480}" dt="2026-09-01T08:16:09.683" v="733" actId="9405"/>
          <ac:inkMkLst>
            <pc:docMk/>
            <pc:sldMk cId="3652031911" sldId="273"/>
            <ac:inkMk id="37" creationId="{B4BD4FCF-F4DF-B44D-BC7B-CE6E8038EEDF}"/>
          </ac:inkMkLst>
        </pc:inkChg>
        <pc:inkChg chg="add">
          <ac:chgData name="Esraa Mohamed" userId="32a53f8955a3383c" providerId="LiveId" clId="{F10043CA-7E0C-4C5B-B8AD-80B51C33A480}" dt="2026-09-01T08:16:11.111" v="734" actId="9405"/>
          <ac:inkMkLst>
            <pc:docMk/>
            <pc:sldMk cId="3652031911" sldId="273"/>
            <ac:inkMk id="38" creationId="{C684F59F-4E34-8F59-0F2F-B2B645B85C40}"/>
          </ac:inkMkLst>
        </pc:inkChg>
        <pc:inkChg chg="add">
          <ac:chgData name="Esraa Mohamed" userId="32a53f8955a3383c" providerId="LiveId" clId="{F10043CA-7E0C-4C5B-B8AD-80B51C33A480}" dt="2026-09-01T08:16:12.233" v="736" actId="9405"/>
          <ac:inkMkLst>
            <pc:docMk/>
            <pc:sldMk cId="3652031911" sldId="273"/>
            <ac:inkMk id="40" creationId="{08AADE0E-66BC-B7FC-14D4-A695F7F34933}"/>
          </ac:inkMkLst>
        </pc:inkChg>
        <pc:inkChg chg="add">
          <ac:chgData name="Esraa Mohamed" userId="32a53f8955a3383c" providerId="LiveId" clId="{F10043CA-7E0C-4C5B-B8AD-80B51C33A480}" dt="2026-09-01T08:16:13.804" v="737" actId="9405"/>
          <ac:inkMkLst>
            <pc:docMk/>
            <pc:sldMk cId="3652031911" sldId="273"/>
            <ac:inkMk id="41" creationId="{4D9428BE-B91E-641D-EDA5-7BED4BE3C204}"/>
          </ac:inkMkLst>
        </pc:inkChg>
        <pc:inkChg chg="add mod">
          <ac:chgData name="Esraa Mohamed" userId="32a53f8955a3383c" providerId="LiveId" clId="{F10043CA-7E0C-4C5B-B8AD-80B51C33A480}" dt="2026-09-01T08:16:25.848" v="747"/>
          <ac:inkMkLst>
            <pc:docMk/>
            <pc:sldMk cId="3652031911" sldId="273"/>
            <ac:inkMk id="42" creationId="{68069606-03FD-98E3-71E2-75D99BEFCBC4}"/>
          </ac:inkMkLst>
        </pc:inkChg>
        <pc:inkChg chg="add mod">
          <ac:chgData name="Esraa Mohamed" userId="32a53f8955a3383c" providerId="LiveId" clId="{F10043CA-7E0C-4C5B-B8AD-80B51C33A480}" dt="2026-09-01T08:16:25.848" v="747"/>
          <ac:inkMkLst>
            <pc:docMk/>
            <pc:sldMk cId="3652031911" sldId="273"/>
            <ac:inkMk id="43" creationId="{2F9888DE-C8D1-D882-62B0-5B56BFDB3883}"/>
          </ac:inkMkLst>
        </pc:inkChg>
        <pc:inkChg chg="add">
          <ac:chgData name="Esraa Mohamed" userId="32a53f8955a3383c" providerId="LiveId" clId="{F10043CA-7E0C-4C5B-B8AD-80B51C33A480}" dt="2026-09-01T08:16:18.572" v="740" actId="9405"/>
          <ac:inkMkLst>
            <pc:docMk/>
            <pc:sldMk cId="3652031911" sldId="273"/>
            <ac:inkMk id="44" creationId="{3B3CDC09-E823-EAC6-D078-528647CBC3E6}"/>
          </ac:inkMkLst>
        </pc:inkChg>
        <pc:inkChg chg="add">
          <ac:chgData name="Esraa Mohamed" userId="32a53f8955a3383c" providerId="LiveId" clId="{F10043CA-7E0C-4C5B-B8AD-80B51C33A480}" dt="2026-09-01T08:16:19.902" v="741" actId="9405"/>
          <ac:inkMkLst>
            <pc:docMk/>
            <pc:sldMk cId="3652031911" sldId="273"/>
            <ac:inkMk id="45" creationId="{141A25A8-6800-FDD3-F8B7-71C9740A4F05}"/>
          </ac:inkMkLst>
        </pc:inkChg>
        <pc:inkChg chg="add">
          <ac:chgData name="Esraa Mohamed" userId="32a53f8955a3383c" providerId="LiveId" clId="{F10043CA-7E0C-4C5B-B8AD-80B51C33A480}" dt="2026-09-01T08:16:21.151" v="742" actId="9405"/>
          <ac:inkMkLst>
            <pc:docMk/>
            <pc:sldMk cId="3652031911" sldId="273"/>
            <ac:inkMk id="46" creationId="{E85BBA99-9605-53C7-7EBD-55AB2CC51138}"/>
          </ac:inkMkLst>
        </pc:inkChg>
        <pc:inkChg chg="add del">
          <ac:chgData name="Esraa Mohamed" userId="32a53f8955a3383c" providerId="LiveId" clId="{F10043CA-7E0C-4C5B-B8AD-80B51C33A480}" dt="2026-09-01T08:16:22.486" v="744"/>
          <ac:inkMkLst>
            <pc:docMk/>
            <pc:sldMk cId="3652031911" sldId="273"/>
            <ac:inkMk id="47" creationId="{93DCF923-5B2A-ED8E-1616-CF793BB97BAC}"/>
          </ac:inkMkLst>
        </pc:inkChg>
        <pc:inkChg chg="add mod">
          <ac:chgData name="Esraa Mohamed" userId="32a53f8955a3383c" providerId="LiveId" clId="{F10043CA-7E0C-4C5B-B8AD-80B51C33A480}" dt="2026-09-01T08:16:23.475" v="745"/>
          <ac:inkMkLst>
            <pc:docMk/>
            <pc:sldMk cId="3652031911" sldId="273"/>
            <ac:inkMk id="48" creationId="{1543F3F0-4DBB-930C-8FAF-57A3D78E9C02}"/>
          </ac:inkMkLst>
        </pc:inkChg>
        <pc:inkChg chg="add">
          <ac:chgData name="Esraa Mohamed" userId="32a53f8955a3383c" providerId="LiveId" clId="{F10043CA-7E0C-4C5B-B8AD-80B51C33A480}" dt="2026-09-01T08:16:24.887" v="746" actId="9405"/>
          <ac:inkMkLst>
            <pc:docMk/>
            <pc:sldMk cId="3652031911" sldId="273"/>
            <ac:inkMk id="49" creationId="{2B613F7D-DFF2-D8D1-60EE-45D3A11D5310}"/>
          </ac:inkMkLst>
        </pc:inkChg>
        <pc:inkChg chg="add del">
          <ac:chgData name="Esraa Mohamed" userId="32a53f8955a3383c" providerId="LiveId" clId="{F10043CA-7E0C-4C5B-B8AD-80B51C33A480}" dt="2026-09-01T08:16:33.905" v="749"/>
          <ac:inkMkLst>
            <pc:docMk/>
            <pc:sldMk cId="3652031911" sldId="273"/>
            <ac:inkMk id="52" creationId="{9BAEABC9-4238-D798-3FFA-88C5208AB453}"/>
          </ac:inkMkLst>
        </pc:inkChg>
        <pc:inkChg chg="add">
          <ac:chgData name="Esraa Mohamed" userId="32a53f8955a3383c" providerId="LiveId" clId="{F10043CA-7E0C-4C5B-B8AD-80B51C33A480}" dt="2026-09-01T08:16:33.905" v="749"/>
          <ac:inkMkLst>
            <pc:docMk/>
            <pc:sldMk cId="3652031911" sldId="273"/>
            <ac:inkMk id="53" creationId="{3D670677-0492-AECC-3FA2-6C7BC3FB80C3}"/>
          </ac:inkMkLst>
        </pc:inkChg>
        <pc:inkChg chg="add del">
          <ac:chgData name="Esraa Mohamed" userId="32a53f8955a3383c" providerId="LiveId" clId="{F10043CA-7E0C-4C5B-B8AD-80B51C33A480}" dt="2026-09-01T08:16:36.197" v="751"/>
          <ac:inkMkLst>
            <pc:docMk/>
            <pc:sldMk cId="3652031911" sldId="273"/>
            <ac:inkMk id="54" creationId="{BFF25D14-C502-AFED-4282-E1449DD0C687}"/>
          </ac:inkMkLst>
        </pc:inkChg>
        <pc:inkChg chg="add">
          <ac:chgData name="Esraa Mohamed" userId="32a53f8955a3383c" providerId="LiveId" clId="{F10043CA-7E0C-4C5B-B8AD-80B51C33A480}" dt="2026-09-01T08:16:36.197" v="751"/>
          <ac:inkMkLst>
            <pc:docMk/>
            <pc:sldMk cId="3652031911" sldId="273"/>
            <ac:inkMk id="55" creationId="{BE159E99-79EA-3CEA-242E-444D8EF49EB0}"/>
          </ac:inkMkLst>
        </pc:inkChg>
        <pc:inkChg chg="add mod">
          <ac:chgData name="Esraa Mohamed" userId="32a53f8955a3383c" providerId="LiveId" clId="{F10043CA-7E0C-4C5B-B8AD-80B51C33A480}" dt="2026-09-01T08:16:59.209" v="763"/>
          <ac:inkMkLst>
            <pc:docMk/>
            <pc:sldMk cId="3652031911" sldId="273"/>
            <ac:inkMk id="56" creationId="{484F57DB-F391-C34C-BDC8-AB0193A3AB88}"/>
          </ac:inkMkLst>
        </pc:inkChg>
        <pc:inkChg chg="add mod">
          <ac:chgData name="Esraa Mohamed" userId="32a53f8955a3383c" providerId="LiveId" clId="{F10043CA-7E0C-4C5B-B8AD-80B51C33A480}" dt="2026-09-01T08:16:59.209" v="763"/>
          <ac:inkMkLst>
            <pc:docMk/>
            <pc:sldMk cId="3652031911" sldId="273"/>
            <ac:inkMk id="57" creationId="{E9BA408A-8BEF-688C-F2BB-53A095E607C0}"/>
          </ac:inkMkLst>
        </pc:inkChg>
        <pc:inkChg chg="add mod">
          <ac:chgData name="Esraa Mohamed" userId="32a53f8955a3383c" providerId="LiveId" clId="{F10043CA-7E0C-4C5B-B8AD-80B51C33A480}" dt="2026-09-01T08:16:59.209" v="763"/>
          <ac:inkMkLst>
            <pc:docMk/>
            <pc:sldMk cId="3652031911" sldId="273"/>
            <ac:inkMk id="58" creationId="{038EE00D-45C5-50EC-D684-26D5B04D7C36}"/>
          </ac:inkMkLst>
        </pc:inkChg>
        <pc:inkChg chg="add mod">
          <ac:chgData name="Esraa Mohamed" userId="32a53f8955a3383c" providerId="LiveId" clId="{F10043CA-7E0C-4C5B-B8AD-80B51C33A480}" dt="2026-09-01T08:16:59.209" v="763"/>
          <ac:inkMkLst>
            <pc:docMk/>
            <pc:sldMk cId="3652031911" sldId="273"/>
            <ac:inkMk id="60" creationId="{9D075F26-7085-C9D2-BF55-7F6DA0993C8A}"/>
          </ac:inkMkLst>
        </pc:inkChg>
        <pc:inkChg chg="add">
          <ac:chgData name="Esraa Mohamed" userId="32a53f8955a3383c" providerId="LiveId" clId="{F10043CA-7E0C-4C5B-B8AD-80B51C33A480}" dt="2026-09-01T08:16:48.016" v="758" actId="9405"/>
          <ac:inkMkLst>
            <pc:docMk/>
            <pc:sldMk cId="3652031911" sldId="273"/>
            <ac:inkMk id="62" creationId="{AB076B40-CC7C-3C81-DEE6-A1D407E4F600}"/>
          </ac:inkMkLst>
        </pc:inkChg>
        <pc:inkChg chg="add mod">
          <ac:chgData name="Esraa Mohamed" userId="32a53f8955a3383c" providerId="LiveId" clId="{F10043CA-7E0C-4C5B-B8AD-80B51C33A480}" dt="2026-09-01T08:16:59.209" v="763"/>
          <ac:inkMkLst>
            <pc:docMk/>
            <pc:sldMk cId="3652031911" sldId="273"/>
            <ac:inkMk id="63" creationId="{5A55A31A-5781-9F8B-D04B-59FEF4BCDBA0}"/>
          </ac:inkMkLst>
        </pc:inkChg>
        <pc:inkChg chg="add mod">
          <ac:chgData name="Esraa Mohamed" userId="32a53f8955a3383c" providerId="LiveId" clId="{F10043CA-7E0C-4C5B-B8AD-80B51C33A480}" dt="2026-09-01T08:16:59.209" v="763"/>
          <ac:inkMkLst>
            <pc:docMk/>
            <pc:sldMk cId="3652031911" sldId="273"/>
            <ac:inkMk id="64" creationId="{BC8C148F-DBF0-7AF9-001C-BCF43235FC9A}"/>
          </ac:inkMkLst>
        </pc:inkChg>
        <pc:inkChg chg="add mod">
          <ac:chgData name="Esraa Mohamed" userId="32a53f8955a3383c" providerId="LiveId" clId="{F10043CA-7E0C-4C5B-B8AD-80B51C33A480}" dt="2026-09-01T08:16:59.209" v="763"/>
          <ac:inkMkLst>
            <pc:docMk/>
            <pc:sldMk cId="3652031911" sldId="273"/>
            <ac:inkMk id="66" creationId="{B35ECB81-3539-A169-D530-476DD9E6DDBA}"/>
          </ac:inkMkLst>
        </pc:inkChg>
        <pc:inkChg chg="add mod">
          <ac:chgData name="Esraa Mohamed" userId="32a53f8955a3383c" providerId="LiveId" clId="{F10043CA-7E0C-4C5B-B8AD-80B51C33A480}" dt="2026-09-01T08:17:15.342" v="772"/>
          <ac:inkMkLst>
            <pc:docMk/>
            <pc:sldMk cId="3652031911" sldId="273"/>
            <ac:inkMk id="68" creationId="{134AE92B-C5F8-82AE-7C65-616E0CA2CB0A}"/>
          </ac:inkMkLst>
        </pc:inkChg>
        <pc:inkChg chg="add mod">
          <ac:chgData name="Esraa Mohamed" userId="32a53f8955a3383c" providerId="LiveId" clId="{F10043CA-7E0C-4C5B-B8AD-80B51C33A480}" dt="2026-09-01T08:17:15.342" v="772"/>
          <ac:inkMkLst>
            <pc:docMk/>
            <pc:sldMk cId="3652031911" sldId="273"/>
            <ac:inkMk id="69" creationId="{88B94968-D96D-84DB-0689-C718159F3E16}"/>
          </ac:inkMkLst>
        </pc:inkChg>
        <pc:inkChg chg="add mod">
          <ac:chgData name="Esraa Mohamed" userId="32a53f8955a3383c" providerId="LiveId" clId="{F10043CA-7E0C-4C5B-B8AD-80B51C33A480}" dt="2026-09-01T08:17:15.342" v="772"/>
          <ac:inkMkLst>
            <pc:docMk/>
            <pc:sldMk cId="3652031911" sldId="273"/>
            <ac:inkMk id="71" creationId="{D35CDDF9-D400-AE39-1999-A6EDBBAB3897}"/>
          </ac:inkMkLst>
        </pc:inkChg>
        <pc:inkChg chg="add mod">
          <ac:chgData name="Esraa Mohamed" userId="32a53f8955a3383c" providerId="LiveId" clId="{F10043CA-7E0C-4C5B-B8AD-80B51C33A480}" dt="2026-09-01T08:17:18.462" v="776"/>
          <ac:inkMkLst>
            <pc:docMk/>
            <pc:sldMk cId="3652031911" sldId="273"/>
            <ac:inkMk id="72" creationId="{75277258-9BC4-244E-C479-82E98F507E59}"/>
          </ac:inkMkLst>
        </pc:inkChg>
        <pc:inkChg chg="add mod">
          <ac:chgData name="Esraa Mohamed" userId="32a53f8955a3383c" providerId="LiveId" clId="{F10043CA-7E0C-4C5B-B8AD-80B51C33A480}" dt="2026-09-01T08:17:18.462" v="776"/>
          <ac:inkMkLst>
            <pc:docMk/>
            <pc:sldMk cId="3652031911" sldId="273"/>
            <ac:inkMk id="73" creationId="{E1335A4F-30A0-13CA-CE30-EE72CABEB803}"/>
          </ac:inkMkLst>
        </pc:inkChg>
        <pc:inkChg chg="add mod">
          <ac:chgData name="Esraa Mohamed" userId="32a53f8955a3383c" providerId="LiveId" clId="{F10043CA-7E0C-4C5B-B8AD-80B51C33A480}" dt="2026-09-01T08:17:18.462" v="776"/>
          <ac:inkMkLst>
            <pc:docMk/>
            <pc:sldMk cId="3652031911" sldId="273"/>
            <ac:inkMk id="74" creationId="{0D9C42CD-DD34-C592-2AF5-343D5893A1E1}"/>
          </ac:inkMkLst>
        </pc:inkChg>
        <pc:inkChg chg="add mod">
          <ac:chgData name="Esraa Mohamed" userId="32a53f8955a3383c" providerId="LiveId" clId="{F10043CA-7E0C-4C5B-B8AD-80B51C33A480}" dt="2026-09-01T08:17:18.462" v="776"/>
          <ac:inkMkLst>
            <pc:docMk/>
            <pc:sldMk cId="3652031911" sldId="273"/>
            <ac:inkMk id="75" creationId="{3965C96A-680F-2D0D-DDB1-9E3593902E30}"/>
          </ac:inkMkLst>
        </pc:inkChg>
        <pc:inkChg chg="add mod">
          <ac:chgData name="Esraa Mohamed" userId="32a53f8955a3383c" providerId="LiveId" clId="{F10043CA-7E0C-4C5B-B8AD-80B51C33A480}" dt="2026-09-01T08:17:18.462" v="776"/>
          <ac:inkMkLst>
            <pc:docMk/>
            <pc:sldMk cId="3652031911" sldId="273"/>
            <ac:inkMk id="78" creationId="{91E78951-FDF8-20E2-2C42-A26609D840AE}"/>
          </ac:inkMkLst>
        </pc:inkChg>
        <pc:inkChg chg="add mod">
          <ac:chgData name="Esraa Mohamed" userId="32a53f8955a3383c" providerId="LiveId" clId="{F10043CA-7E0C-4C5B-B8AD-80B51C33A480}" dt="2026-09-01T08:17:18.462" v="776"/>
          <ac:inkMkLst>
            <pc:docMk/>
            <pc:sldMk cId="3652031911" sldId="273"/>
            <ac:inkMk id="79" creationId="{4E36FAFE-3514-0512-C691-30CD37BA598A}"/>
          </ac:inkMkLst>
        </pc:inkChg>
        <pc:inkChg chg="add mod">
          <ac:chgData name="Esraa Mohamed" userId="32a53f8955a3383c" providerId="LiveId" clId="{F10043CA-7E0C-4C5B-B8AD-80B51C33A480}" dt="2026-09-01T08:17:18.462" v="776"/>
          <ac:inkMkLst>
            <pc:docMk/>
            <pc:sldMk cId="3652031911" sldId="273"/>
            <ac:inkMk id="80" creationId="{14005610-D32D-9155-DF86-8B9E4F3A5CD7}"/>
          </ac:inkMkLst>
        </pc:inkChg>
        <pc:inkChg chg="add mod">
          <ac:chgData name="Esraa Mohamed" userId="32a53f8955a3383c" providerId="LiveId" clId="{F10043CA-7E0C-4C5B-B8AD-80B51C33A480}" dt="2026-09-01T08:17:26.222" v="783"/>
          <ac:inkMkLst>
            <pc:docMk/>
            <pc:sldMk cId="3652031911" sldId="273"/>
            <ac:inkMk id="82" creationId="{EA199E74-85CA-9B62-3734-07ED7233F6CF}"/>
          </ac:inkMkLst>
        </pc:inkChg>
        <pc:inkChg chg="add mod">
          <ac:chgData name="Esraa Mohamed" userId="32a53f8955a3383c" providerId="LiveId" clId="{F10043CA-7E0C-4C5B-B8AD-80B51C33A480}" dt="2026-09-01T08:17:26.222" v="783"/>
          <ac:inkMkLst>
            <pc:docMk/>
            <pc:sldMk cId="3652031911" sldId="273"/>
            <ac:inkMk id="83" creationId="{63573AC5-10AF-EDC9-3F98-B6BE26C4579E}"/>
          </ac:inkMkLst>
        </pc:inkChg>
        <pc:inkChg chg="add mod">
          <ac:chgData name="Esraa Mohamed" userId="32a53f8955a3383c" providerId="LiveId" clId="{F10043CA-7E0C-4C5B-B8AD-80B51C33A480}" dt="2026-09-01T08:17:26.222" v="783"/>
          <ac:inkMkLst>
            <pc:docMk/>
            <pc:sldMk cId="3652031911" sldId="273"/>
            <ac:inkMk id="84" creationId="{A11F7971-3DEF-8EEB-692A-4806F2904872}"/>
          </ac:inkMkLst>
        </pc:inkChg>
        <pc:inkChg chg="add">
          <ac:chgData name="Esraa Mohamed" userId="32a53f8955a3383c" providerId="LiveId" clId="{F10043CA-7E0C-4C5B-B8AD-80B51C33A480}" dt="2026-09-01T08:17:22.350" v="780" actId="9405"/>
          <ac:inkMkLst>
            <pc:docMk/>
            <pc:sldMk cId="3652031911" sldId="273"/>
            <ac:inkMk id="85" creationId="{4E2E51ED-1FF5-FF23-4102-99BAA1C840EF}"/>
          </ac:inkMkLst>
        </pc:inkChg>
        <pc:inkChg chg="add mod">
          <ac:chgData name="Esraa Mohamed" userId="32a53f8955a3383c" providerId="LiveId" clId="{F10043CA-7E0C-4C5B-B8AD-80B51C33A480}" dt="2026-09-01T08:17:26.222" v="783"/>
          <ac:inkMkLst>
            <pc:docMk/>
            <pc:sldMk cId="3652031911" sldId="273"/>
            <ac:inkMk id="87" creationId="{EAE5217B-29A5-754C-5BA9-333BFDB5BD57}"/>
          </ac:inkMkLst>
        </pc:inkChg>
        <pc:cxnChg chg="add del">
          <ac:chgData name="Esraa Mohamed" userId="32a53f8955a3383c" providerId="LiveId" clId="{F10043CA-7E0C-4C5B-B8AD-80B51C33A480}" dt="2026-09-01T06:18:32.816" v="482" actId="26606"/>
          <ac:cxnSpMkLst>
            <pc:docMk/>
            <pc:sldMk cId="3652031911" sldId="273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8:17:58.172" v="786"/>
        <pc:sldMkLst>
          <pc:docMk/>
          <pc:sldMk cId="1902068637" sldId="274"/>
        </pc:sldMkLst>
        <pc:spChg chg="mod">
          <ac:chgData name="Esraa Mohamed" userId="32a53f8955a3383c" providerId="LiveId" clId="{F10043CA-7E0C-4C5B-B8AD-80B51C33A480}" dt="2026-08-31T19:10:56.683" v="138" actId="26606"/>
          <ac:spMkLst>
            <pc:docMk/>
            <pc:sldMk cId="1902068637" sldId="274"/>
            <ac:spMk id="2" creationId="{7E3112E4-FCD4-4A3D-4D4E-0DCC331E87FC}"/>
          </ac:spMkLst>
        </pc:spChg>
        <pc:spChg chg="mod">
          <ac:chgData name="Esraa Mohamed" userId="32a53f8955a3383c" providerId="LiveId" clId="{F10043CA-7E0C-4C5B-B8AD-80B51C33A480}" dt="2026-08-31T19:10:56.683" v="138" actId="26606"/>
          <ac:spMkLst>
            <pc:docMk/>
            <pc:sldMk cId="1902068637" sldId="274"/>
            <ac:spMk id="3" creationId="{06BD2331-5586-A38E-6633-0EFFA8B79C1E}"/>
          </ac:spMkLst>
        </pc:spChg>
        <pc:spChg chg="add">
          <ac:chgData name="Esraa Mohamed" userId="32a53f8955a3383c" providerId="LiveId" clId="{F10043CA-7E0C-4C5B-B8AD-80B51C33A480}" dt="2026-08-31T19:10:56.683" v="138" actId="26606"/>
          <ac:spMkLst>
            <pc:docMk/>
            <pc:sldMk cId="1902068637" sldId="274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19:10:56.683" v="138" actId="26606"/>
          <ac:spMkLst>
            <pc:docMk/>
            <pc:sldMk cId="1902068637" sldId="274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19:10:56.683" v="138" actId="26606"/>
          <ac:grpSpMkLst>
            <pc:docMk/>
            <pc:sldMk cId="1902068637" sldId="274"/>
            <ac:grpSpMk id="10" creationId="{AE1C45F0-260A-458C-96ED-C1F6D2151219}"/>
          </ac:grpSpMkLst>
        </pc:grpChg>
        <pc:inkChg chg="add del">
          <ac:chgData name="Esraa Mohamed" userId="32a53f8955a3383c" providerId="LiveId" clId="{F10043CA-7E0C-4C5B-B8AD-80B51C33A480}" dt="2026-09-01T08:17:55.474" v="785"/>
          <ac:inkMkLst>
            <pc:docMk/>
            <pc:sldMk cId="1902068637" sldId="274"/>
            <ac:inkMk id="4" creationId="{0EE15B8D-7D1C-2BD3-FE2B-3EFC91DA6AD5}"/>
          </ac:inkMkLst>
        </pc:inkChg>
        <pc:inkChg chg="add mod">
          <ac:chgData name="Esraa Mohamed" userId="32a53f8955a3383c" providerId="LiveId" clId="{F10043CA-7E0C-4C5B-B8AD-80B51C33A480}" dt="2026-09-01T08:17:58.172" v="786"/>
          <ac:inkMkLst>
            <pc:docMk/>
            <pc:sldMk cId="1902068637" sldId="274"/>
            <ac:inkMk id="5" creationId="{91E29CF1-7171-7B7B-F5D8-E19772ACA950}"/>
          </ac:inkMkLst>
        </pc:inkChg>
        <pc:cxnChg chg="add">
          <ac:chgData name="Esraa Mohamed" userId="32a53f8955a3383c" providerId="LiveId" clId="{F10043CA-7E0C-4C5B-B8AD-80B51C33A480}" dt="2026-08-31T19:10:56.683" v="138" actId="26606"/>
          <ac:cxnSpMkLst>
            <pc:docMk/>
            <pc:sldMk cId="1902068637" sldId="274"/>
            <ac:cxnSpMk id="17" creationId="{6CF1BAF6-AD41-4082-B212-8A1F9A2E8779}"/>
          </ac:cxnSpMkLst>
        </pc:cxnChg>
      </pc:sldChg>
      <pc:sldChg chg="addSp delSp modSp new mod setBg addAnim">
        <pc:chgData name="Esraa Mohamed" userId="32a53f8955a3383c" providerId="LiveId" clId="{F10043CA-7E0C-4C5B-B8AD-80B51C33A480}" dt="2026-09-01T09:00:08.925" v="788" actId="9405"/>
        <pc:sldMkLst>
          <pc:docMk/>
          <pc:sldMk cId="1672970966" sldId="275"/>
        </pc:sldMkLst>
        <pc:spChg chg="mod">
          <ac:chgData name="Esraa Mohamed" userId="32a53f8955a3383c" providerId="LiveId" clId="{F10043CA-7E0C-4C5B-B8AD-80B51C33A480}" dt="2026-08-31T20:01:05.488" v="145" actId="26606"/>
          <ac:spMkLst>
            <pc:docMk/>
            <pc:sldMk cId="1672970966" sldId="275"/>
            <ac:spMk id="2" creationId="{58060801-C3B7-12D1-7FE9-B2BCD2C14281}"/>
          </ac:spMkLst>
        </pc:spChg>
        <pc:spChg chg="mod">
          <ac:chgData name="Esraa Mohamed" userId="32a53f8955a3383c" providerId="LiveId" clId="{F10043CA-7E0C-4C5B-B8AD-80B51C33A480}" dt="2026-08-31T20:01:18.807" v="154" actId="5793"/>
          <ac:spMkLst>
            <pc:docMk/>
            <pc:sldMk cId="1672970966" sldId="275"/>
            <ac:spMk id="3" creationId="{7EDDD6A3-DA4E-0BE8-E2A8-F0BD38C518FC}"/>
          </ac:spMkLst>
        </pc:spChg>
        <pc:spChg chg="add">
          <ac:chgData name="Esraa Mohamed" userId="32a53f8955a3383c" providerId="LiveId" clId="{F10043CA-7E0C-4C5B-B8AD-80B51C33A480}" dt="2026-08-31T20:01:05.488" v="145" actId="26606"/>
          <ac:spMkLst>
            <pc:docMk/>
            <pc:sldMk cId="1672970966" sldId="275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0:01:05.488" v="145" actId="26606"/>
          <ac:spMkLst>
            <pc:docMk/>
            <pc:sldMk cId="1672970966" sldId="275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20:01:05.488" v="145" actId="26606"/>
          <ac:grpSpMkLst>
            <pc:docMk/>
            <pc:sldMk cId="1672970966" sldId="275"/>
            <ac:grpSpMk id="10" creationId="{AE1C45F0-260A-458C-96ED-C1F6D2151219}"/>
          </ac:grpSpMkLst>
        </pc:grpChg>
        <pc:picChg chg="add del">
          <ac:chgData name="Esraa Mohamed" userId="32a53f8955a3383c" providerId="LiveId" clId="{F10043CA-7E0C-4C5B-B8AD-80B51C33A480}" dt="2026-08-31T20:00:57.418" v="144" actId="21"/>
          <ac:picMkLst>
            <pc:docMk/>
            <pc:sldMk cId="1672970966" sldId="275"/>
            <ac:picMk id="5" creationId="{DA194BFC-99CE-F333-7903-C9AB04753999}"/>
          </ac:picMkLst>
        </pc:picChg>
        <pc:picChg chg="add mod">
          <ac:chgData name="Esraa Mohamed" userId="32a53f8955a3383c" providerId="LiveId" clId="{F10043CA-7E0C-4C5B-B8AD-80B51C33A480}" dt="2026-08-31T20:01:23.212" v="156" actId="1076"/>
          <ac:picMkLst>
            <pc:docMk/>
            <pc:sldMk cId="1672970966" sldId="275"/>
            <ac:picMk id="7" creationId="{9550A6C4-6265-F06C-7476-F679C7E94FB1}"/>
          </ac:picMkLst>
        </pc:picChg>
        <pc:inkChg chg="add">
          <ac:chgData name="Esraa Mohamed" userId="32a53f8955a3383c" providerId="LiveId" clId="{F10043CA-7E0C-4C5B-B8AD-80B51C33A480}" dt="2026-09-01T09:00:02.960" v="787" actId="9405"/>
          <ac:inkMkLst>
            <pc:docMk/>
            <pc:sldMk cId="1672970966" sldId="275"/>
            <ac:inkMk id="4" creationId="{672350B0-74F3-5D87-B25C-942F3EE33F96}"/>
          </ac:inkMkLst>
        </pc:inkChg>
        <pc:inkChg chg="add">
          <ac:chgData name="Esraa Mohamed" userId="32a53f8955a3383c" providerId="LiveId" clId="{F10043CA-7E0C-4C5B-B8AD-80B51C33A480}" dt="2026-09-01T09:00:08.925" v="788" actId="9405"/>
          <ac:inkMkLst>
            <pc:docMk/>
            <pc:sldMk cId="1672970966" sldId="275"/>
            <ac:inkMk id="5" creationId="{4AD6F275-FE7C-9F66-0AFA-70C7933D36CA}"/>
          </ac:inkMkLst>
        </pc:inkChg>
        <pc:cxnChg chg="add">
          <ac:chgData name="Esraa Mohamed" userId="32a53f8955a3383c" providerId="LiveId" clId="{F10043CA-7E0C-4C5B-B8AD-80B51C33A480}" dt="2026-08-31T20:01:05.488" v="145" actId="26606"/>
          <ac:cxnSpMkLst>
            <pc:docMk/>
            <pc:sldMk cId="1672970966" sldId="275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9:04:47.747" v="797" actId="9405"/>
        <pc:sldMkLst>
          <pc:docMk/>
          <pc:sldMk cId="2201609663" sldId="276"/>
        </pc:sldMkLst>
        <pc:spChg chg="mod">
          <ac:chgData name="Esraa Mohamed" userId="32a53f8955a3383c" providerId="LiveId" clId="{F10043CA-7E0C-4C5B-B8AD-80B51C33A480}" dt="2026-08-31T20:42:18.481" v="197" actId="26606"/>
          <ac:spMkLst>
            <pc:docMk/>
            <pc:sldMk cId="2201609663" sldId="276"/>
            <ac:spMk id="2" creationId="{593667F7-9B29-5388-7369-80BB6FB47053}"/>
          </ac:spMkLst>
        </pc:spChg>
        <pc:spChg chg="del">
          <ac:chgData name="Esraa Mohamed" userId="32a53f8955a3383c" providerId="LiveId" clId="{F10043CA-7E0C-4C5B-B8AD-80B51C33A480}" dt="2026-08-31T20:04:03.897" v="160" actId="22"/>
          <ac:spMkLst>
            <pc:docMk/>
            <pc:sldMk cId="2201609663" sldId="276"/>
            <ac:spMk id="3" creationId="{7A2F83FC-A057-B81F-05C8-90E2DA40FA81}"/>
          </ac:spMkLst>
        </pc:spChg>
        <pc:spChg chg="add del">
          <ac:chgData name="Esraa Mohamed" userId="32a53f8955a3383c" providerId="LiveId" clId="{F10043CA-7E0C-4C5B-B8AD-80B51C33A480}" dt="2026-08-31T20:42:18.481" v="197" actId="26606"/>
          <ac:spMkLst>
            <pc:docMk/>
            <pc:sldMk cId="2201609663" sldId="276"/>
            <ac:spMk id="10" creationId="{5E395AE0-8789-FAD6-A987-32E65C185100}"/>
          </ac:spMkLst>
        </pc:spChg>
        <pc:spChg chg="add">
          <ac:chgData name="Esraa Mohamed" userId="32a53f8955a3383c" providerId="LiveId" clId="{F10043CA-7E0C-4C5B-B8AD-80B51C33A480}" dt="2026-08-31T20:42:18.481" v="197" actId="26606"/>
          <ac:spMkLst>
            <pc:docMk/>
            <pc:sldMk cId="2201609663" sldId="276"/>
            <ac:spMk id="17" creationId="{5F637E18-EF26-4327-9077-7FFC67B98B96}"/>
          </ac:spMkLst>
        </pc:spChg>
        <pc:spChg chg="add">
          <ac:chgData name="Esraa Mohamed" userId="32a53f8955a3383c" providerId="LiveId" clId="{F10043CA-7E0C-4C5B-B8AD-80B51C33A480}" dt="2026-08-31T20:42:18.481" v="197" actId="26606"/>
          <ac:spMkLst>
            <pc:docMk/>
            <pc:sldMk cId="2201609663" sldId="276"/>
            <ac:spMk id="19" creationId="{3EED6667-6BE8-A2AB-422A-5A1D89727E35}"/>
          </ac:spMkLst>
        </pc:spChg>
        <pc:grpChg chg="mod">
          <ac:chgData name="Esraa Mohamed" userId="32a53f8955a3383c" providerId="LiveId" clId="{F10043CA-7E0C-4C5B-B8AD-80B51C33A480}" dt="2026-09-01T09:04:28.411" v="795"/>
          <ac:grpSpMkLst>
            <pc:docMk/>
            <pc:sldMk cId="2201609663" sldId="276"/>
            <ac:grpSpMk id="10" creationId="{C7D71CD9-43B2-B621-79F1-D6CF63B822CA}"/>
          </ac:grpSpMkLst>
        </pc:grpChg>
        <pc:picChg chg="add mod ord">
          <ac:chgData name="Esraa Mohamed" userId="32a53f8955a3383c" providerId="LiveId" clId="{F10043CA-7E0C-4C5B-B8AD-80B51C33A480}" dt="2026-08-31T20:42:18.481" v="197" actId="26606"/>
          <ac:picMkLst>
            <pc:docMk/>
            <pc:sldMk cId="2201609663" sldId="276"/>
            <ac:picMk id="5" creationId="{2DF4DC35-8948-447F-57C8-69FEF66E20BD}"/>
          </ac:picMkLst>
        </pc:picChg>
        <pc:inkChg chg="add">
          <ac:chgData name="Esraa Mohamed" userId="32a53f8955a3383c" providerId="LiveId" clId="{F10043CA-7E0C-4C5B-B8AD-80B51C33A480}" dt="2026-09-01T09:04:12.996" v="789" actId="9405"/>
          <ac:inkMkLst>
            <pc:docMk/>
            <pc:sldMk cId="2201609663" sldId="276"/>
            <ac:inkMk id="3" creationId="{FC33047E-97F8-E2C2-F03C-D8618C376BF6}"/>
          </ac:inkMkLst>
        </pc:inkChg>
        <pc:inkChg chg="add del">
          <ac:chgData name="Esraa Mohamed" userId="32a53f8955a3383c" providerId="LiveId" clId="{F10043CA-7E0C-4C5B-B8AD-80B51C33A480}" dt="2026-09-01T09:04:18.357" v="791"/>
          <ac:inkMkLst>
            <pc:docMk/>
            <pc:sldMk cId="2201609663" sldId="276"/>
            <ac:inkMk id="4" creationId="{0D5CB9AE-B567-0994-6490-394C0AC2D04D}"/>
          </ac:inkMkLst>
        </pc:inkChg>
        <pc:inkChg chg="add">
          <ac:chgData name="Esraa Mohamed" userId="32a53f8955a3383c" providerId="LiveId" clId="{F10043CA-7E0C-4C5B-B8AD-80B51C33A480}" dt="2026-09-01T09:04:18.357" v="791"/>
          <ac:inkMkLst>
            <pc:docMk/>
            <pc:sldMk cId="2201609663" sldId="276"/>
            <ac:inkMk id="6" creationId="{B12125FB-A8FA-14B8-C1CF-9E2969BD5449}"/>
          </ac:inkMkLst>
        </pc:inkChg>
        <pc:inkChg chg="add">
          <ac:chgData name="Esraa Mohamed" userId="32a53f8955a3383c" providerId="LiveId" clId="{F10043CA-7E0C-4C5B-B8AD-80B51C33A480}" dt="2026-09-01T09:04:23.439" v="792" actId="9405"/>
          <ac:inkMkLst>
            <pc:docMk/>
            <pc:sldMk cId="2201609663" sldId="276"/>
            <ac:inkMk id="7" creationId="{165F1501-3CD3-21BF-3656-58617A5151CA}"/>
          </ac:inkMkLst>
        </pc:inkChg>
        <pc:inkChg chg="add mod">
          <ac:chgData name="Esraa Mohamed" userId="32a53f8955a3383c" providerId="LiveId" clId="{F10043CA-7E0C-4C5B-B8AD-80B51C33A480}" dt="2026-09-01T09:04:28.411" v="795"/>
          <ac:inkMkLst>
            <pc:docMk/>
            <pc:sldMk cId="2201609663" sldId="276"/>
            <ac:inkMk id="8" creationId="{BFB8E7F3-F024-C78A-7C7B-416C9642321C}"/>
          </ac:inkMkLst>
        </pc:inkChg>
        <pc:inkChg chg="add mod">
          <ac:chgData name="Esraa Mohamed" userId="32a53f8955a3383c" providerId="LiveId" clId="{F10043CA-7E0C-4C5B-B8AD-80B51C33A480}" dt="2026-09-01T09:04:28.411" v="795"/>
          <ac:inkMkLst>
            <pc:docMk/>
            <pc:sldMk cId="2201609663" sldId="276"/>
            <ac:inkMk id="9" creationId="{26D91BD5-6C87-C7E9-2BD0-6DD5302704EC}"/>
          </ac:inkMkLst>
        </pc:inkChg>
        <pc:inkChg chg="add">
          <ac:chgData name="Esraa Mohamed" userId="32a53f8955a3383c" providerId="LiveId" clId="{F10043CA-7E0C-4C5B-B8AD-80B51C33A480}" dt="2026-09-01T09:04:31.742" v="796" actId="9405"/>
          <ac:inkMkLst>
            <pc:docMk/>
            <pc:sldMk cId="2201609663" sldId="276"/>
            <ac:inkMk id="11" creationId="{60AD8819-43CE-887D-A88C-82A84199596B}"/>
          </ac:inkMkLst>
        </pc:inkChg>
        <pc:inkChg chg="add">
          <ac:chgData name="Esraa Mohamed" userId="32a53f8955a3383c" providerId="LiveId" clId="{F10043CA-7E0C-4C5B-B8AD-80B51C33A480}" dt="2026-09-01T09:04:47.747" v="797" actId="9405"/>
          <ac:inkMkLst>
            <pc:docMk/>
            <pc:sldMk cId="2201609663" sldId="276"/>
            <ac:inkMk id="12" creationId="{CD76608D-962A-B19C-41FD-B9D57C1020EE}"/>
          </ac:inkMkLst>
        </pc:inkChg>
        <pc:cxnChg chg="add del">
          <ac:chgData name="Esraa Mohamed" userId="32a53f8955a3383c" providerId="LiveId" clId="{F10043CA-7E0C-4C5B-B8AD-80B51C33A480}" dt="2026-08-31T20:42:18.481" v="197" actId="26606"/>
          <ac:cxnSpMkLst>
            <pc:docMk/>
            <pc:sldMk cId="2201609663" sldId="276"/>
            <ac:cxnSpMk id="12" creationId="{7667AA61-5C27-F30F-D229-06CBE5709F33}"/>
          </ac:cxnSpMkLst>
        </pc:cxnChg>
      </pc:sldChg>
      <pc:sldChg chg="addSp delSp modSp new mod setBg">
        <pc:chgData name="Esraa Mohamed" userId="32a53f8955a3383c" providerId="LiveId" clId="{F10043CA-7E0C-4C5B-B8AD-80B51C33A480}" dt="2026-09-01T09:06:07.410" v="814"/>
        <pc:sldMkLst>
          <pc:docMk/>
          <pc:sldMk cId="3727690257" sldId="277"/>
        </pc:sldMkLst>
        <pc:spChg chg="mod">
          <ac:chgData name="Esraa Mohamed" userId="32a53f8955a3383c" providerId="LiveId" clId="{F10043CA-7E0C-4C5B-B8AD-80B51C33A480}" dt="2026-08-31T20:42:14.823" v="196" actId="26606"/>
          <ac:spMkLst>
            <pc:docMk/>
            <pc:sldMk cId="3727690257" sldId="277"/>
            <ac:spMk id="2" creationId="{B3C4E41C-B899-3711-76CF-C494763D7491}"/>
          </ac:spMkLst>
        </pc:spChg>
        <pc:spChg chg="del">
          <ac:chgData name="Esraa Mohamed" userId="32a53f8955a3383c" providerId="LiveId" clId="{F10043CA-7E0C-4C5B-B8AD-80B51C33A480}" dt="2026-08-31T20:07:06.375" v="165" actId="22"/>
          <ac:spMkLst>
            <pc:docMk/>
            <pc:sldMk cId="3727690257" sldId="277"/>
            <ac:spMk id="3" creationId="{3EC6213F-8BCB-EA48-FD55-FE8B33429D30}"/>
          </ac:spMkLst>
        </pc:spChg>
        <pc:spChg chg="add del">
          <ac:chgData name="Esraa Mohamed" userId="32a53f8955a3383c" providerId="LiveId" clId="{F10043CA-7E0C-4C5B-B8AD-80B51C33A480}" dt="2026-08-31T20:42:14.823" v="196" actId="26606"/>
          <ac:spMkLst>
            <pc:docMk/>
            <pc:sldMk cId="3727690257" sldId="277"/>
            <ac:spMk id="10" creationId="{5E395AE0-8789-FAD6-A987-32E65C185100}"/>
          </ac:spMkLst>
        </pc:spChg>
        <pc:spChg chg="add">
          <ac:chgData name="Esraa Mohamed" userId="32a53f8955a3383c" providerId="LiveId" clId="{F10043CA-7E0C-4C5B-B8AD-80B51C33A480}" dt="2026-08-31T20:42:14.823" v="196" actId="26606"/>
          <ac:spMkLst>
            <pc:docMk/>
            <pc:sldMk cId="3727690257" sldId="277"/>
            <ac:spMk id="17" creationId="{5F637E18-EF26-4327-9077-7FFC67B98B96}"/>
          </ac:spMkLst>
        </pc:spChg>
        <pc:spChg chg="add">
          <ac:chgData name="Esraa Mohamed" userId="32a53f8955a3383c" providerId="LiveId" clId="{F10043CA-7E0C-4C5B-B8AD-80B51C33A480}" dt="2026-08-31T20:42:14.823" v="196" actId="26606"/>
          <ac:spMkLst>
            <pc:docMk/>
            <pc:sldMk cId="3727690257" sldId="277"/>
            <ac:spMk id="19" creationId="{3EED6667-6BE8-A2AB-422A-5A1D89727E35}"/>
          </ac:spMkLst>
        </pc:spChg>
        <pc:grpChg chg="del mod">
          <ac:chgData name="Esraa Mohamed" userId="32a53f8955a3383c" providerId="LiveId" clId="{F10043CA-7E0C-4C5B-B8AD-80B51C33A480}" dt="2026-09-01T09:06:02.024" v="811"/>
          <ac:grpSpMkLst>
            <pc:docMk/>
            <pc:sldMk cId="3727690257" sldId="277"/>
            <ac:grpSpMk id="13" creationId="{8966F86D-AC81-E5F2-4A7E-5D858E609D55}"/>
          </ac:grpSpMkLst>
        </pc:grpChg>
        <pc:grpChg chg="mod">
          <ac:chgData name="Esraa Mohamed" userId="32a53f8955a3383c" providerId="LiveId" clId="{F10043CA-7E0C-4C5B-B8AD-80B51C33A480}" dt="2026-09-01T09:06:02.024" v="811"/>
          <ac:grpSpMkLst>
            <pc:docMk/>
            <pc:sldMk cId="3727690257" sldId="277"/>
            <ac:grpSpMk id="16" creationId="{BAAA4605-A1FE-1280-1494-F2F885D3DF5E}"/>
          </ac:grpSpMkLst>
        </pc:grpChg>
        <pc:grpChg chg="mod">
          <ac:chgData name="Esraa Mohamed" userId="32a53f8955a3383c" providerId="LiveId" clId="{F10043CA-7E0C-4C5B-B8AD-80B51C33A480}" dt="2026-09-01T09:06:07.410" v="814"/>
          <ac:grpSpMkLst>
            <pc:docMk/>
            <pc:sldMk cId="3727690257" sldId="277"/>
            <ac:grpSpMk id="21" creationId="{84ED20EA-C746-56AF-0605-87DA22359607}"/>
          </ac:grpSpMkLst>
        </pc:grpChg>
        <pc:picChg chg="add mod ord">
          <ac:chgData name="Esraa Mohamed" userId="32a53f8955a3383c" providerId="LiveId" clId="{F10043CA-7E0C-4C5B-B8AD-80B51C33A480}" dt="2026-08-31T20:42:14.823" v="196" actId="26606"/>
          <ac:picMkLst>
            <pc:docMk/>
            <pc:sldMk cId="3727690257" sldId="277"/>
            <ac:picMk id="5" creationId="{0DF3EFFB-8657-421E-BE25-5DDD472D7B51}"/>
          </ac:picMkLst>
        </pc:picChg>
        <pc:inkChg chg="add del">
          <ac:chgData name="Esraa Mohamed" userId="32a53f8955a3383c" providerId="LiveId" clId="{F10043CA-7E0C-4C5B-B8AD-80B51C33A480}" dt="2026-09-01T09:05:09.605" v="799"/>
          <ac:inkMkLst>
            <pc:docMk/>
            <pc:sldMk cId="3727690257" sldId="277"/>
            <ac:inkMk id="3" creationId="{378D4563-B606-09C3-0710-D75B4F98E74E}"/>
          </ac:inkMkLst>
        </pc:inkChg>
        <pc:inkChg chg="add">
          <ac:chgData name="Esraa Mohamed" userId="32a53f8955a3383c" providerId="LiveId" clId="{F10043CA-7E0C-4C5B-B8AD-80B51C33A480}" dt="2026-09-01T09:05:09.605" v="799"/>
          <ac:inkMkLst>
            <pc:docMk/>
            <pc:sldMk cId="3727690257" sldId="277"/>
            <ac:inkMk id="4" creationId="{ABDFE436-0E34-7FC5-0C40-FBB5713AA1C8}"/>
          </ac:inkMkLst>
        </pc:inkChg>
        <pc:inkChg chg="add">
          <ac:chgData name="Esraa Mohamed" userId="32a53f8955a3383c" providerId="LiveId" clId="{F10043CA-7E0C-4C5B-B8AD-80B51C33A480}" dt="2026-09-01T09:05:11.551" v="800" actId="9405"/>
          <ac:inkMkLst>
            <pc:docMk/>
            <pc:sldMk cId="3727690257" sldId="277"/>
            <ac:inkMk id="6" creationId="{E9451AEA-6FA3-DD97-A21F-32A8B3E10E46}"/>
          </ac:inkMkLst>
        </pc:inkChg>
        <pc:inkChg chg="add">
          <ac:chgData name="Esraa Mohamed" userId="32a53f8955a3383c" providerId="LiveId" clId="{F10043CA-7E0C-4C5B-B8AD-80B51C33A480}" dt="2026-09-01T09:05:15.016" v="801" actId="9405"/>
          <ac:inkMkLst>
            <pc:docMk/>
            <pc:sldMk cId="3727690257" sldId="277"/>
            <ac:inkMk id="7" creationId="{CA14AB96-AE9F-55CD-2637-FF6F8FE5063C}"/>
          </ac:inkMkLst>
        </pc:inkChg>
        <pc:inkChg chg="add del">
          <ac:chgData name="Esraa Mohamed" userId="32a53f8955a3383c" providerId="LiveId" clId="{F10043CA-7E0C-4C5B-B8AD-80B51C33A480}" dt="2026-09-01T09:05:47.101" v="803"/>
          <ac:inkMkLst>
            <pc:docMk/>
            <pc:sldMk cId="3727690257" sldId="277"/>
            <ac:inkMk id="8" creationId="{E9175038-8051-892B-F778-6B795C4DA46F}"/>
          </ac:inkMkLst>
        </pc:inkChg>
        <pc:inkChg chg="add mod">
          <ac:chgData name="Esraa Mohamed" userId="32a53f8955a3383c" providerId="LiveId" clId="{F10043CA-7E0C-4C5B-B8AD-80B51C33A480}" dt="2026-09-01T09:05:48.641" v="804"/>
          <ac:inkMkLst>
            <pc:docMk/>
            <pc:sldMk cId="3727690257" sldId="277"/>
            <ac:inkMk id="9" creationId="{F89498A7-1994-6DA9-5662-272D66F98BC4}"/>
          </ac:inkMkLst>
        </pc:inkChg>
        <pc:inkChg chg="add mod">
          <ac:chgData name="Esraa Mohamed" userId="32a53f8955a3383c" providerId="LiveId" clId="{F10043CA-7E0C-4C5B-B8AD-80B51C33A480}" dt="2026-09-01T09:06:02.024" v="811"/>
          <ac:inkMkLst>
            <pc:docMk/>
            <pc:sldMk cId="3727690257" sldId="277"/>
            <ac:inkMk id="10" creationId="{2447A504-0A80-B9E0-8EBB-36A286297461}"/>
          </ac:inkMkLst>
        </pc:inkChg>
        <pc:inkChg chg="add mod">
          <ac:chgData name="Esraa Mohamed" userId="32a53f8955a3383c" providerId="LiveId" clId="{F10043CA-7E0C-4C5B-B8AD-80B51C33A480}" dt="2026-09-01T09:06:02.024" v="811"/>
          <ac:inkMkLst>
            <pc:docMk/>
            <pc:sldMk cId="3727690257" sldId="277"/>
            <ac:inkMk id="11" creationId="{557F1104-F853-5342-8B71-1FB46D302B2A}"/>
          </ac:inkMkLst>
        </pc:inkChg>
        <pc:inkChg chg="add mod">
          <ac:chgData name="Esraa Mohamed" userId="32a53f8955a3383c" providerId="LiveId" clId="{F10043CA-7E0C-4C5B-B8AD-80B51C33A480}" dt="2026-09-01T09:06:02.024" v="811"/>
          <ac:inkMkLst>
            <pc:docMk/>
            <pc:sldMk cId="3727690257" sldId="277"/>
            <ac:inkMk id="12" creationId="{8A997CA2-EC63-0219-9584-2F3610073C6A}"/>
          </ac:inkMkLst>
        </pc:inkChg>
        <pc:inkChg chg="add mod">
          <ac:chgData name="Esraa Mohamed" userId="32a53f8955a3383c" providerId="LiveId" clId="{F10043CA-7E0C-4C5B-B8AD-80B51C33A480}" dt="2026-09-01T09:06:02.024" v="811"/>
          <ac:inkMkLst>
            <pc:docMk/>
            <pc:sldMk cId="3727690257" sldId="277"/>
            <ac:inkMk id="14" creationId="{3A8DE406-8A62-0FBA-A397-9053A0803DE4}"/>
          </ac:inkMkLst>
        </pc:inkChg>
        <pc:inkChg chg="add mod">
          <ac:chgData name="Esraa Mohamed" userId="32a53f8955a3383c" providerId="LiveId" clId="{F10043CA-7E0C-4C5B-B8AD-80B51C33A480}" dt="2026-09-01T09:06:02.024" v="811"/>
          <ac:inkMkLst>
            <pc:docMk/>
            <pc:sldMk cId="3727690257" sldId="277"/>
            <ac:inkMk id="15" creationId="{39B959FE-AC6F-FE1B-9A63-6AE20C84E58E}"/>
          </ac:inkMkLst>
        </pc:inkChg>
        <pc:inkChg chg="add mod">
          <ac:chgData name="Esraa Mohamed" userId="32a53f8955a3383c" providerId="LiveId" clId="{F10043CA-7E0C-4C5B-B8AD-80B51C33A480}" dt="2026-09-01T09:06:07.410" v="814"/>
          <ac:inkMkLst>
            <pc:docMk/>
            <pc:sldMk cId="3727690257" sldId="277"/>
            <ac:inkMk id="18" creationId="{337F65A7-2B20-22D0-6246-EC3A45DD2BEC}"/>
          </ac:inkMkLst>
        </pc:inkChg>
        <pc:inkChg chg="add mod">
          <ac:chgData name="Esraa Mohamed" userId="32a53f8955a3383c" providerId="LiveId" clId="{F10043CA-7E0C-4C5B-B8AD-80B51C33A480}" dt="2026-09-01T09:06:07.410" v="814"/>
          <ac:inkMkLst>
            <pc:docMk/>
            <pc:sldMk cId="3727690257" sldId="277"/>
            <ac:inkMk id="20" creationId="{08EE4251-9E31-2172-F075-1DDD62CD5481}"/>
          </ac:inkMkLst>
        </pc:inkChg>
        <pc:cxnChg chg="add del">
          <ac:chgData name="Esraa Mohamed" userId="32a53f8955a3383c" providerId="LiveId" clId="{F10043CA-7E0C-4C5B-B8AD-80B51C33A480}" dt="2026-08-31T20:42:14.823" v="196" actId="26606"/>
          <ac:cxnSpMkLst>
            <pc:docMk/>
            <pc:sldMk cId="3727690257" sldId="277"/>
            <ac:cxnSpMk id="12" creationId="{7667AA61-5C27-F30F-D229-06CBE5709F33}"/>
          </ac:cxnSpMkLst>
        </pc:cxnChg>
      </pc:sldChg>
      <pc:sldChg chg="addSp delSp modSp new mod setBg">
        <pc:chgData name="Esraa Mohamed" userId="32a53f8955a3383c" providerId="LiveId" clId="{F10043CA-7E0C-4C5B-B8AD-80B51C33A480}" dt="2026-09-01T09:06:58.544" v="833"/>
        <pc:sldMkLst>
          <pc:docMk/>
          <pc:sldMk cId="2559764356" sldId="278"/>
        </pc:sldMkLst>
        <pc:spChg chg="mod">
          <ac:chgData name="Esraa Mohamed" userId="32a53f8955a3383c" providerId="LiveId" clId="{F10043CA-7E0C-4C5B-B8AD-80B51C33A480}" dt="2026-08-31T20:12:45.390" v="176" actId="26606"/>
          <ac:spMkLst>
            <pc:docMk/>
            <pc:sldMk cId="2559764356" sldId="278"/>
            <ac:spMk id="2" creationId="{15229D40-E101-ACB3-024E-6FC1982DAFA4}"/>
          </ac:spMkLst>
        </pc:spChg>
        <pc:spChg chg="mod">
          <ac:chgData name="Esraa Mohamed" userId="32a53f8955a3383c" providerId="LiveId" clId="{F10043CA-7E0C-4C5B-B8AD-80B51C33A480}" dt="2026-08-31T20:12:45.390" v="176" actId="26606"/>
          <ac:spMkLst>
            <pc:docMk/>
            <pc:sldMk cId="2559764356" sldId="278"/>
            <ac:spMk id="3" creationId="{8CAFFED0-9ACD-861D-B93D-50CD0008F058}"/>
          </ac:spMkLst>
        </pc:spChg>
        <pc:spChg chg="add">
          <ac:chgData name="Esraa Mohamed" userId="32a53f8955a3383c" providerId="LiveId" clId="{F10043CA-7E0C-4C5B-B8AD-80B51C33A480}" dt="2026-08-31T20:12:45.390" v="176" actId="26606"/>
          <ac:spMkLst>
            <pc:docMk/>
            <pc:sldMk cId="2559764356" sldId="278"/>
            <ac:spMk id="16" creationId="{754DFD36-CDEA-4A58-ABEC-DA9CE2CB2697}"/>
          </ac:spMkLst>
        </pc:spChg>
        <pc:grpChg chg="add">
          <ac:chgData name="Esraa Mohamed" userId="32a53f8955a3383c" providerId="LiveId" clId="{F10043CA-7E0C-4C5B-B8AD-80B51C33A480}" dt="2026-08-31T20:12:45.390" v="176" actId="26606"/>
          <ac:grpSpMkLst>
            <pc:docMk/>
            <pc:sldMk cId="2559764356" sldId="278"/>
            <ac:grpSpMk id="17" creationId="{F938B951-7EFC-40A2-B198-E73D39DFB3FC}"/>
          </ac:grpSpMkLst>
        </pc:grpChg>
        <pc:picChg chg="add mod">
          <ac:chgData name="Esraa Mohamed" userId="32a53f8955a3383c" providerId="LiveId" clId="{F10043CA-7E0C-4C5B-B8AD-80B51C33A480}" dt="2026-08-31T20:12:45.390" v="176" actId="26606"/>
          <ac:picMkLst>
            <pc:docMk/>
            <pc:sldMk cId="2559764356" sldId="278"/>
            <ac:picMk id="5" creationId="{8CD69B6F-23AA-1B5F-FB57-9F978A45CDB3}"/>
          </ac:picMkLst>
        </pc:picChg>
        <pc:inkChg chg="add">
          <ac:chgData name="Esraa Mohamed" userId="32a53f8955a3383c" providerId="LiveId" clId="{F10043CA-7E0C-4C5B-B8AD-80B51C33A480}" dt="2026-09-01T09:06:22.137" v="815" actId="9405"/>
          <ac:inkMkLst>
            <pc:docMk/>
            <pc:sldMk cId="2559764356" sldId="278"/>
            <ac:inkMk id="4" creationId="{AB6C3586-4E0A-99CC-E64A-C8AB20AEE904}"/>
          </ac:inkMkLst>
        </pc:inkChg>
        <pc:inkChg chg="add del">
          <ac:chgData name="Esraa Mohamed" userId="32a53f8955a3383c" providerId="LiveId" clId="{F10043CA-7E0C-4C5B-B8AD-80B51C33A480}" dt="2026-09-01T09:06:25.390" v="817"/>
          <ac:inkMkLst>
            <pc:docMk/>
            <pc:sldMk cId="2559764356" sldId="278"/>
            <ac:inkMk id="6" creationId="{5681C0D6-F7B1-AFA6-A747-875B979F7383}"/>
          </ac:inkMkLst>
        </pc:inkChg>
        <pc:inkChg chg="add del">
          <ac:chgData name="Esraa Mohamed" userId="32a53f8955a3383c" providerId="LiveId" clId="{F10043CA-7E0C-4C5B-B8AD-80B51C33A480}" dt="2026-09-01T09:06:58.542" v="829"/>
          <ac:inkMkLst>
            <pc:docMk/>
            <pc:sldMk cId="2559764356" sldId="278"/>
            <ac:inkMk id="7" creationId="{DCEDB6DE-2562-3E13-1A30-3F577B29FCF4}"/>
          </ac:inkMkLst>
        </pc:inkChg>
        <pc:inkChg chg="add del">
          <ac:chgData name="Esraa Mohamed" userId="32a53f8955a3383c" providerId="LiveId" clId="{F10043CA-7E0C-4C5B-B8AD-80B51C33A480}" dt="2026-09-01T09:06:54.431" v="828"/>
          <ac:inkMkLst>
            <pc:docMk/>
            <pc:sldMk cId="2559764356" sldId="278"/>
            <ac:inkMk id="8" creationId="{BD4C71D6-C4AF-24BF-D5B2-D56403326DB7}"/>
          </ac:inkMkLst>
        </pc:inkChg>
        <pc:inkChg chg="add del">
          <ac:chgData name="Esraa Mohamed" userId="32a53f8955a3383c" providerId="LiveId" clId="{F10043CA-7E0C-4C5B-B8AD-80B51C33A480}" dt="2026-09-01T09:06:32.198" v="820"/>
          <ac:inkMkLst>
            <pc:docMk/>
            <pc:sldMk cId="2559764356" sldId="278"/>
            <ac:inkMk id="9" creationId="{141BED57-F9D9-3EF0-4BBE-0F3C3FD1B707}"/>
          </ac:inkMkLst>
        </pc:inkChg>
        <pc:inkChg chg="add del">
          <ac:chgData name="Esraa Mohamed" userId="32a53f8955a3383c" providerId="LiveId" clId="{F10043CA-7E0C-4C5B-B8AD-80B51C33A480}" dt="2026-09-01T09:06:58.542" v="830"/>
          <ac:inkMkLst>
            <pc:docMk/>
            <pc:sldMk cId="2559764356" sldId="278"/>
            <ac:inkMk id="10" creationId="{3A89E8E8-A165-3E4B-6D4F-EF9E190F93F5}"/>
          </ac:inkMkLst>
        </pc:inkChg>
        <pc:inkChg chg="add del">
          <ac:chgData name="Esraa Mohamed" userId="32a53f8955a3383c" providerId="LiveId" clId="{F10043CA-7E0C-4C5B-B8AD-80B51C33A480}" dt="2026-09-01T09:06:34.681" v="822"/>
          <ac:inkMkLst>
            <pc:docMk/>
            <pc:sldMk cId="2559764356" sldId="278"/>
            <ac:inkMk id="11" creationId="{A0517342-8793-83D3-64F0-5E43B4F56955}"/>
          </ac:inkMkLst>
        </pc:inkChg>
        <pc:inkChg chg="add del">
          <ac:chgData name="Esraa Mohamed" userId="32a53f8955a3383c" providerId="LiveId" clId="{F10043CA-7E0C-4C5B-B8AD-80B51C33A480}" dt="2026-09-01T09:06:58.543" v="831"/>
          <ac:inkMkLst>
            <pc:docMk/>
            <pc:sldMk cId="2559764356" sldId="278"/>
            <ac:inkMk id="12" creationId="{2D0F2CE5-3D56-7D6F-F33A-680B8C35AF5A}"/>
          </ac:inkMkLst>
        </pc:inkChg>
        <pc:inkChg chg="add del">
          <ac:chgData name="Esraa Mohamed" userId="32a53f8955a3383c" providerId="LiveId" clId="{F10043CA-7E0C-4C5B-B8AD-80B51C33A480}" dt="2026-09-01T09:06:58.544" v="832"/>
          <ac:inkMkLst>
            <pc:docMk/>
            <pc:sldMk cId="2559764356" sldId="278"/>
            <ac:inkMk id="14" creationId="{ABA426A2-8590-35AB-6B9B-EAD099F010E2}"/>
          </ac:inkMkLst>
        </pc:inkChg>
        <pc:inkChg chg="add del">
          <ac:chgData name="Esraa Mohamed" userId="32a53f8955a3383c" providerId="LiveId" clId="{F10043CA-7E0C-4C5B-B8AD-80B51C33A480}" dt="2026-09-01T09:06:58.544" v="833"/>
          <ac:inkMkLst>
            <pc:docMk/>
            <pc:sldMk cId="2559764356" sldId="278"/>
            <ac:inkMk id="15" creationId="{7CF847B1-5944-2883-7EB5-AECE7476E6FA}"/>
          </ac:inkMkLst>
        </pc:inkChg>
        <pc:inkChg chg="add del">
          <ac:chgData name="Esraa Mohamed" userId="32a53f8955a3383c" providerId="LiveId" clId="{F10043CA-7E0C-4C5B-B8AD-80B51C33A480}" dt="2026-09-01T09:06:49.084" v="826"/>
          <ac:inkMkLst>
            <pc:docMk/>
            <pc:sldMk cId="2559764356" sldId="278"/>
            <ac:inkMk id="19" creationId="{14106A33-661D-FB3D-5C01-2BAA64C3432E}"/>
          </ac:inkMkLst>
        </pc:inkChg>
        <pc:inkChg chg="add del">
          <ac:chgData name="Esraa Mohamed" userId="32a53f8955a3383c" providerId="LiveId" clId="{F10043CA-7E0C-4C5B-B8AD-80B51C33A480}" dt="2026-09-01T09:06:52.396" v="827"/>
          <ac:inkMkLst>
            <pc:docMk/>
            <pc:sldMk cId="2559764356" sldId="278"/>
            <ac:inkMk id="20" creationId="{F44125F0-0507-DB42-4D4C-5BF2DDF78007}"/>
          </ac:inkMkLst>
        </pc:inkChg>
        <pc:cxnChg chg="add del">
          <ac:chgData name="Esraa Mohamed" userId="32a53f8955a3383c" providerId="LiveId" clId="{F10043CA-7E0C-4C5B-B8AD-80B51C33A480}" dt="2026-08-31T20:12:40.663" v="173" actId="26606"/>
          <ac:cxnSpMkLst>
            <pc:docMk/>
            <pc:sldMk cId="2559764356" sldId="278"/>
            <ac:cxnSpMk id="10" creationId="{192712F8-36FA-35DF-0CE8-4098D93322A3}"/>
          </ac:cxnSpMkLst>
        </pc:cxnChg>
        <pc:cxnChg chg="add del">
          <ac:chgData name="Esraa Mohamed" userId="32a53f8955a3383c" providerId="LiveId" clId="{F10043CA-7E0C-4C5B-B8AD-80B51C33A480}" dt="2026-08-31T20:12:40.663" v="173" actId="26606"/>
          <ac:cxnSpMkLst>
            <pc:docMk/>
            <pc:sldMk cId="2559764356" sldId="278"/>
            <ac:cxnSpMk id="12" creationId="{AF9469B9-6468-5B6A-E832-8D4590388432}"/>
          </ac:cxnSpMkLst>
        </pc:cxnChg>
        <pc:cxnChg chg="add del">
          <ac:chgData name="Esraa Mohamed" userId="32a53f8955a3383c" providerId="LiveId" clId="{F10043CA-7E0C-4C5B-B8AD-80B51C33A480}" dt="2026-08-31T20:12:45.377" v="175" actId="26606"/>
          <ac:cxnSpMkLst>
            <pc:docMk/>
            <pc:sldMk cId="2559764356" sldId="278"/>
            <ac:cxnSpMk id="14" creationId="{37C77032-C865-6057-7D7A-E2743CFA20F9}"/>
          </ac:cxnSpMkLst>
        </pc:cxnChg>
      </pc:sldChg>
      <pc:sldChg chg="addSp delSp modSp new mod setBg">
        <pc:chgData name="Esraa Mohamed" userId="32a53f8955a3383c" providerId="LiveId" clId="{F10043CA-7E0C-4C5B-B8AD-80B51C33A480}" dt="2026-09-01T09:07:44.065" v="850" actId="9405"/>
        <pc:sldMkLst>
          <pc:docMk/>
          <pc:sldMk cId="59893244" sldId="279"/>
        </pc:sldMkLst>
        <pc:spChg chg="mod">
          <ac:chgData name="Esraa Mohamed" userId="32a53f8955a3383c" providerId="LiveId" clId="{F10043CA-7E0C-4C5B-B8AD-80B51C33A480}" dt="2026-08-31T20:42:03.974" v="194" actId="26606"/>
          <ac:spMkLst>
            <pc:docMk/>
            <pc:sldMk cId="59893244" sldId="279"/>
            <ac:spMk id="2" creationId="{70256A82-C8B2-801E-21C5-49BE7B75BBCC}"/>
          </ac:spMkLst>
        </pc:spChg>
        <pc:spChg chg="del">
          <ac:chgData name="Esraa Mohamed" userId="32a53f8955a3383c" providerId="LiveId" clId="{F10043CA-7E0C-4C5B-B8AD-80B51C33A480}" dt="2026-08-31T20:41:59.403" v="191" actId="22"/>
          <ac:spMkLst>
            <pc:docMk/>
            <pc:sldMk cId="59893244" sldId="279"/>
            <ac:spMk id="3" creationId="{6FAEAEED-7161-E081-5D5B-E75A47CDFA17}"/>
          </ac:spMkLst>
        </pc:spChg>
        <pc:spChg chg="add del">
          <ac:chgData name="Esraa Mohamed" userId="32a53f8955a3383c" providerId="LiveId" clId="{F10043CA-7E0C-4C5B-B8AD-80B51C33A480}" dt="2026-08-31T20:42:03.964" v="193" actId="26606"/>
          <ac:spMkLst>
            <pc:docMk/>
            <pc:sldMk cId="59893244" sldId="279"/>
            <ac:spMk id="10" creationId="{5E395AE0-8789-FAD6-A987-32E65C185100}"/>
          </ac:spMkLst>
        </pc:spChg>
        <pc:spChg chg="add">
          <ac:chgData name="Esraa Mohamed" userId="32a53f8955a3383c" providerId="LiveId" clId="{F10043CA-7E0C-4C5B-B8AD-80B51C33A480}" dt="2026-08-31T20:42:03.974" v="194" actId="26606"/>
          <ac:spMkLst>
            <pc:docMk/>
            <pc:sldMk cId="59893244" sldId="279"/>
            <ac:spMk id="14" creationId="{5F637E18-EF26-4327-9077-7FFC67B98B96}"/>
          </ac:spMkLst>
        </pc:spChg>
        <pc:spChg chg="add">
          <ac:chgData name="Esraa Mohamed" userId="32a53f8955a3383c" providerId="LiveId" clId="{F10043CA-7E0C-4C5B-B8AD-80B51C33A480}" dt="2026-08-31T20:42:03.974" v="194" actId="26606"/>
          <ac:spMkLst>
            <pc:docMk/>
            <pc:sldMk cId="59893244" sldId="279"/>
            <ac:spMk id="15" creationId="{3EED6667-6BE8-A2AB-422A-5A1D89727E35}"/>
          </ac:spMkLst>
        </pc:spChg>
        <pc:grpChg chg="mod">
          <ac:chgData name="Esraa Mohamed" userId="32a53f8955a3383c" providerId="LiveId" clId="{F10043CA-7E0C-4C5B-B8AD-80B51C33A480}" dt="2026-09-01T09:07:32.910" v="843"/>
          <ac:grpSpMkLst>
            <pc:docMk/>
            <pc:sldMk cId="59893244" sldId="279"/>
            <ac:grpSpMk id="12" creationId="{A5812018-D84E-2E19-C193-885B83E1FD51}"/>
          </ac:grpSpMkLst>
        </pc:grpChg>
        <pc:grpChg chg="del mod">
          <ac:chgData name="Esraa Mohamed" userId="32a53f8955a3383c" providerId="LiveId" clId="{F10043CA-7E0C-4C5B-B8AD-80B51C33A480}" dt="2026-09-01T09:07:40.432" v="849"/>
          <ac:grpSpMkLst>
            <pc:docMk/>
            <pc:sldMk cId="59893244" sldId="279"/>
            <ac:grpSpMk id="18" creationId="{CF908209-4B1B-9FCB-58AD-4548D63487B4}"/>
          </ac:grpSpMkLst>
        </pc:grpChg>
        <pc:grpChg chg="mod">
          <ac:chgData name="Esraa Mohamed" userId="32a53f8955a3383c" providerId="LiveId" clId="{F10043CA-7E0C-4C5B-B8AD-80B51C33A480}" dt="2026-09-01T09:07:40.432" v="849"/>
          <ac:grpSpMkLst>
            <pc:docMk/>
            <pc:sldMk cId="59893244" sldId="279"/>
            <ac:grpSpMk id="20" creationId="{652AA01C-49D4-7E6D-A8C2-6A224D59AF7B}"/>
          </ac:grpSpMkLst>
        </pc:grpChg>
        <pc:picChg chg="add mod ord">
          <ac:chgData name="Esraa Mohamed" userId="32a53f8955a3383c" providerId="LiveId" clId="{F10043CA-7E0C-4C5B-B8AD-80B51C33A480}" dt="2026-08-31T20:42:03.974" v="194" actId="26606"/>
          <ac:picMkLst>
            <pc:docMk/>
            <pc:sldMk cId="59893244" sldId="279"/>
            <ac:picMk id="5" creationId="{1FE348E5-CFC5-B148-25A9-F73D725F0BCA}"/>
          </ac:picMkLst>
        </pc:picChg>
        <pc:inkChg chg="add del">
          <ac:chgData name="Esraa Mohamed" userId="32a53f8955a3383c" providerId="LiveId" clId="{F10043CA-7E0C-4C5B-B8AD-80B51C33A480}" dt="2026-09-01T09:07:12.878" v="835"/>
          <ac:inkMkLst>
            <pc:docMk/>
            <pc:sldMk cId="59893244" sldId="279"/>
            <ac:inkMk id="3" creationId="{4C1A560C-C7AB-A930-8B06-D5B2A920A22D}"/>
          </ac:inkMkLst>
        </pc:inkChg>
        <pc:inkChg chg="add">
          <ac:chgData name="Esraa Mohamed" userId="32a53f8955a3383c" providerId="LiveId" clId="{F10043CA-7E0C-4C5B-B8AD-80B51C33A480}" dt="2026-09-01T09:07:12.878" v="835"/>
          <ac:inkMkLst>
            <pc:docMk/>
            <pc:sldMk cId="59893244" sldId="279"/>
            <ac:inkMk id="4" creationId="{F2763D8B-EEE5-DFF3-3A9D-9B000DB753F7}"/>
          </ac:inkMkLst>
        </pc:inkChg>
        <pc:inkChg chg="add del">
          <ac:chgData name="Esraa Mohamed" userId="32a53f8955a3383c" providerId="LiveId" clId="{F10043CA-7E0C-4C5B-B8AD-80B51C33A480}" dt="2026-09-01T09:07:16.613" v="837"/>
          <ac:inkMkLst>
            <pc:docMk/>
            <pc:sldMk cId="59893244" sldId="279"/>
            <ac:inkMk id="6" creationId="{98B89FEB-7E6B-10FD-3F1B-C5988FEE5402}"/>
          </ac:inkMkLst>
        </pc:inkChg>
        <pc:inkChg chg="add">
          <ac:chgData name="Esraa Mohamed" userId="32a53f8955a3383c" providerId="LiveId" clId="{F10043CA-7E0C-4C5B-B8AD-80B51C33A480}" dt="2026-09-01T09:07:16.613" v="837"/>
          <ac:inkMkLst>
            <pc:docMk/>
            <pc:sldMk cId="59893244" sldId="279"/>
            <ac:inkMk id="7" creationId="{63D0C653-47E1-2F9A-52DC-0445CB78EC8C}"/>
          </ac:inkMkLst>
        </pc:inkChg>
        <pc:inkChg chg="add del">
          <ac:chgData name="Esraa Mohamed" userId="32a53f8955a3383c" providerId="LiveId" clId="{F10043CA-7E0C-4C5B-B8AD-80B51C33A480}" dt="2026-09-01T09:07:24.192" v="839"/>
          <ac:inkMkLst>
            <pc:docMk/>
            <pc:sldMk cId="59893244" sldId="279"/>
            <ac:inkMk id="8" creationId="{76154B05-F9B4-26FF-42F5-E765F813E61D}"/>
          </ac:inkMkLst>
        </pc:inkChg>
        <pc:inkChg chg="add mod">
          <ac:chgData name="Esraa Mohamed" userId="32a53f8955a3383c" providerId="LiveId" clId="{F10043CA-7E0C-4C5B-B8AD-80B51C33A480}" dt="2026-09-01T09:07:26.018" v="840"/>
          <ac:inkMkLst>
            <pc:docMk/>
            <pc:sldMk cId="59893244" sldId="279"/>
            <ac:inkMk id="9" creationId="{57D5067B-38AE-247D-6617-82EAD9B4AA80}"/>
          </ac:inkMkLst>
        </pc:inkChg>
        <pc:inkChg chg="add mod">
          <ac:chgData name="Esraa Mohamed" userId="32a53f8955a3383c" providerId="LiveId" clId="{F10043CA-7E0C-4C5B-B8AD-80B51C33A480}" dt="2026-09-01T09:07:32.910" v="843"/>
          <ac:inkMkLst>
            <pc:docMk/>
            <pc:sldMk cId="59893244" sldId="279"/>
            <ac:inkMk id="10" creationId="{A1A79CE7-8975-5A5E-0B7A-B5CFEDC3EC50}"/>
          </ac:inkMkLst>
        </pc:inkChg>
        <pc:inkChg chg="add mod">
          <ac:chgData name="Esraa Mohamed" userId="32a53f8955a3383c" providerId="LiveId" clId="{F10043CA-7E0C-4C5B-B8AD-80B51C33A480}" dt="2026-09-01T09:07:32.910" v="843"/>
          <ac:inkMkLst>
            <pc:docMk/>
            <pc:sldMk cId="59893244" sldId="279"/>
            <ac:inkMk id="11" creationId="{5F7D207C-3BC0-77FF-036E-BAA9175195C4}"/>
          </ac:inkMkLst>
        </pc:inkChg>
        <pc:inkChg chg="add mod">
          <ac:chgData name="Esraa Mohamed" userId="32a53f8955a3383c" providerId="LiveId" clId="{F10043CA-7E0C-4C5B-B8AD-80B51C33A480}" dt="2026-09-01T09:07:40.432" v="849"/>
          <ac:inkMkLst>
            <pc:docMk/>
            <pc:sldMk cId="59893244" sldId="279"/>
            <ac:inkMk id="13" creationId="{794536D0-6D6E-31E4-CFA4-B347F9FFFF03}"/>
          </ac:inkMkLst>
        </pc:inkChg>
        <pc:inkChg chg="add mod">
          <ac:chgData name="Esraa Mohamed" userId="32a53f8955a3383c" providerId="LiveId" clId="{F10043CA-7E0C-4C5B-B8AD-80B51C33A480}" dt="2026-09-01T09:07:40.432" v="849"/>
          <ac:inkMkLst>
            <pc:docMk/>
            <pc:sldMk cId="59893244" sldId="279"/>
            <ac:inkMk id="16" creationId="{289B5DD4-4ED4-DB40-35C4-5DF79B6AF1F4}"/>
          </ac:inkMkLst>
        </pc:inkChg>
        <pc:inkChg chg="add">
          <ac:chgData name="Esraa Mohamed" userId="32a53f8955a3383c" providerId="LiveId" clId="{F10043CA-7E0C-4C5B-B8AD-80B51C33A480}" dt="2026-09-01T09:07:37.681" v="846" actId="9405"/>
          <ac:inkMkLst>
            <pc:docMk/>
            <pc:sldMk cId="59893244" sldId="279"/>
            <ac:inkMk id="17" creationId="{E7CA3D59-874F-8882-83C9-3C1B9DC86CA9}"/>
          </ac:inkMkLst>
        </pc:inkChg>
        <pc:inkChg chg="add mod">
          <ac:chgData name="Esraa Mohamed" userId="32a53f8955a3383c" providerId="LiveId" clId="{F10043CA-7E0C-4C5B-B8AD-80B51C33A480}" dt="2026-09-01T09:07:40.432" v="849"/>
          <ac:inkMkLst>
            <pc:docMk/>
            <pc:sldMk cId="59893244" sldId="279"/>
            <ac:inkMk id="19" creationId="{46259DD2-0182-FF3D-1806-DFE67E9CB01B}"/>
          </ac:inkMkLst>
        </pc:inkChg>
        <pc:inkChg chg="add">
          <ac:chgData name="Esraa Mohamed" userId="32a53f8955a3383c" providerId="LiveId" clId="{F10043CA-7E0C-4C5B-B8AD-80B51C33A480}" dt="2026-09-01T09:07:44.065" v="850" actId="9405"/>
          <ac:inkMkLst>
            <pc:docMk/>
            <pc:sldMk cId="59893244" sldId="279"/>
            <ac:inkMk id="21" creationId="{EA429AB8-AA88-F684-1086-D0C18E9F9A41}"/>
          </ac:inkMkLst>
        </pc:inkChg>
        <pc:cxnChg chg="add del">
          <ac:chgData name="Esraa Mohamed" userId="32a53f8955a3383c" providerId="LiveId" clId="{F10043CA-7E0C-4C5B-B8AD-80B51C33A480}" dt="2026-08-31T20:42:03.964" v="193" actId="26606"/>
          <ac:cxnSpMkLst>
            <pc:docMk/>
            <pc:sldMk cId="59893244" sldId="279"/>
            <ac:cxnSpMk id="12" creationId="{7667AA61-5C27-F30F-D229-06CBE5709F33}"/>
          </ac:cxnSpMkLst>
        </pc:cxnChg>
      </pc:sldChg>
      <pc:sldChg chg="addSp delSp modSp new mod setBg">
        <pc:chgData name="Esraa Mohamed" userId="32a53f8955a3383c" providerId="LiveId" clId="{F10043CA-7E0C-4C5B-B8AD-80B51C33A480}" dt="2026-09-01T09:08:27.627" v="867" actId="9405"/>
        <pc:sldMkLst>
          <pc:docMk/>
          <pc:sldMk cId="428383895" sldId="280"/>
        </pc:sldMkLst>
        <pc:spChg chg="mod">
          <ac:chgData name="Esraa Mohamed" userId="32a53f8955a3383c" providerId="LiveId" clId="{F10043CA-7E0C-4C5B-B8AD-80B51C33A480}" dt="2026-08-31T20:42:09.907" v="195" actId="26606"/>
          <ac:spMkLst>
            <pc:docMk/>
            <pc:sldMk cId="428383895" sldId="280"/>
            <ac:spMk id="2" creationId="{85A2683D-0864-E1BA-9031-7C764E15953D}"/>
          </ac:spMkLst>
        </pc:spChg>
        <pc:spChg chg="del">
          <ac:chgData name="Esraa Mohamed" userId="32a53f8955a3383c" providerId="LiveId" clId="{F10043CA-7E0C-4C5B-B8AD-80B51C33A480}" dt="2026-08-31T20:40:47.148" v="189" actId="22"/>
          <ac:spMkLst>
            <pc:docMk/>
            <pc:sldMk cId="428383895" sldId="280"/>
            <ac:spMk id="3" creationId="{CAD762CB-CE8D-1EB1-4E83-26157533345F}"/>
          </ac:spMkLst>
        </pc:spChg>
        <pc:spChg chg="add del">
          <ac:chgData name="Esraa Mohamed" userId="32a53f8955a3383c" providerId="LiveId" clId="{F10043CA-7E0C-4C5B-B8AD-80B51C33A480}" dt="2026-08-31T20:42:09.907" v="195" actId="26606"/>
          <ac:spMkLst>
            <pc:docMk/>
            <pc:sldMk cId="428383895" sldId="280"/>
            <ac:spMk id="10" creationId="{5E395AE0-8789-FAD6-A987-32E65C185100}"/>
          </ac:spMkLst>
        </pc:spChg>
        <pc:spChg chg="add">
          <ac:chgData name="Esraa Mohamed" userId="32a53f8955a3383c" providerId="LiveId" clId="{F10043CA-7E0C-4C5B-B8AD-80B51C33A480}" dt="2026-08-31T20:42:09.907" v="195" actId="26606"/>
          <ac:spMkLst>
            <pc:docMk/>
            <pc:sldMk cId="428383895" sldId="280"/>
            <ac:spMk id="17" creationId="{5F637E18-EF26-4327-9077-7FFC67B98B96}"/>
          </ac:spMkLst>
        </pc:spChg>
        <pc:spChg chg="add">
          <ac:chgData name="Esraa Mohamed" userId="32a53f8955a3383c" providerId="LiveId" clId="{F10043CA-7E0C-4C5B-B8AD-80B51C33A480}" dt="2026-08-31T20:42:09.907" v="195" actId="26606"/>
          <ac:spMkLst>
            <pc:docMk/>
            <pc:sldMk cId="428383895" sldId="280"/>
            <ac:spMk id="19" creationId="{3EED6667-6BE8-A2AB-422A-5A1D89727E35}"/>
          </ac:spMkLst>
        </pc:spChg>
        <pc:grpChg chg="mod">
          <ac:chgData name="Esraa Mohamed" userId="32a53f8955a3383c" providerId="LiveId" clId="{F10043CA-7E0C-4C5B-B8AD-80B51C33A480}" dt="2026-09-01T09:08:26.760" v="866"/>
          <ac:grpSpMkLst>
            <pc:docMk/>
            <pc:sldMk cId="428383895" sldId="280"/>
            <ac:grpSpMk id="21" creationId="{A6E4A41D-673C-5B46-9E34-5A70E0C3692F}"/>
          </ac:grpSpMkLst>
        </pc:grpChg>
        <pc:picChg chg="add mod ord">
          <ac:chgData name="Esraa Mohamed" userId="32a53f8955a3383c" providerId="LiveId" clId="{F10043CA-7E0C-4C5B-B8AD-80B51C33A480}" dt="2026-08-31T20:42:09.907" v="195" actId="26606"/>
          <ac:picMkLst>
            <pc:docMk/>
            <pc:sldMk cId="428383895" sldId="280"/>
            <ac:picMk id="5" creationId="{28CDA0CF-CBA9-359B-0D85-DDE960770787}"/>
          </ac:picMkLst>
        </pc:picChg>
        <pc:inkChg chg="add">
          <ac:chgData name="Esraa Mohamed" userId="32a53f8955a3383c" providerId="LiveId" clId="{F10043CA-7E0C-4C5B-B8AD-80B51C33A480}" dt="2026-09-01T09:07:49.388" v="851" actId="9405"/>
          <ac:inkMkLst>
            <pc:docMk/>
            <pc:sldMk cId="428383895" sldId="280"/>
            <ac:inkMk id="3" creationId="{AEFDE449-27AD-C485-CBA1-C1A4D209A507}"/>
          </ac:inkMkLst>
        </pc:inkChg>
        <pc:inkChg chg="add">
          <ac:chgData name="Esraa Mohamed" userId="32a53f8955a3383c" providerId="LiveId" clId="{F10043CA-7E0C-4C5B-B8AD-80B51C33A480}" dt="2026-09-01T09:07:53.423" v="852" actId="9405"/>
          <ac:inkMkLst>
            <pc:docMk/>
            <pc:sldMk cId="428383895" sldId="280"/>
            <ac:inkMk id="4" creationId="{A657CC13-0B61-78B4-8DEA-3ECC8061AEB0}"/>
          </ac:inkMkLst>
        </pc:inkChg>
        <pc:inkChg chg="add del">
          <ac:chgData name="Esraa Mohamed" userId="32a53f8955a3383c" providerId="LiveId" clId="{F10043CA-7E0C-4C5B-B8AD-80B51C33A480}" dt="2026-09-01T09:07:56.035" v="854"/>
          <ac:inkMkLst>
            <pc:docMk/>
            <pc:sldMk cId="428383895" sldId="280"/>
            <ac:inkMk id="6" creationId="{A73480A1-DFEC-631C-6EF1-613C75D9A42E}"/>
          </ac:inkMkLst>
        </pc:inkChg>
        <pc:inkChg chg="add">
          <ac:chgData name="Esraa Mohamed" userId="32a53f8955a3383c" providerId="LiveId" clId="{F10043CA-7E0C-4C5B-B8AD-80B51C33A480}" dt="2026-09-01T09:07:56.035" v="854"/>
          <ac:inkMkLst>
            <pc:docMk/>
            <pc:sldMk cId="428383895" sldId="280"/>
            <ac:inkMk id="7" creationId="{ACAE3F17-5CDC-3B35-F19B-854A3919BE21}"/>
          </ac:inkMkLst>
        </pc:inkChg>
        <pc:inkChg chg="add del">
          <ac:chgData name="Esraa Mohamed" userId="32a53f8955a3383c" providerId="LiveId" clId="{F10043CA-7E0C-4C5B-B8AD-80B51C33A480}" dt="2026-09-01T09:07:58.217" v="856"/>
          <ac:inkMkLst>
            <pc:docMk/>
            <pc:sldMk cId="428383895" sldId="280"/>
            <ac:inkMk id="8" creationId="{BE8D3AD8-99A6-C476-B6AF-257CC2CD9EC7}"/>
          </ac:inkMkLst>
        </pc:inkChg>
        <pc:inkChg chg="add">
          <ac:chgData name="Esraa Mohamed" userId="32a53f8955a3383c" providerId="LiveId" clId="{F10043CA-7E0C-4C5B-B8AD-80B51C33A480}" dt="2026-09-01T09:07:58.217" v="856"/>
          <ac:inkMkLst>
            <pc:docMk/>
            <pc:sldMk cId="428383895" sldId="280"/>
            <ac:inkMk id="9" creationId="{069CE969-587D-30BB-F81A-EF584B4C5E4D}"/>
          </ac:inkMkLst>
        </pc:inkChg>
        <pc:inkChg chg="add del">
          <ac:chgData name="Esraa Mohamed" userId="32a53f8955a3383c" providerId="LiveId" clId="{F10043CA-7E0C-4C5B-B8AD-80B51C33A480}" dt="2026-09-01T09:08:01.098" v="858"/>
          <ac:inkMkLst>
            <pc:docMk/>
            <pc:sldMk cId="428383895" sldId="280"/>
            <ac:inkMk id="10" creationId="{190F81B7-3A5A-1131-B3C3-0CC4C9163A6C}"/>
          </ac:inkMkLst>
        </pc:inkChg>
        <pc:inkChg chg="add">
          <ac:chgData name="Esraa Mohamed" userId="32a53f8955a3383c" providerId="LiveId" clId="{F10043CA-7E0C-4C5B-B8AD-80B51C33A480}" dt="2026-09-01T09:08:01.098" v="858"/>
          <ac:inkMkLst>
            <pc:docMk/>
            <pc:sldMk cId="428383895" sldId="280"/>
            <ac:inkMk id="11" creationId="{5964156C-9190-30D2-2623-8395F81EEC31}"/>
          </ac:inkMkLst>
        </pc:inkChg>
        <pc:inkChg chg="add del">
          <ac:chgData name="Esraa Mohamed" userId="32a53f8955a3383c" providerId="LiveId" clId="{F10043CA-7E0C-4C5B-B8AD-80B51C33A480}" dt="2026-09-01T09:08:04.355" v="860"/>
          <ac:inkMkLst>
            <pc:docMk/>
            <pc:sldMk cId="428383895" sldId="280"/>
            <ac:inkMk id="12" creationId="{37C8FA75-74BC-F0CD-7EF8-586B51157D47}"/>
          </ac:inkMkLst>
        </pc:inkChg>
        <pc:inkChg chg="add">
          <ac:chgData name="Esraa Mohamed" userId="32a53f8955a3383c" providerId="LiveId" clId="{F10043CA-7E0C-4C5B-B8AD-80B51C33A480}" dt="2026-09-01T09:08:04.355" v="860"/>
          <ac:inkMkLst>
            <pc:docMk/>
            <pc:sldMk cId="428383895" sldId="280"/>
            <ac:inkMk id="13" creationId="{236DF47A-A254-D1E5-0A67-864E9D0CF05A}"/>
          </ac:inkMkLst>
        </pc:inkChg>
        <pc:inkChg chg="add del">
          <ac:chgData name="Esraa Mohamed" userId="32a53f8955a3383c" providerId="LiveId" clId="{F10043CA-7E0C-4C5B-B8AD-80B51C33A480}" dt="2026-09-01T09:08:12.241" v="862"/>
          <ac:inkMkLst>
            <pc:docMk/>
            <pc:sldMk cId="428383895" sldId="280"/>
            <ac:inkMk id="14" creationId="{A917D871-60BB-362D-9600-4A8D0895A50E}"/>
          </ac:inkMkLst>
        </pc:inkChg>
        <pc:inkChg chg="add">
          <ac:chgData name="Esraa Mohamed" userId="32a53f8955a3383c" providerId="LiveId" clId="{F10043CA-7E0C-4C5B-B8AD-80B51C33A480}" dt="2026-09-01T09:08:12.241" v="862"/>
          <ac:inkMkLst>
            <pc:docMk/>
            <pc:sldMk cId="428383895" sldId="280"/>
            <ac:inkMk id="15" creationId="{B6333319-16E4-7044-E811-300BAB06DE9E}"/>
          </ac:inkMkLst>
        </pc:inkChg>
        <pc:inkChg chg="add">
          <ac:chgData name="Esraa Mohamed" userId="32a53f8955a3383c" providerId="LiveId" clId="{F10043CA-7E0C-4C5B-B8AD-80B51C33A480}" dt="2026-09-01T09:08:16.232" v="863" actId="9405"/>
          <ac:inkMkLst>
            <pc:docMk/>
            <pc:sldMk cId="428383895" sldId="280"/>
            <ac:inkMk id="16" creationId="{040F56D4-C435-C6CE-4411-97D85C33758A}"/>
          </ac:inkMkLst>
        </pc:inkChg>
        <pc:inkChg chg="add mod">
          <ac:chgData name="Esraa Mohamed" userId="32a53f8955a3383c" providerId="LiveId" clId="{F10043CA-7E0C-4C5B-B8AD-80B51C33A480}" dt="2026-09-01T09:08:26.760" v="866"/>
          <ac:inkMkLst>
            <pc:docMk/>
            <pc:sldMk cId="428383895" sldId="280"/>
            <ac:inkMk id="18" creationId="{3F5EF5AA-28A7-359A-6B2E-D9C94F54DF09}"/>
          </ac:inkMkLst>
        </pc:inkChg>
        <pc:inkChg chg="add mod">
          <ac:chgData name="Esraa Mohamed" userId="32a53f8955a3383c" providerId="LiveId" clId="{F10043CA-7E0C-4C5B-B8AD-80B51C33A480}" dt="2026-09-01T09:08:26.760" v="866"/>
          <ac:inkMkLst>
            <pc:docMk/>
            <pc:sldMk cId="428383895" sldId="280"/>
            <ac:inkMk id="20" creationId="{AB990AF0-3838-1BE0-C9E4-1EAB66B7D5C2}"/>
          </ac:inkMkLst>
        </pc:inkChg>
        <pc:inkChg chg="add">
          <ac:chgData name="Esraa Mohamed" userId="32a53f8955a3383c" providerId="LiveId" clId="{F10043CA-7E0C-4C5B-B8AD-80B51C33A480}" dt="2026-09-01T09:08:27.627" v="867" actId="9405"/>
          <ac:inkMkLst>
            <pc:docMk/>
            <pc:sldMk cId="428383895" sldId="280"/>
            <ac:inkMk id="22" creationId="{FCBE7229-897C-1D29-6FFB-1EF48521C497}"/>
          </ac:inkMkLst>
        </pc:inkChg>
        <pc:cxnChg chg="add del">
          <ac:chgData name="Esraa Mohamed" userId="32a53f8955a3383c" providerId="LiveId" clId="{F10043CA-7E0C-4C5B-B8AD-80B51C33A480}" dt="2026-08-31T20:42:09.907" v="195" actId="26606"/>
          <ac:cxnSpMkLst>
            <pc:docMk/>
            <pc:sldMk cId="428383895" sldId="280"/>
            <ac:cxnSpMk id="12" creationId="{7667AA61-5C27-F30F-D229-06CBE5709F33}"/>
          </ac:cxnSpMkLst>
        </pc:cxnChg>
      </pc:sldChg>
      <pc:sldChg chg="addSp delSp modSp new mod setBg">
        <pc:chgData name="Esraa Mohamed" userId="32a53f8955a3383c" providerId="LiveId" clId="{F10043CA-7E0C-4C5B-B8AD-80B51C33A480}" dt="2026-09-01T09:09:43.792" v="889" actId="9405"/>
        <pc:sldMkLst>
          <pc:docMk/>
          <pc:sldMk cId="3663390627" sldId="281"/>
        </pc:sldMkLst>
        <pc:spChg chg="mod">
          <ac:chgData name="Esraa Mohamed" userId="32a53f8955a3383c" providerId="LiveId" clId="{F10043CA-7E0C-4C5B-B8AD-80B51C33A480}" dt="2026-08-31T20:45:48.561" v="202" actId="26606"/>
          <ac:spMkLst>
            <pc:docMk/>
            <pc:sldMk cId="3663390627" sldId="281"/>
            <ac:spMk id="2" creationId="{4F8254C3-37B0-7532-798E-CADE43C88740}"/>
          </ac:spMkLst>
        </pc:spChg>
        <pc:spChg chg="del">
          <ac:chgData name="Esraa Mohamed" userId="32a53f8955a3383c" providerId="LiveId" clId="{F10043CA-7E0C-4C5B-B8AD-80B51C33A480}" dt="2026-08-31T20:45:46.159" v="201" actId="22"/>
          <ac:spMkLst>
            <pc:docMk/>
            <pc:sldMk cId="3663390627" sldId="281"/>
            <ac:spMk id="3" creationId="{6CDD44CE-54D4-B514-A170-72EB78CF5812}"/>
          </ac:spMkLst>
        </pc:spChg>
        <pc:spChg chg="add">
          <ac:chgData name="Esraa Mohamed" userId="32a53f8955a3383c" providerId="LiveId" clId="{F10043CA-7E0C-4C5B-B8AD-80B51C33A480}" dt="2026-08-31T20:45:48.561" v="202" actId="26606"/>
          <ac:spMkLst>
            <pc:docMk/>
            <pc:sldMk cId="3663390627" sldId="281"/>
            <ac:spMk id="10" creationId="{5F637E18-EF26-4327-9077-7FFC67B98B96}"/>
          </ac:spMkLst>
        </pc:spChg>
        <pc:spChg chg="add">
          <ac:chgData name="Esraa Mohamed" userId="32a53f8955a3383c" providerId="LiveId" clId="{F10043CA-7E0C-4C5B-B8AD-80B51C33A480}" dt="2026-08-31T20:45:48.561" v="202" actId="26606"/>
          <ac:spMkLst>
            <pc:docMk/>
            <pc:sldMk cId="3663390627" sldId="281"/>
            <ac:spMk id="12" creationId="{3EED6667-6BE8-A2AB-422A-5A1D89727E35}"/>
          </ac:spMkLst>
        </pc:spChg>
        <pc:picChg chg="add mod ord">
          <ac:chgData name="Esraa Mohamed" userId="32a53f8955a3383c" providerId="LiveId" clId="{F10043CA-7E0C-4C5B-B8AD-80B51C33A480}" dt="2026-08-31T20:45:48.561" v="202" actId="26606"/>
          <ac:picMkLst>
            <pc:docMk/>
            <pc:sldMk cId="3663390627" sldId="281"/>
            <ac:picMk id="5" creationId="{15A01232-5D17-AC13-1EED-94FF894A5BE7}"/>
          </ac:picMkLst>
        </pc:picChg>
        <pc:inkChg chg="add">
          <ac:chgData name="Esraa Mohamed" userId="32a53f8955a3383c" providerId="LiveId" clId="{F10043CA-7E0C-4C5B-B8AD-80B51C33A480}" dt="2026-09-01T09:08:35.380" v="868" actId="9405"/>
          <ac:inkMkLst>
            <pc:docMk/>
            <pc:sldMk cId="3663390627" sldId="281"/>
            <ac:inkMk id="3" creationId="{8D0E493C-01F7-FFE2-72A5-8624B25B1967}"/>
          </ac:inkMkLst>
        </pc:inkChg>
        <pc:inkChg chg="add del">
          <ac:chgData name="Esraa Mohamed" userId="32a53f8955a3383c" providerId="LiveId" clId="{F10043CA-7E0C-4C5B-B8AD-80B51C33A480}" dt="2026-09-01T09:08:37.582" v="870"/>
          <ac:inkMkLst>
            <pc:docMk/>
            <pc:sldMk cId="3663390627" sldId="281"/>
            <ac:inkMk id="4" creationId="{C30DD586-43D5-1708-0468-57E646401E7D}"/>
          </ac:inkMkLst>
        </pc:inkChg>
        <pc:inkChg chg="add del">
          <ac:chgData name="Esraa Mohamed" userId="32a53f8955a3383c" providerId="LiveId" clId="{F10043CA-7E0C-4C5B-B8AD-80B51C33A480}" dt="2026-09-01T09:09:17.954" v="881"/>
          <ac:inkMkLst>
            <pc:docMk/>
            <pc:sldMk cId="3663390627" sldId="281"/>
            <ac:inkMk id="6" creationId="{3F44191E-44D8-15E4-D701-4623F513A02A}"/>
          </ac:inkMkLst>
        </pc:inkChg>
        <pc:inkChg chg="add del">
          <ac:chgData name="Esraa Mohamed" userId="32a53f8955a3383c" providerId="LiveId" clId="{F10043CA-7E0C-4C5B-B8AD-80B51C33A480}" dt="2026-09-01T09:09:17.954" v="882"/>
          <ac:inkMkLst>
            <pc:docMk/>
            <pc:sldMk cId="3663390627" sldId="281"/>
            <ac:inkMk id="7" creationId="{1EA194B8-AC98-DF22-A2C5-26F693B8A68C}"/>
          </ac:inkMkLst>
        </pc:inkChg>
        <pc:inkChg chg="add del">
          <ac:chgData name="Esraa Mohamed" userId="32a53f8955a3383c" providerId="LiveId" clId="{F10043CA-7E0C-4C5B-B8AD-80B51C33A480}" dt="2026-09-01T09:09:17.954" v="880"/>
          <ac:inkMkLst>
            <pc:docMk/>
            <pc:sldMk cId="3663390627" sldId="281"/>
            <ac:inkMk id="8" creationId="{FD57C036-0868-C1C5-A446-A20E4C3533DD}"/>
          </ac:inkMkLst>
        </pc:inkChg>
        <pc:inkChg chg="add del">
          <ac:chgData name="Esraa Mohamed" userId="32a53f8955a3383c" providerId="LiveId" clId="{F10043CA-7E0C-4C5B-B8AD-80B51C33A480}" dt="2026-09-01T09:09:03.552" v="874"/>
          <ac:inkMkLst>
            <pc:docMk/>
            <pc:sldMk cId="3663390627" sldId="281"/>
            <ac:inkMk id="9" creationId="{A73D8009-BCD7-9705-7F2E-3F0E6DA9D6D2}"/>
          </ac:inkMkLst>
        </pc:inkChg>
        <pc:inkChg chg="add del">
          <ac:chgData name="Esraa Mohamed" userId="32a53f8955a3383c" providerId="LiveId" clId="{F10043CA-7E0C-4C5B-B8AD-80B51C33A480}" dt="2026-09-01T09:09:17.953" v="878"/>
          <ac:inkMkLst>
            <pc:docMk/>
            <pc:sldMk cId="3663390627" sldId="281"/>
            <ac:inkMk id="11" creationId="{CD400B4C-2C94-714C-7D8C-19B537DEB3EC}"/>
          </ac:inkMkLst>
        </pc:inkChg>
        <pc:inkChg chg="add del">
          <ac:chgData name="Esraa Mohamed" userId="32a53f8955a3383c" providerId="LiveId" clId="{F10043CA-7E0C-4C5B-B8AD-80B51C33A480}" dt="2026-09-01T09:09:19.658" v="883"/>
          <ac:inkMkLst>
            <pc:docMk/>
            <pc:sldMk cId="3663390627" sldId="281"/>
            <ac:inkMk id="13" creationId="{B2747D7D-D130-3263-EFC8-06A278369696}"/>
          </ac:inkMkLst>
        </pc:inkChg>
        <pc:inkChg chg="add del">
          <ac:chgData name="Esraa Mohamed" userId="32a53f8955a3383c" providerId="LiveId" clId="{F10043CA-7E0C-4C5B-B8AD-80B51C33A480}" dt="2026-09-01T09:09:07.492" v="877"/>
          <ac:inkMkLst>
            <pc:docMk/>
            <pc:sldMk cId="3663390627" sldId="281"/>
            <ac:inkMk id="14" creationId="{D1C8D3A4-4A44-FFA5-BC44-425070931867}"/>
          </ac:inkMkLst>
        </pc:inkChg>
        <pc:inkChg chg="add del">
          <ac:chgData name="Esraa Mohamed" userId="32a53f8955a3383c" providerId="LiveId" clId="{F10043CA-7E0C-4C5B-B8AD-80B51C33A480}" dt="2026-09-01T09:09:17.953" v="879"/>
          <ac:inkMkLst>
            <pc:docMk/>
            <pc:sldMk cId="3663390627" sldId="281"/>
            <ac:inkMk id="15" creationId="{A52A26EE-6D79-F457-5CA5-068715705600}"/>
          </ac:inkMkLst>
        </pc:inkChg>
        <pc:inkChg chg="add del">
          <ac:chgData name="Esraa Mohamed" userId="32a53f8955a3383c" providerId="LiveId" clId="{F10043CA-7E0C-4C5B-B8AD-80B51C33A480}" dt="2026-09-01T09:09:26.240" v="885"/>
          <ac:inkMkLst>
            <pc:docMk/>
            <pc:sldMk cId="3663390627" sldId="281"/>
            <ac:inkMk id="16" creationId="{307ECD2D-5C82-6A82-1A7E-79DF40E89234}"/>
          </ac:inkMkLst>
        </pc:inkChg>
        <pc:inkChg chg="add">
          <ac:chgData name="Esraa Mohamed" userId="32a53f8955a3383c" providerId="LiveId" clId="{F10043CA-7E0C-4C5B-B8AD-80B51C33A480}" dt="2026-09-01T09:09:26.240" v="885"/>
          <ac:inkMkLst>
            <pc:docMk/>
            <pc:sldMk cId="3663390627" sldId="281"/>
            <ac:inkMk id="17" creationId="{2B048923-C2D4-D459-E925-6F1323553599}"/>
          </ac:inkMkLst>
        </pc:inkChg>
        <pc:inkChg chg="add">
          <ac:chgData name="Esraa Mohamed" userId="32a53f8955a3383c" providerId="LiveId" clId="{F10043CA-7E0C-4C5B-B8AD-80B51C33A480}" dt="2026-09-01T09:09:31.373" v="886" actId="9405"/>
          <ac:inkMkLst>
            <pc:docMk/>
            <pc:sldMk cId="3663390627" sldId="281"/>
            <ac:inkMk id="18" creationId="{0B0B2775-AED1-44EE-FC34-BEE29FF4148D}"/>
          </ac:inkMkLst>
        </pc:inkChg>
        <pc:inkChg chg="add">
          <ac:chgData name="Esraa Mohamed" userId="32a53f8955a3383c" providerId="LiveId" clId="{F10043CA-7E0C-4C5B-B8AD-80B51C33A480}" dt="2026-09-01T09:09:41.127" v="887" actId="9405"/>
          <ac:inkMkLst>
            <pc:docMk/>
            <pc:sldMk cId="3663390627" sldId="281"/>
            <ac:inkMk id="19" creationId="{D13C85E2-765A-90BC-126A-043F9B058F23}"/>
          </ac:inkMkLst>
        </pc:inkChg>
        <pc:inkChg chg="add">
          <ac:chgData name="Esraa Mohamed" userId="32a53f8955a3383c" providerId="LiveId" clId="{F10043CA-7E0C-4C5B-B8AD-80B51C33A480}" dt="2026-09-01T09:09:42.479" v="888" actId="9405"/>
          <ac:inkMkLst>
            <pc:docMk/>
            <pc:sldMk cId="3663390627" sldId="281"/>
            <ac:inkMk id="20" creationId="{561ED4DB-DCCD-A8CF-89DC-DEBAC2535405}"/>
          </ac:inkMkLst>
        </pc:inkChg>
        <pc:inkChg chg="add">
          <ac:chgData name="Esraa Mohamed" userId="32a53f8955a3383c" providerId="LiveId" clId="{F10043CA-7E0C-4C5B-B8AD-80B51C33A480}" dt="2026-09-01T09:09:43.792" v="889" actId="9405"/>
          <ac:inkMkLst>
            <pc:docMk/>
            <pc:sldMk cId="3663390627" sldId="281"/>
            <ac:inkMk id="21" creationId="{846A5B05-BCDD-92A9-CB5A-F6FB024A9ABD}"/>
          </ac:inkMkLst>
        </pc:inkChg>
      </pc:sldChg>
      <pc:sldChg chg="addSp delSp modSp new mod setBg">
        <pc:chgData name="Esraa Mohamed" userId="32a53f8955a3383c" providerId="LiveId" clId="{F10043CA-7E0C-4C5B-B8AD-80B51C33A480}" dt="2026-09-01T09:11:56.238" v="937" actId="9405"/>
        <pc:sldMkLst>
          <pc:docMk/>
          <pc:sldMk cId="1700983914" sldId="282"/>
        </pc:sldMkLst>
        <pc:spChg chg="mod">
          <ac:chgData name="Esraa Mohamed" userId="32a53f8955a3383c" providerId="LiveId" clId="{F10043CA-7E0C-4C5B-B8AD-80B51C33A480}" dt="2026-08-31T20:53:11.142" v="230" actId="26606"/>
          <ac:spMkLst>
            <pc:docMk/>
            <pc:sldMk cId="1700983914" sldId="282"/>
            <ac:spMk id="2" creationId="{AC0FFFCF-9E78-B474-0D7A-FD85700A4F33}"/>
          </ac:spMkLst>
        </pc:spChg>
        <pc:spChg chg="mod">
          <ac:chgData name="Esraa Mohamed" userId="32a53f8955a3383c" providerId="LiveId" clId="{F10043CA-7E0C-4C5B-B8AD-80B51C33A480}" dt="2026-08-31T20:53:11.142" v="230" actId="26606"/>
          <ac:spMkLst>
            <pc:docMk/>
            <pc:sldMk cId="1700983914" sldId="282"/>
            <ac:spMk id="3" creationId="{C7A59DCF-4B34-6E68-4348-AB875AE9EE19}"/>
          </ac:spMkLst>
        </pc:spChg>
        <pc:spChg chg="add del">
          <ac:chgData name="Esraa Mohamed" userId="32a53f8955a3383c" providerId="LiveId" clId="{F10043CA-7E0C-4C5B-B8AD-80B51C33A480}" dt="2026-08-31T20:53:11.125" v="229" actId="26606"/>
          <ac:spMkLst>
            <pc:docMk/>
            <pc:sldMk cId="1700983914" sldId="282"/>
            <ac:spMk id="8" creationId="{3B1FBD85-8991-2A31-6956-1A07186D5C91}"/>
          </ac:spMkLst>
        </pc:spChg>
        <pc:spChg chg="add del">
          <ac:chgData name="Esraa Mohamed" userId="32a53f8955a3383c" providerId="LiveId" clId="{F10043CA-7E0C-4C5B-B8AD-80B51C33A480}" dt="2026-08-31T20:53:11.125" v="229" actId="26606"/>
          <ac:spMkLst>
            <pc:docMk/>
            <pc:sldMk cId="1700983914" sldId="282"/>
            <ac:spMk id="10" creationId="{D252BC7B-4F7B-6E34-71DB-D06EFE32DC26}"/>
          </ac:spMkLst>
        </pc:spChg>
        <pc:spChg chg="add del">
          <ac:chgData name="Esraa Mohamed" userId="32a53f8955a3383c" providerId="LiveId" clId="{F10043CA-7E0C-4C5B-B8AD-80B51C33A480}" dt="2026-08-31T20:53:11.125" v="229" actId="26606"/>
          <ac:spMkLst>
            <pc:docMk/>
            <pc:sldMk cId="1700983914" sldId="282"/>
            <ac:spMk id="12" creationId="{12F97F52-C578-5AB2-B699-50008FCBA822}"/>
          </ac:spMkLst>
        </pc:spChg>
        <pc:spChg chg="add">
          <ac:chgData name="Esraa Mohamed" userId="32a53f8955a3383c" providerId="LiveId" clId="{F10043CA-7E0C-4C5B-B8AD-80B51C33A480}" dt="2026-08-31T20:53:11.142" v="230" actId="26606"/>
          <ac:spMkLst>
            <pc:docMk/>
            <pc:sldMk cId="1700983914" sldId="282"/>
            <ac:spMk id="14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0:53:11.142" v="230" actId="26606"/>
          <ac:spMkLst>
            <pc:docMk/>
            <pc:sldMk cId="1700983914" sldId="282"/>
            <ac:spMk id="15" creationId="{D5B0017B-2ECA-49AF-B397-DC140825DF8D}"/>
          </ac:spMkLst>
        </pc:spChg>
        <pc:grpChg chg="mod">
          <ac:chgData name="Esraa Mohamed" userId="32a53f8955a3383c" providerId="LiveId" clId="{F10043CA-7E0C-4C5B-B8AD-80B51C33A480}" dt="2026-09-01T09:10:42.249" v="896"/>
          <ac:grpSpMkLst>
            <pc:docMk/>
            <pc:sldMk cId="1700983914" sldId="282"/>
            <ac:grpSpMk id="10" creationId="{EDBD9EAF-B680-4FB8-16BE-AE128D947975}"/>
          </ac:grpSpMkLst>
        </pc:grpChg>
        <pc:grpChg chg="add">
          <ac:chgData name="Esraa Mohamed" userId="32a53f8955a3383c" providerId="LiveId" clId="{F10043CA-7E0C-4C5B-B8AD-80B51C33A480}" dt="2026-08-31T20:53:11.142" v="230" actId="26606"/>
          <ac:grpSpMkLst>
            <pc:docMk/>
            <pc:sldMk cId="1700983914" sldId="282"/>
            <ac:grpSpMk id="16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9-01T09:11:13.994" v="911"/>
          <ac:grpSpMkLst>
            <pc:docMk/>
            <pc:sldMk cId="1700983914" sldId="282"/>
            <ac:grpSpMk id="29" creationId="{0B41D850-4CE2-3E40-2C0F-AF712857266B}"/>
          </ac:grpSpMkLst>
        </pc:grpChg>
        <pc:grpChg chg="del mod">
          <ac:chgData name="Esraa Mohamed" userId="32a53f8955a3383c" providerId="LiveId" clId="{F10043CA-7E0C-4C5B-B8AD-80B51C33A480}" dt="2026-09-01T09:11:18.013" v="913"/>
          <ac:grpSpMkLst>
            <pc:docMk/>
            <pc:sldMk cId="1700983914" sldId="282"/>
            <ac:grpSpMk id="31" creationId="{E9A41710-B84E-D489-5DF7-70C9F50CBFEB}"/>
          </ac:grpSpMkLst>
        </pc:grpChg>
        <pc:grpChg chg="mod">
          <ac:chgData name="Esraa Mohamed" userId="32a53f8955a3383c" providerId="LiveId" clId="{F10043CA-7E0C-4C5B-B8AD-80B51C33A480}" dt="2026-09-01T09:11:18.013" v="913"/>
          <ac:grpSpMkLst>
            <pc:docMk/>
            <pc:sldMk cId="1700983914" sldId="282"/>
            <ac:grpSpMk id="33" creationId="{C2822EBE-A2D4-67FD-6695-2E8B2A08F1A1}"/>
          </ac:grpSpMkLst>
        </pc:grpChg>
        <pc:grpChg chg="del mod">
          <ac:chgData name="Esraa Mohamed" userId="32a53f8955a3383c" providerId="LiveId" clId="{F10043CA-7E0C-4C5B-B8AD-80B51C33A480}" dt="2026-09-01T09:11:40.539" v="928"/>
          <ac:grpSpMkLst>
            <pc:docMk/>
            <pc:sldMk cId="1700983914" sldId="282"/>
            <ac:grpSpMk id="44" creationId="{E7172DDA-E070-88E3-162C-E52E3B8D004D}"/>
          </ac:grpSpMkLst>
        </pc:grpChg>
        <pc:grpChg chg="del mod">
          <ac:chgData name="Esraa Mohamed" userId="32a53f8955a3383c" providerId="LiveId" clId="{F10043CA-7E0C-4C5B-B8AD-80B51C33A480}" dt="2026-09-01T09:11:40.539" v="928"/>
          <ac:grpSpMkLst>
            <pc:docMk/>
            <pc:sldMk cId="1700983914" sldId="282"/>
            <ac:grpSpMk id="46" creationId="{95366B93-07BB-D527-BAEA-88CE82E27837}"/>
          </ac:grpSpMkLst>
        </pc:grpChg>
        <pc:grpChg chg="del mod">
          <ac:chgData name="Esraa Mohamed" userId="32a53f8955a3383c" providerId="LiveId" clId="{F10043CA-7E0C-4C5B-B8AD-80B51C33A480}" dt="2026-09-01T09:11:42.555" v="930"/>
          <ac:grpSpMkLst>
            <pc:docMk/>
            <pc:sldMk cId="1700983914" sldId="282"/>
            <ac:grpSpMk id="48" creationId="{FFCBF938-5C56-66EF-247A-FD526D77FAB8}"/>
          </ac:grpSpMkLst>
        </pc:grpChg>
        <pc:grpChg chg="mod">
          <ac:chgData name="Esraa Mohamed" userId="32a53f8955a3383c" providerId="LiveId" clId="{F10043CA-7E0C-4C5B-B8AD-80B51C33A480}" dt="2026-09-01T09:11:42.555" v="930"/>
          <ac:grpSpMkLst>
            <pc:docMk/>
            <pc:sldMk cId="1700983914" sldId="282"/>
            <ac:grpSpMk id="50" creationId="{5AAA3DDB-5EE3-3545-D55B-577A2ABE0F2E}"/>
          </ac:grpSpMkLst>
        </pc:grpChg>
        <pc:inkChg chg="add del">
          <ac:chgData name="Esraa Mohamed" userId="32a53f8955a3383c" providerId="LiveId" clId="{F10043CA-7E0C-4C5B-B8AD-80B51C33A480}" dt="2026-09-01T09:10:23.615" v="891"/>
          <ac:inkMkLst>
            <pc:docMk/>
            <pc:sldMk cId="1700983914" sldId="282"/>
            <ac:inkMk id="4" creationId="{4A2349D2-7D93-374E-51F2-8DD54EDD39BA}"/>
          </ac:inkMkLst>
        </pc:inkChg>
        <pc:inkChg chg="add">
          <ac:chgData name="Esraa Mohamed" userId="32a53f8955a3383c" providerId="LiveId" clId="{F10043CA-7E0C-4C5B-B8AD-80B51C33A480}" dt="2026-09-01T09:10:23.615" v="891"/>
          <ac:inkMkLst>
            <pc:docMk/>
            <pc:sldMk cId="1700983914" sldId="282"/>
            <ac:inkMk id="5" creationId="{67024C14-005D-1EE3-95CF-0E646A810294}"/>
          </ac:inkMkLst>
        </pc:inkChg>
        <pc:inkChg chg="add">
          <ac:chgData name="Esraa Mohamed" userId="32a53f8955a3383c" providerId="LiveId" clId="{F10043CA-7E0C-4C5B-B8AD-80B51C33A480}" dt="2026-09-01T09:10:32.641" v="892" actId="9405"/>
          <ac:inkMkLst>
            <pc:docMk/>
            <pc:sldMk cId="1700983914" sldId="282"/>
            <ac:inkMk id="6" creationId="{826ECBA1-863B-877A-D861-7AF7C4B6C208}"/>
          </ac:inkMkLst>
        </pc:inkChg>
        <pc:inkChg chg="add">
          <ac:chgData name="Esraa Mohamed" userId="32a53f8955a3383c" providerId="LiveId" clId="{F10043CA-7E0C-4C5B-B8AD-80B51C33A480}" dt="2026-09-01T09:10:35.008" v="893" actId="9405"/>
          <ac:inkMkLst>
            <pc:docMk/>
            <pc:sldMk cId="1700983914" sldId="282"/>
            <ac:inkMk id="7" creationId="{6E6B6D09-C9F5-2B19-5508-F499A3E16AC6}"/>
          </ac:inkMkLst>
        </pc:inkChg>
        <pc:inkChg chg="add mod">
          <ac:chgData name="Esraa Mohamed" userId="32a53f8955a3383c" providerId="LiveId" clId="{F10043CA-7E0C-4C5B-B8AD-80B51C33A480}" dt="2026-09-01T09:10:42.249" v="896"/>
          <ac:inkMkLst>
            <pc:docMk/>
            <pc:sldMk cId="1700983914" sldId="282"/>
            <ac:inkMk id="8" creationId="{F9EE5099-A788-7F4D-573E-3A06AE22F628}"/>
          </ac:inkMkLst>
        </pc:inkChg>
        <pc:inkChg chg="add mod">
          <ac:chgData name="Esraa Mohamed" userId="32a53f8955a3383c" providerId="LiveId" clId="{F10043CA-7E0C-4C5B-B8AD-80B51C33A480}" dt="2026-09-01T09:10:42.249" v="896"/>
          <ac:inkMkLst>
            <pc:docMk/>
            <pc:sldMk cId="1700983914" sldId="282"/>
            <ac:inkMk id="9" creationId="{4AAE9BA6-34D2-ECCF-B3CF-6452FE09446C}"/>
          </ac:inkMkLst>
        </pc:inkChg>
        <pc:inkChg chg="add">
          <ac:chgData name="Esraa Mohamed" userId="32a53f8955a3383c" providerId="LiveId" clId="{F10043CA-7E0C-4C5B-B8AD-80B51C33A480}" dt="2026-09-01T09:10:47.246" v="897" actId="9405"/>
          <ac:inkMkLst>
            <pc:docMk/>
            <pc:sldMk cId="1700983914" sldId="282"/>
            <ac:inkMk id="12" creationId="{60A38490-2F29-D583-BBB9-B0D05F98E173}"/>
          </ac:inkMkLst>
        </pc:inkChg>
        <pc:inkChg chg="add del">
          <ac:chgData name="Esraa Mohamed" userId="32a53f8955a3383c" providerId="LiveId" clId="{F10043CA-7E0C-4C5B-B8AD-80B51C33A480}" dt="2026-09-01T09:10:49.381" v="899"/>
          <ac:inkMkLst>
            <pc:docMk/>
            <pc:sldMk cId="1700983914" sldId="282"/>
            <ac:inkMk id="19" creationId="{241C120D-88BC-18F8-E363-2F7911B49215}"/>
          </ac:inkMkLst>
        </pc:inkChg>
        <pc:inkChg chg="add">
          <ac:chgData name="Esraa Mohamed" userId="32a53f8955a3383c" providerId="LiveId" clId="{F10043CA-7E0C-4C5B-B8AD-80B51C33A480}" dt="2026-09-01T09:10:49.381" v="899"/>
          <ac:inkMkLst>
            <pc:docMk/>
            <pc:sldMk cId="1700983914" sldId="282"/>
            <ac:inkMk id="20" creationId="{CE7FC644-E0FE-B3F0-4375-BB5FBD4F0B78}"/>
          </ac:inkMkLst>
        </pc:inkChg>
        <pc:inkChg chg="add">
          <ac:chgData name="Esraa Mohamed" userId="32a53f8955a3383c" providerId="LiveId" clId="{F10043CA-7E0C-4C5B-B8AD-80B51C33A480}" dt="2026-09-01T09:10:57.694" v="900" actId="9405"/>
          <ac:inkMkLst>
            <pc:docMk/>
            <pc:sldMk cId="1700983914" sldId="282"/>
            <ac:inkMk id="21" creationId="{33A93351-45BF-D1DA-732E-AC8F6D35DF68}"/>
          </ac:inkMkLst>
        </pc:inkChg>
        <pc:inkChg chg="add">
          <ac:chgData name="Esraa Mohamed" userId="32a53f8955a3383c" providerId="LiveId" clId="{F10043CA-7E0C-4C5B-B8AD-80B51C33A480}" dt="2026-09-01T09:10:59.395" v="901" actId="9405"/>
          <ac:inkMkLst>
            <pc:docMk/>
            <pc:sldMk cId="1700983914" sldId="282"/>
            <ac:inkMk id="22" creationId="{ADE1313B-BF73-CEDE-9212-798891F05EA2}"/>
          </ac:inkMkLst>
        </pc:inkChg>
        <pc:inkChg chg="add">
          <ac:chgData name="Esraa Mohamed" userId="32a53f8955a3383c" providerId="LiveId" clId="{F10043CA-7E0C-4C5B-B8AD-80B51C33A480}" dt="2026-09-01T09:11:01.994" v="902" actId="9405"/>
          <ac:inkMkLst>
            <pc:docMk/>
            <pc:sldMk cId="1700983914" sldId="282"/>
            <ac:inkMk id="23" creationId="{EECAD262-44E6-5B81-3F92-BC1781869676}"/>
          </ac:inkMkLst>
        </pc:inkChg>
        <pc:inkChg chg="add">
          <ac:chgData name="Esraa Mohamed" userId="32a53f8955a3383c" providerId="LiveId" clId="{F10043CA-7E0C-4C5B-B8AD-80B51C33A480}" dt="2026-09-01T09:11:06.018" v="903" actId="9405"/>
          <ac:inkMkLst>
            <pc:docMk/>
            <pc:sldMk cId="1700983914" sldId="282"/>
            <ac:inkMk id="24" creationId="{BF021F59-1A5F-1266-6DCA-CD5CE0B62C60}"/>
          </ac:inkMkLst>
        </pc:inkChg>
        <pc:inkChg chg="add del">
          <ac:chgData name="Esraa Mohamed" userId="32a53f8955a3383c" providerId="LiveId" clId="{F10043CA-7E0C-4C5B-B8AD-80B51C33A480}" dt="2026-09-01T09:11:07.639" v="905"/>
          <ac:inkMkLst>
            <pc:docMk/>
            <pc:sldMk cId="1700983914" sldId="282"/>
            <ac:inkMk id="25" creationId="{ACA7BE66-B139-539E-1BA9-99BA7E9EDF3C}"/>
          </ac:inkMkLst>
        </pc:inkChg>
        <pc:inkChg chg="add mod">
          <ac:chgData name="Esraa Mohamed" userId="32a53f8955a3383c" providerId="LiveId" clId="{F10043CA-7E0C-4C5B-B8AD-80B51C33A480}" dt="2026-09-01T09:11:08.441" v="906"/>
          <ac:inkMkLst>
            <pc:docMk/>
            <pc:sldMk cId="1700983914" sldId="282"/>
            <ac:inkMk id="26" creationId="{1D2141B3-2428-EC6E-BBBF-2EE1DA10E1FA}"/>
          </ac:inkMkLst>
        </pc:inkChg>
        <pc:inkChg chg="add mod">
          <ac:chgData name="Esraa Mohamed" userId="32a53f8955a3383c" providerId="LiveId" clId="{F10043CA-7E0C-4C5B-B8AD-80B51C33A480}" dt="2026-09-01T09:11:18.013" v="913"/>
          <ac:inkMkLst>
            <pc:docMk/>
            <pc:sldMk cId="1700983914" sldId="282"/>
            <ac:inkMk id="27" creationId="{D87AA406-9DD0-C078-9533-C2FDF441EE9E}"/>
          </ac:inkMkLst>
        </pc:inkChg>
        <pc:inkChg chg="add mod">
          <ac:chgData name="Esraa Mohamed" userId="32a53f8955a3383c" providerId="LiveId" clId="{F10043CA-7E0C-4C5B-B8AD-80B51C33A480}" dt="2026-09-01T09:11:18.013" v="913"/>
          <ac:inkMkLst>
            <pc:docMk/>
            <pc:sldMk cId="1700983914" sldId="282"/>
            <ac:inkMk id="28" creationId="{D9A10A09-B03D-308E-861E-A91ED8CC43CC}"/>
          </ac:inkMkLst>
        </pc:inkChg>
        <pc:inkChg chg="add mod">
          <ac:chgData name="Esraa Mohamed" userId="32a53f8955a3383c" providerId="LiveId" clId="{F10043CA-7E0C-4C5B-B8AD-80B51C33A480}" dt="2026-09-01T09:11:18.013" v="913"/>
          <ac:inkMkLst>
            <pc:docMk/>
            <pc:sldMk cId="1700983914" sldId="282"/>
            <ac:inkMk id="30" creationId="{2A00505D-D3AF-8C02-BEA2-14E326051A6D}"/>
          </ac:inkMkLst>
        </pc:inkChg>
        <pc:inkChg chg="add mod">
          <ac:chgData name="Esraa Mohamed" userId="32a53f8955a3383c" providerId="LiveId" clId="{F10043CA-7E0C-4C5B-B8AD-80B51C33A480}" dt="2026-09-01T09:11:18.013" v="913"/>
          <ac:inkMkLst>
            <pc:docMk/>
            <pc:sldMk cId="1700983914" sldId="282"/>
            <ac:inkMk id="32" creationId="{C9412621-BDAD-047A-172A-DE933681334F}"/>
          </ac:inkMkLst>
        </pc:inkChg>
        <pc:inkChg chg="add">
          <ac:chgData name="Esraa Mohamed" userId="32a53f8955a3383c" providerId="LiveId" clId="{F10043CA-7E0C-4C5B-B8AD-80B51C33A480}" dt="2026-09-01T09:11:18.023" v="914" actId="9405"/>
          <ac:inkMkLst>
            <pc:docMk/>
            <pc:sldMk cId="1700983914" sldId="282"/>
            <ac:inkMk id="34" creationId="{F512484F-3C0A-ED6C-59B4-2645DD16D56C}"/>
          </ac:inkMkLst>
        </pc:inkChg>
        <pc:inkChg chg="add mod">
          <ac:chgData name="Esraa Mohamed" userId="32a53f8955a3383c" providerId="LiveId" clId="{F10043CA-7E0C-4C5B-B8AD-80B51C33A480}" dt="2026-09-01T09:11:36.751" v="924"/>
          <ac:inkMkLst>
            <pc:docMk/>
            <pc:sldMk cId="1700983914" sldId="282"/>
            <ac:inkMk id="35" creationId="{6619E9C8-D1B0-4B0E-068E-A62E2A6FEF75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36" creationId="{002054B9-86A2-49C6-A4E5-86E3B2F79E4F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37" creationId="{661E6728-F39C-4EBB-C992-7C75B8F9BD05}"/>
          </ac:inkMkLst>
        </pc:inkChg>
        <pc:inkChg chg="add mod">
          <ac:chgData name="Esraa Mohamed" userId="32a53f8955a3383c" providerId="LiveId" clId="{F10043CA-7E0C-4C5B-B8AD-80B51C33A480}" dt="2026-09-01T09:11:36.751" v="924"/>
          <ac:inkMkLst>
            <pc:docMk/>
            <pc:sldMk cId="1700983914" sldId="282"/>
            <ac:inkMk id="38" creationId="{479BEADB-3DAC-7DF7-E6C5-3F0F97A653D8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39" creationId="{DABD2D09-3423-0803-8217-9F1FA424C080}"/>
          </ac:inkMkLst>
        </pc:inkChg>
        <pc:inkChg chg="add mod">
          <ac:chgData name="Esraa Mohamed" userId="32a53f8955a3383c" providerId="LiveId" clId="{F10043CA-7E0C-4C5B-B8AD-80B51C33A480}" dt="2026-09-01T09:11:36.751" v="924"/>
          <ac:inkMkLst>
            <pc:docMk/>
            <pc:sldMk cId="1700983914" sldId="282"/>
            <ac:inkMk id="40" creationId="{4B4ECE45-318F-ACA5-3434-150DA28EC24D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41" creationId="{AB812E00-3785-D32B-1B54-37E297ECBDA0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42" creationId="{96C3E571-918F-1977-9858-F6CAA770797C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43" creationId="{672D5D7F-B6FB-3B90-299C-F9A848335D6D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45" creationId="{9B66E60A-ED9E-FC39-1151-455EB61298DE}"/>
          </ac:inkMkLst>
        </pc:inkChg>
        <pc:inkChg chg="add mod">
          <ac:chgData name="Esraa Mohamed" userId="32a53f8955a3383c" providerId="LiveId" clId="{F10043CA-7E0C-4C5B-B8AD-80B51C33A480}" dt="2026-09-01T09:11:42.555" v="930"/>
          <ac:inkMkLst>
            <pc:docMk/>
            <pc:sldMk cId="1700983914" sldId="282"/>
            <ac:inkMk id="47" creationId="{485776D4-F7BB-1FED-9A86-96AB7E3AB779}"/>
          </ac:inkMkLst>
        </pc:inkChg>
        <pc:inkChg chg="add">
          <ac:chgData name="Esraa Mohamed" userId="32a53f8955a3383c" providerId="LiveId" clId="{F10043CA-7E0C-4C5B-B8AD-80B51C33A480}" dt="2026-09-01T09:11:41.604" v="929" actId="9405"/>
          <ac:inkMkLst>
            <pc:docMk/>
            <pc:sldMk cId="1700983914" sldId="282"/>
            <ac:inkMk id="49" creationId="{E973B679-6B8D-1CA8-0962-ACD5EF91E0CC}"/>
          </ac:inkMkLst>
        </pc:inkChg>
        <pc:inkChg chg="add">
          <ac:chgData name="Esraa Mohamed" userId="32a53f8955a3383c" providerId="LiveId" clId="{F10043CA-7E0C-4C5B-B8AD-80B51C33A480}" dt="2026-09-01T09:11:44.120" v="931" actId="9405"/>
          <ac:inkMkLst>
            <pc:docMk/>
            <pc:sldMk cId="1700983914" sldId="282"/>
            <ac:inkMk id="51" creationId="{78A8A57C-740C-70AF-8EED-0E29DBED064C}"/>
          </ac:inkMkLst>
        </pc:inkChg>
        <pc:inkChg chg="add">
          <ac:chgData name="Esraa Mohamed" userId="32a53f8955a3383c" providerId="LiveId" clId="{F10043CA-7E0C-4C5B-B8AD-80B51C33A480}" dt="2026-09-01T09:11:45.867" v="932" actId="9405"/>
          <ac:inkMkLst>
            <pc:docMk/>
            <pc:sldMk cId="1700983914" sldId="282"/>
            <ac:inkMk id="52" creationId="{586983DD-944B-9C4E-C70D-50FD7C00E1A0}"/>
          </ac:inkMkLst>
        </pc:inkChg>
        <pc:inkChg chg="add del">
          <ac:chgData name="Esraa Mohamed" userId="32a53f8955a3383c" providerId="LiveId" clId="{F10043CA-7E0C-4C5B-B8AD-80B51C33A480}" dt="2026-09-01T09:11:48.535" v="934"/>
          <ac:inkMkLst>
            <pc:docMk/>
            <pc:sldMk cId="1700983914" sldId="282"/>
            <ac:inkMk id="53" creationId="{75F8B565-DD96-8762-D9B0-6F98E461B559}"/>
          </ac:inkMkLst>
        </pc:inkChg>
        <pc:inkChg chg="add mod">
          <ac:chgData name="Esraa Mohamed" userId="32a53f8955a3383c" providerId="LiveId" clId="{F10043CA-7E0C-4C5B-B8AD-80B51C33A480}" dt="2026-09-01T09:11:49.362" v="935"/>
          <ac:inkMkLst>
            <pc:docMk/>
            <pc:sldMk cId="1700983914" sldId="282"/>
            <ac:inkMk id="54" creationId="{71ABE99A-07FD-F7C1-F942-52E2728F53E3}"/>
          </ac:inkMkLst>
        </pc:inkChg>
        <pc:inkChg chg="add">
          <ac:chgData name="Esraa Mohamed" userId="32a53f8955a3383c" providerId="LiveId" clId="{F10043CA-7E0C-4C5B-B8AD-80B51C33A480}" dt="2026-09-01T09:11:50.531" v="936" actId="9405"/>
          <ac:inkMkLst>
            <pc:docMk/>
            <pc:sldMk cId="1700983914" sldId="282"/>
            <ac:inkMk id="55" creationId="{EE7FBB13-C9FB-BB50-C1FC-AD549D2094E2}"/>
          </ac:inkMkLst>
        </pc:inkChg>
        <pc:inkChg chg="add">
          <ac:chgData name="Esraa Mohamed" userId="32a53f8955a3383c" providerId="LiveId" clId="{F10043CA-7E0C-4C5B-B8AD-80B51C33A480}" dt="2026-09-01T09:11:56.238" v="937" actId="9405"/>
          <ac:inkMkLst>
            <pc:docMk/>
            <pc:sldMk cId="1700983914" sldId="282"/>
            <ac:inkMk id="56" creationId="{8ABA6AF9-BD5A-3211-05E4-D048200816BB}"/>
          </ac:inkMkLst>
        </pc:inkChg>
        <pc:cxnChg chg="add">
          <ac:chgData name="Esraa Mohamed" userId="32a53f8955a3383c" providerId="LiveId" clId="{F10043CA-7E0C-4C5B-B8AD-80B51C33A480}" dt="2026-08-31T20:53:11.142" v="230" actId="26606"/>
          <ac:cxnSpMkLst>
            <pc:docMk/>
            <pc:sldMk cId="1700983914" sldId="282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9:16:18.086" v="956" actId="9405"/>
        <pc:sldMkLst>
          <pc:docMk/>
          <pc:sldMk cId="3994093845" sldId="283"/>
        </pc:sldMkLst>
        <pc:spChg chg="mod">
          <ac:chgData name="Esraa Mohamed" userId="32a53f8955a3383c" providerId="LiveId" clId="{F10043CA-7E0C-4C5B-B8AD-80B51C33A480}" dt="2026-08-31T20:55:33.404" v="239" actId="26606"/>
          <ac:spMkLst>
            <pc:docMk/>
            <pc:sldMk cId="3994093845" sldId="283"/>
            <ac:spMk id="2" creationId="{AB405714-146C-81CC-28A9-45864F8275D5}"/>
          </ac:spMkLst>
        </pc:spChg>
        <pc:spChg chg="mod">
          <ac:chgData name="Esraa Mohamed" userId="32a53f8955a3383c" providerId="LiveId" clId="{F10043CA-7E0C-4C5B-B8AD-80B51C33A480}" dt="2026-08-31T20:55:33.404" v="239" actId="26606"/>
          <ac:spMkLst>
            <pc:docMk/>
            <pc:sldMk cId="3994093845" sldId="283"/>
            <ac:spMk id="3" creationId="{69A71219-E02B-9B13-2E6D-BAAD549C6846}"/>
          </ac:spMkLst>
        </pc:spChg>
        <pc:spChg chg="add">
          <ac:chgData name="Esraa Mohamed" userId="32a53f8955a3383c" providerId="LiveId" clId="{F10043CA-7E0C-4C5B-B8AD-80B51C33A480}" dt="2026-08-31T20:55:33.404" v="239" actId="26606"/>
          <ac:spMkLst>
            <pc:docMk/>
            <pc:sldMk cId="3994093845" sldId="283"/>
            <ac:spMk id="10" creationId="{AF6CB648-9554-488A-B457-99CAAD1DA528}"/>
          </ac:spMkLst>
        </pc:spChg>
        <pc:spChg chg="add">
          <ac:chgData name="Esraa Mohamed" userId="32a53f8955a3383c" providerId="LiveId" clId="{F10043CA-7E0C-4C5B-B8AD-80B51C33A480}" dt="2026-08-31T20:55:33.404" v="239" actId="26606"/>
          <ac:spMkLst>
            <pc:docMk/>
            <pc:sldMk cId="3994093845" sldId="283"/>
            <ac:spMk id="12" creationId="{E3ADCBE7-9330-1CDA-00EB-CDD12DB722FF}"/>
          </ac:spMkLst>
        </pc:spChg>
        <pc:grpChg chg="mod">
          <ac:chgData name="Esraa Mohamed" userId="32a53f8955a3383c" providerId="LiveId" clId="{F10043CA-7E0C-4C5B-B8AD-80B51C33A480}" dt="2026-09-01T09:12:58.329" v="944"/>
          <ac:grpSpMkLst>
            <pc:docMk/>
            <pc:sldMk cId="3994093845" sldId="283"/>
            <ac:grpSpMk id="11" creationId="{8C214F2D-4AF1-4DEC-DEA4-D06613C63E81}"/>
          </ac:grpSpMkLst>
        </pc:grpChg>
        <pc:grpChg chg="mod">
          <ac:chgData name="Esraa Mohamed" userId="32a53f8955a3383c" providerId="LiveId" clId="{F10043CA-7E0C-4C5B-B8AD-80B51C33A480}" dt="2026-09-01T09:13:04.346" v="948"/>
          <ac:grpSpMkLst>
            <pc:docMk/>
            <pc:sldMk cId="3994093845" sldId="283"/>
            <ac:grpSpMk id="16" creationId="{6FAB5179-478A-9F92-78A5-13FAA73FE263}"/>
          </ac:grpSpMkLst>
        </pc:grpChg>
        <pc:picChg chg="add mod">
          <ac:chgData name="Esraa Mohamed" userId="32a53f8955a3383c" providerId="LiveId" clId="{F10043CA-7E0C-4C5B-B8AD-80B51C33A480}" dt="2026-08-31T20:55:33.404" v="239" actId="26606"/>
          <ac:picMkLst>
            <pc:docMk/>
            <pc:sldMk cId="3994093845" sldId="283"/>
            <ac:picMk id="5" creationId="{0078DB28-1826-4F62-5CA3-BE1F28194D42}"/>
          </ac:picMkLst>
        </pc:picChg>
        <pc:inkChg chg="add">
          <ac:chgData name="Esraa Mohamed" userId="32a53f8955a3383c" providerId="LiveId" clId="{F10043CA-7E0C-4C5B-B8AD-80B51C33A480}" dt="2026-09-01T09:12:24.923" v="938" actId="9405"/>
          <ac:inkMkLst>
            <pc:docMk/>
            <pc:sldMk cId="3994093845" sldId="283"/>
            <ac:inkMk id="4" creationId="{DA9A0769-46B2-8E7C-97AF-1DE3987D6F6E}"/>
          </ac:inkMkLst>
        </pc:inkChg>
        <pc:inkChg chg="add del">
          <ac:chgData name="Esraa Mohamed" userId="32a53f8955a3383c" providerId="LiveId" clId="{F10043CA-7E0C-4C5B-B8AD-80B51C33A480}" dt="2026-09-01T09:12:52.900" v="940"/>
          <ac:inkMkLst>
            <pc:docMk/>
            <pc:sldMk cId="3994093845" sldId="283"/>
            <ac:inkMk id="6" creationId="{4F891EC1-1C13-25F4-A510-CDD8F4B007DF}"/>
          </ac:inkMkLst>
        </pc:inkChg>
        <pc:inkChg chg="add mod">
          <ac:chgData name="Esraa Mohamed" userId="32a53f8955a3383c" providerId="LiveId" clId="{F10043CA-7E0C-4C5B-B8AD-80B51C33A480}" dt="2026-09-01T09:12:53.257" v="941"/>
          <ac:inkMkLst>
            <pc:docMk/>
            <pc:sldMk cId="3994093845" sldId="283"/>
            <ac:inkMk id="7" creationId="{53EC86AF-091D-ED69-5222-A6D7929E187A}"/>
          </ac:inkMkLst>
        </pc:inkChg>
        <pc:inkChg chg="add mod">
          <ac:chgData name="Esraa Mohamed" userId="32a53f8955a3383c" providerId="LiveId" clId="{F10043CA-7E0C-4C5B-B8AD-80B51C33A480}" dt="2026-09-01T09:12:58.329" v="944"/>
          <ac:inkMkLst>
            <pc:docMk/>
            <pc:sldMk cId="3994093845" sldId="283"/>
            <ac:inkMk id="8" creationId="{FC168A7C-3E1D-8F35-CD4F-0E54B2F01FF5}"/>
          </ac:inkMkLst>
        </pc:inkChg>
        <pc:inkChg chg="add mod">
          <ac:chgData name="Esraa Mohamed" userId="32a53f8955a3383c" providerId="LiveId" clId="{F10043CA-7E0C-4C5B-B8AD-80B51C33A480}" dt="2026-09-01T09:12:58.329" v="944"/>
          <ac:inkMkLst>
            <pc:docMk/>
            <pc:sldMk cId="3994093845" sldId="283"/>
            <ac:inkMk id="9" creationId="{BCD84C72-5815-CFA4-F3BA-F30FBC9CEA50}"/>
          </ac:inkMkLst>
        </pc:inkChg>
        <pc:inkChg chg="add">
          <ac:chgData name="Esraa Mohamed" userId="32a53f8955a3383c" providerId="LiveId" clId="{F10043CA-7E0C-4C5B-B8AD-80B51C33A480}" dt="2026-09-01T09:12:59.711" v="945" actId="9405"/>
          <ac:inkMkLst>
            <pc:docMk/>
            <pc:sldMk cId="3994093845" sldId="283"/>
            <ac:inkMk id="13" creationId="{1CC6748D-F85D-57C8-9F89-66B3E0552A4A}"/>
          </ac:inkMkLst>
        </pc:inkChg>
        <pc:inkChg chg="add mod">
          <ac:chgData name="Esraa Mohamed" userId="32a53f8955a3383c" providerId="LiveId" clId="{F10043CA-7E0C-4C5B-B8AD-80B51C33A480}" dt="2026-09-01T09:13:04.346" v="948"/>
          <ac:inkMkLst>
            <pc:docMk/>
            <pc:sldMk cId="3994093845" sldId="283"/>
            <ac:inkMk id="14" creationId="{0E583A03-D8E6-0838-DCC9-C7739AD0FF3E}"/>
          </ac:inkMkLst>
        </pc:inkChg>
        <pc:inkChg chg="add mod">
          <ac:chgData name="Esraa Mohamed" userId="32a53f8955a3383c" providerId="LiveId" clId="{F10043CA-7E0C-4C5B-B8AD-80B51C33A480}" dt="2026-09-01T09:13:04.346" v="948"/>
          <ac:inkMkLst>
            <pc:docMk/>
            <pc:sldMk cId="3994093845" sldId="283"/>
            <ac:inkMk id="15" creationId="{6D7C79FE-2016-5EEE-2014-D309AAB4997F}"/>
          </ac:inkMkLst>
        </pc:inkChg>
        <pc:inkChg chg="add">
          <ac:chgData name="Esraa Mohamed" userId="32a53f8955a3383c" providerId="LiveId" clId="{F10043CA-7E0C-4C5B-B8AD-80B51C33A480}" dt="2026-09-01T09:13:11.550" v="949" actId="9405"/>
          <ac:inkMkLst>
            <pc:docMk/>
            <pc:sldMk cId="3994093845" sldId="283"/>
            <ac:inkMk id="17" creationId="{FF7E4477-2F13-BF00-EC45-6300BE8E1CFF}"/>
          </ac:inkMkLst>
        </pc:inkChg>
        <pc:inkChg chg="add del">
          <ac:chgData name="Esraa Mohamed" userId="32a53f8955a3383c" providerId="LiveId" clId="{F10043CA-7E0C-4C5B-B8AD-80B51C33A480}" dt="2026-09-01T09:13:12.697" v="951"/>
          <ac:inkMkLst>
            <pc:docMk/>
            <pc:sldMk cId="3994093845" sldId="283"/>
            <ac:inkMk id="18" creationId="{82B2184D-A5DA-58D7-32BB-123DF0333DD4}"/>
          </ac:inkMkLst>
        </pc:inkChg>
        <pc:inkChg chg="add">
          <ac:chgData name="Esraa Mohamed" userId="32a53f8955a3383c" providerId="LiveId" clId="{F10043CA-7E0C-4C5B-B8AD-80B51C33A480}" dt="2026-09-01T09:13:12.697" v="951"/>
          <ac:inkMkLst>
            <pc:docMk/>
            <pc:sldMk cId="3994093845" sldId="283"/>
            <ac:inkMk id="19" creationId="{6BEB2112-A1D9-0569-949F-C19534B0D07F}"/>
          </ac:inkMkLst>
        </pc:inkChg>
        <pc:inkChg chg="add del">
          <ac:chgData name="Esraa Mohamed" userId="32a53f8955a3383c" providerId="LiveId" clId="{F10043CA-7E0C-4C5B-B8AD-80B51C33A480}" dt="2026-09-01T09:13:17.266" v="953"/>
          <ac:inkMkLst>
            <pc:docMk/>
            <pc:sldMk cId="3994093845" sldId="283"/>
            <ac:inkMk id="20" creationId="{787DEA76-8078-87F2-74C3-B4BA704B98CC}"/>
          </ac:inkMkLst>
        </pc:inkChg>
        <pc:inkChg chg="add">
          <ac:chgData name="Esraa Mohamed" userId="32a53f8955a3383c" providerId="LiveId" clId="{F10043CA-7E0C-4C5B-B8AD-80B51C33A480}" dt="2026-09-01T09:13:17.266" v="953"/>
          <ac:inkMkLst>
            <pc:docMk/>
            <pc:sldMk cId="3994093845" sldId="283"/>
            <ac:inkMk id="21" creationId="{19340B04-0AC6-522C-9BC7-5516329D17BD}"/>
          </ac:inkMkLst>
        </pc:inkChg>
        <pc:inkChg chg="add del">
          <ac:chgData name="Esraa Mohamed" userId="32a53f8955a3383c" providerId="LiveId" clId="{F10043CA-7E0C-4C5B-B8AD-80B51C33A480}" dt="2026-09-01T09:13:29.940" v="955"/>
          <ac:inkMkLst>
            <pc:docMk/>
            <pc:sldMk cId="3994093845" sldId="283"/>
            <ac:inkMk id="22" creationId="{038AE2CE-6147-8336-6176-C3F6DB23B0CD}"/>
          </ac:inkMkLst>
        </pc:inkChg>
        <pc:inkChg chg="add">
          <ac:chgData name="Esraa Mohamed" userId="32a53f8955a3383c" providerId="LiveId" clId="{F10043CA-7E0C-4C5B-B8AD-80B51C33A480}" dt="2026-09-01T09:13:29.940" v="955"/>
          <ac:inkMkLst>
            <pc:docMk/>
            <pc:sldMk cId="3994093845" sldId="283"/>
            <ac:inkMk id="23" creationId="{4B76A162-85ED-FC0E-50D5-115803E7E7ED}"/>
          </ac:inkMkLst>
        </pc:inkChg>
        <pc:inkChg chg="add">
          <ac:chgData name="Esraa Mohamed" userId="32a53f8955a3383c" providerId="LiveId" clId="{F10043CA-7E0C-4C5B-B8AD-80B51C33A480}" dt="2026-09-01T09:16:18.086" v="956" actId="9405"/>
          <ac:inkMkLst>
            <pc:docMk/>
            <pc:sldMk cId="3994093845" sldId="283"/>
            <ac:inkMk id="24" creationId="{CD341CC1-AA01-2DC1-BAF8-71891C7E1299}"/>
          </ac:inkMkLst>
        </pc:inkChg>
      </pc:sldChg>
      <pc:sldChg chg="addSp delSp modSp new mod setBg">
        <pc:chgData name="Esraa Mohamed" userId="32a53f8955a3383c" providerId="LiveId" clId="{F10043CA-7E0C-4C5B-B8AD-80B51C33A480}" dt="2026-09-01T09:19:12.444" v="976" actId="9405"/>
        <pc:sldMkLst>
          <pc:docMk/>
          <pc:sldMk cId="1943667638" sldId="284"/>
        </pc:sldMkLst>
        <pc:spChg chg="mod">
          <ac:chgData name="Esraa Mohamed" userId="32a53f8955a3383c" providerId="LiveId" clId="{F10043CA-7E0C-4C5B-B8AD-80B51C33A480}" dt="2026-08-31T20:59:40.832" v="246" actId="26606"/>
          <ac:spMkLst>
            <pc:docMk/>
            <pc:sldMk cId="1943667638" sldId="284"/>
            <ac:spMk id="2" creationId="{3D72D660-02C5-C1B9-11FB-8C20B51C5DB5}"/>
          </ac:spMkLst>
        </pc:spChg>
        <pc:spChg chg="del">
          <ac:chgData name="Esraa Mohamed" userId="32a53f8955a3383c" providerId="LiveId" clId="{F10043CA-7E0C-4C5B-B8AD-80B51C33A480}" dt="2026-08-31T20:59:22.849" v="245" actId="22"/>
          <ac:spMkLst>
            <pc:docMk/>
            <pc:sldMk cId="1943667638" sldId="284"/>
            <ac:spMk id="3" creationId="{13663FCC-E4C1-F764-155B-F9FC76E07B02}"/>
          </ac:spMkLst>
        </pc:spChg>
        <pc:spChg chg="add">
          <ac:chgData name="Esraa Mohamed" userId="32a53f8955a3383c" providerId="LiveId" clId="{F10043CA-7E0C-4C5B-B8AD-80B51C33A480}" dt="2026-08-31T20:59:40.832" v="246" actId="26606"/>
          <ac:spMkLst>
            <pc:docMk/>
            <pc:sldMk cId="1943667638" sldId="284"/>
            <ac:spMk id="10" creationId="{6DB60271-CC36-038E-7174-CCC14F968385}"/>
          </ac:spMkLst>
        </pc:spChg>
        <pc:grpChg chg="del mod">
          <ac:chgData name="Esraa Mohamed" userId="32a53f8955a3383c" providerId="LiveId" clId="{F10043CA-7E0C-4C5B-B8AD-80B51C33A480}" dt="2026-09-01T09:17:19.272" v="970"/>
          <ac:grpSpMkLst>
            <pc:docMk/>
            <pc:sldMk cId="1943667638" sldId="284"/>
            <ac:grpSpMk id="6" creationId="{656EA24C-3E9D-865E-CE5F-7DA217DC2699}"/>
          </ac:grpSpMkLst>
        </pc:grpChg>
        <pc:grpChg chg="del mod">
          <ac:chgData name="Esraa Mohamed" userId="32a53f8955a3383c" providerId="LiveId" clId="{F10043CA-7E0C-4C5B-B8AD-80B51C33A480}" dt="2026-09-01T09:17:28.470" v="975"/>
          <ac:grpSpMkLst>
            <pc:docMk/>
            <pc:sldMk cId="1943667638" sldId="284"/>
            <ac:grpSpMk id="15" creationId="{8664492D-5AA0-0D9F-DFC7-D07CDE7BEA37}"/>
          </ac:grpSpMkLst>
        </pc:grpChg>
        <pc:grpChg chg="mod">
          <ac:chgData name="Esraa Mohamed" userId="32a53f8955a3383c" providerId="LiveId" clId="{F10043CA-7E0C-4C5B-B8AD-80B51C33A480}" dt="2026-09-01T09:17:28.470" v="975"/>
          <ac:grpSpMkLst>
            <pc:docMk/>
            <pc:sldMk cId="1943667638" sldId="284"/>
            <ac:grpSpMk id="17" creationId="{E8845EBF-45DA-AAC8-184A-DEF6F6DC37F3}"/>
          </ac:grpSpMkLst>
        </pc:grpChg>
        <pc:picChg chg="add mod ord">
          <ac:chgData name="Esraa Mohamed" userId="32a53f8955a3383c" providerId="LiveId" clId="{F10043CA-7E0C-4C5B-B8AD-80B51C33A480}" dt="2026-08-31T20:59:43.212" v="247" actId="1076"/>
          <ac:picMkLst>
            <pc:docMk/>
            <pc:sldMk cId="1943667638" sldId="284"/>
            <ac:picMk id="5" creationId="{2FDA63A8-985F-3149-332D-F97C2F3C2C73}"/>
          </ac:picMkLst>
        </pc:picChg>
        <pc:inkChg chg="add del mod">
          <ac:chgData name="Esraa Mohamed" userId="32a53f8955a3383c" providerId="LiveId" clId="{F10043CA-7E0C-4C5B-B8AD-80B51C33A480}" dt="2026-09-01T09:17:19.272" v="970"/>
          <ac:inkMkLst>
            <pc:docMk/>
            <pc:sldMk cId="1943667638" sldId="284"/>
            <ac:inkMk id="3" creationId="{C46DAFC5-4C06-6DF3-0771-65E398B634A8}"/>
          </ac:inkMkLst>
        </pc:inkChg>
        <pc:inkChg chg="add mod">
          <ac:chgData name="Esraa Mohamed" userId="32a53f8955a3383c" providerId="LiveId" clId="{F10043CA-7E0C-4C5B-B8AD-80B51C33A480}" dt="2026-09-01T09:17:19.272" v="970"/>
          <ac:inkMkLst>
            <pc:docMk/>
            <pc:sldMk cId="1943667638" sldId="284"/>
            <ac:inkMk id="4" creationId="{4385544F-A904-A728-5255-56D185592280}"/>
          </ac:inkMkLst>
        </pc:inkChg>
        <pc:inkChg chg="add del">
          <ac:chgData name="Esraa Mohamed" userId="32a53f8955a3383c" providerId="LiveId" clId="{F10043CA-7E0C-4C5B-B8AD-80B51C33A480}" dt="2026-09-01T09:17:19.271" v="969"/>
          <ac:inkMkLst>
            <pc:docMk/>
            <pc:sldMk cId="1943667638" sldId="284"/>
            <ac:inkMk id="7" creationId="{79C58810-E250-BE7A-B314-FA71BE3B2FC1}"/>
          </ac:inkMkLst>
        </pc:inkChg>
        <pc:inkChg chg="add del">
          <ac:chgData name="Esraa Mohamed" userId="32a53f8955a3383c" providerId="LiveId" clId="{F10043CA-7E0C-4C5B-B8AD-80B51C33A480}" dt="2026-09-01T09:16:46.428" v="962"/>
          <ac:inkMkLst>
            <pc:docMk/>
            <pc:sldMk cId="1943667638" sldId="284"/>
            <ac:inkMk id="8" creationId="{7ACC6EAC-FE7A-A20B-669F-69ED55FF35B7}"/>
          </ac:inkMkLst>
        </pc:inkChg>
        <pc:inkChg chg="add del mod">
          <ac:chgData name="Esraa Mohamed" userId="32a53f8955a3383c" providerId="LiveId" clId="{F10043CA-7E0C-4C5B-B8AD-80B51C33A480}" dt="2026-09-01T09:17:03.427" v="967"/>
          <ac:inkMkLst>
            <pc:docMk/>
            <pc:sldMk cId="1943667638" sldId="284"/>
            <ac:inkMk id="9" creationId="{C9DBD6D4-3B5F-45E6-4011-D4238D1D72C7}"/>
          </ac:inkMkLst>
        </pc:inkChg>
        <pc:inkChg chg="add del">
          <ac:chgData name="Esraa Mohamed" userId="32a53f8955a3383c" providerId="LiveId" clId="{F10043CA-7E0C-4C5B-B8AD-80B51C33A480}" dt="2026-09-01T09:16:54.276" v="965"/>
          <ac:inkMkLst>
            <pc:docMk/>
            <pc:sldMk cId="1943667638" sldId="284"/>
            <ac:inkMk id="11" creationId="{9290AFF4-602D-F162-75FA-BC52710CF0E3}"/>
          </ac:inkMkLst>
        </pc:inkChg>
        <pc:inkChg chg="add del mod">
          <ac:chgData name="Esraa Mohamed" userId="32a53f8955a3383c" providerId="LiveId" clId="{F10043CA-7E0C-4C5B-B8AD-80B51C33A480}" dt="2026-09-01T09:17:03.427" v="968"/>
          <ac:inkMkLst>
            <pc:docMk/>
            <pc:sldMk cId="1943667638" sldId="284"/>
            <ac:inkMk id="12" creationId="{87B46BB5-C1A2-DE2B-2B62-0118A8705B1A}"/>
          </ac:inkMkLst>
        </pc:inkChg>
        <pc:inkChg chg="add mod">
          <ac:chgData name="Esraa Mohamed" userId="32a53f8955a3383c" providerId="LiveId" clId="{F10043CA-7E0C-4C5B-B8AD-80B51C33A480}" dt="2026-09-01T09:17:28.470" v="975"/>
          <ac:inkMkLst>
            <pc:docMk/>
            <pc:sldMk cId="1943667638" sldId="284"/>
            <ac:inkMk id="13" creationId="{E4626CB6-E877-513C-7B90-5C250F158A5F}"/>
          </ac:inkMkLst>
        </pc:inkChg>
        <pc:inkChg chg="add mod">
          <ac:chgData name="Esraa Mohamed" userId="32a53f8955a3383c" providerId="LiveId" clId="{F10043CA-7E0C-4C5B-B8AD-80B51C33A480}" dt="2026-09-01T09:17:28.470" v="975"/>
          <ac:inkMkLst>
            <pc:docMk/>
            <pc:sldMk cId="1943667638" sldId="284"/>
            <ac:inkMk id="14" creationId="{75F23D81-0AA6-ECFA-308C-1BDC5C4E69B8}"/>
          </ac:inkMkLst>
        </pc:inkChg>
        <pc:inkChg chg="add mod">
          <ac:chgData name="Esraa Mohamed" userId="32a53f8955a3383c" providerId="LiveId" clId="{F10043CA-7E0C-4C5B-B8AD-80B51C33A480}" dt="2026-09-01T09:17:28.470" v="975"/>
          <ac:inkMkLst>
            <pc:docMk/>
            <pc:sldMk cId="1943667638" sldId="284"/>
            <ac:inkMk id="16" creationId="{F6EA6A6A-D121-2E5D-4A16-8BB106D85FF4}"/>
          </ac:inkMkLst>
        </pc:inkChg>
        <pc:inkChg chg="add">
          <ac:chgData name="Esraa Mohamed" userId="32a53f8955a3383c" providerId="LiveId" clId="{F10043CA-7E0C-4C5B-B8AD-80B51C33A480}" dt="2026-09-01T09:19:12.444" v="976" actId="9405"/>
          <ac:inkMkLst>
            <pc:docMk/>
            <pc:sldMk cId="1943667638" sldId="284"/>
            <ac:inkMk id="18" creationId="{6F236D72-82BE-B569-7317-BB659BD1A5B9}"/>
          </ac:inkMkLst>
        </pc:inkChg>
      </pc:sldChg>
      <pc:sldChg chg="new del">
        <pc:chgData name="Esraa Mohamed" userId="32a53f8955a3383c" providerId="LiveId" clId="{F10043CA-7E0C-4C5B-B8AD-80B51C33A480}" dt="2026-09-01T06:48:20.831" v="493" actId="47"/>
        <pc:sldMkLst>
          <pc:docMk/>
          <pc:sldMk cId="3951612382" sldId="285"/>
        </pc:sldMkLst>
      </pc:sldChg>
      <pc:sldChg chg="addSp delSp modSp new mod setBg">
        <pc:chgData name="Esraa Mohamed" userId="32a53f8955a3383c" providerId="LiveId" clId="{F10043CA-7E0C-4C5B-B8AD-80B51C33A480}" dt="2026-09-01T09:21:41.284" v="1008"/>
        <pc:sldMkLst>
          <pc:docMk/>
          <pc:sldMk cId="3289653003" sldId="286"/>
        </pc:sldMkLst>
        <pc:spChg chg="mod">
          <ac:chgData name="Esraa Mohamed" userId="32a53f8955a3383c" providerId="LiveId" clId="{F10043CA-7E0C-4C5B-B8AD-80B51C33A480}" dt="2026-08-31T21:03:06.950" v="278" actId="26606"/>
          <ac:spMkLst>
            <pc:docMk/>
            <pc:sldMk cId="3289653003" sldId="286"/>
            <ac:spMk id="2" creationId="{0EC6E6C5-BF20-CA8F-0AB3-2A7A94448953}"/>
          </ac:spMkLst>
        </pc:spChg>
        <pc:spChg chg="del">
          <ac:chgData name="Esraa Mohamed" userId="32a53f8955a3383c" providerId="LiveId" clId="{F10043CA-7E0C-4C5B-B8AD-80B51C33A480}" dt="2026-08-31T21:03:03.190" v="276" actId="22"/>
          <ac:spMkLst>
            <pc:docMk/>
            <pc:sldMk cId="3289653003" sldId="286"/>
            <ac:spMk id="3" creationId="{35843631-CC64-2F60-F85F-FF3E6D1B3DC0}"/>
          </ac:spMkLst>
        </pc:spChg>
        <pc:spChg chg="add">
          <ac:chgData name="Esraa Mohamed" userId="32a53f8955a3383c" providerId="LiveId" clId="{F10043CA-7E0C-4C5B-B8AD-80B51C33A480}" dt="2026-08-31T21:03:06.950" v="278" actId="26606"/>
          <ac:spMkLst>
            <pc:docMk/>
            <pc:sldMk cId="3289653003" sldId="286"/>
            <ac:spMk id="10" creationId="{6DB60271-CC36-038E-7174-CCC14F968385}"/>
          </ac:spMkLst>
        </pc:spChg>
        <pc:grpChg chg="mod">
          <ac:chgData name="Esraa Mohamed" userId="32a53f8955a3383c" providerId="LiveId" clId="{F10043CA-7E0C-4C5B-B8AD-80B51C33A480}" dt="2026-09-01T09:19:27.815" v="981"/>
          <ac:grpSpMkLst>
            <pc:docMk/>
            <pc:sldMk cId="3289653003" sldId="286"/>
            <ac:grpSpMk id="9" creationId="{EC621B55-88B2-0BD7-0C6C-C373046A2314}"/>
          </ac:grpSpMkLst>
        </pc:grpChg>
        <pc:grpChg chg="mod">
          <ac:chgData name="Esraa Mohamed" userId="32a53f8955a3383c" providerId="LiveId" clId="{F10043CA-7E0C-4C5B-B8AD-80B51C33A480}" dt="2026-09-01T09:20:48.285" v="998"/>
          <ac:grpSpMkLst>
            <pc:docMk/>
            <pc:sldMk cId="3289653003" sldId="286"/>
            <ac:grpSpMk id="26" creationId="{FB67EE4F-D98B-0E67-2322-56855B981E80}"/>
          </ac:grpSpMkLst>
        </pc:grpChg>
        <pc:picChg chg="add mod ord">
          <ac:chgData name="Esraa Mohamed" userId="32a53f8955a3383c" providerId="LiveId" clId="{F10043CA-7E0C-4C5B-B8AD-80B51C33A480}" dt="2026-08-31T21:04:09.623" v="295" actId="1076"/>
          <ac:picMkLst>
            <pc:docMk/>
            <pc:sldMk cId="3289653003" sldId="286"/>
            <ac:picMk id="5" creationId="{0F248A0B-1BB0-03F6-FDD5-DDF586EF16E1}"/>
          </ac:picMkLst>
        </pc:picChg>
        <pc:picChg chg="add mod">
          <ac:chgData name="Esraa Mohamed" userId="32a53f8955a3383c" providerId="LiveId" clId="{F10043CA-7E0C-4C5B-B8AD-80B51C33A480}" dt="2026-08-31T21:04:07.133" v="294" actId="1076"/>
          <ac:picMkLst>
            <pc:docMk/>
            <pc:sldMk cId="3289653003" sldId="286"/>
            <ac:picMk id="7" creationId="{497E592C-0AB2-292A-2D75-DD31E4D5CC97}"/>
          </ac:picMkLst>
        </pc:picChg>
        <pc:inkChg chg="add mod">
          <ac:chgData name="Esraa Mohamed" userId="32a53f8955a3383c" providerId="LiveId" clId="{F10043CA-7E0C-4C5B-B8AD-80B51C33A480}" dt="2026-09-01T09:19:27.815" v="981"/>
          <ac:inkMkLst>
            <pc:docMk/>
            <pc:sldMk cId="3289653003" sldId="286"/>
            <ac:inkMk id="3" creationId="{DDA0D471-1C7A-62A1-AA7F-1EEA2891ADFD}"/>
          </ac:inkMkLst>
        </pc:inkChg>
        <pc:inkChg chg="add mod">
          <ac:chgData name="Esraa Mohamed" userId="32a53f8955a3383c" providerId="LiveId" clId="{F10043CA-7E0C-4C5B-B8AD-80B51C33A480}" dt="2026-09-01T09:19:27.815" v="981"/>
          <ac:inkMkLst>
            <pc:docMk/>
            <pc:sldMk cId="3289653003" sldId="286"/>
            <ac:inkMk id="4" creationId="{3A46EA7A-8A3A-95DE-3454-862A9EF581EE}"/>
          </ac:inkMkLst>
        </pc:inkChg>
        <pc:inkChg chg="add mod">
          <ac:chgData name="Esraa Mohamed" userId="32a53f8955a3383c" providerId="LiveId" clId="{F10043CA-7E0C-4C5B-B8AD-80B51C33A480}" dt="2026-09-01T09:19:27.815" v="981"/>
          <ac:inkMkLst>
            <pc:docMk/>
            <pc:sldMk cId="3289653003" sldId="286"/>
            <ac:inkMk id="6" creationId="{03C25941-E06C-FB40-1A97-F3E411AF552F}"/>
          </ac:inkMkLst>
        </pc:inkChg>
        <pc:inkChg chg="add mod">
          <ac:chgData name="Esraa Mohamed" userId="32a53f8955a3383c" providerId="LiveId" clId="{F10043CA-7E0C-4C5B-B8AD-80B51C33A480}" dt="2026-09-01T09:19:27.815" v="981"/>
          <ac:inkMkLst>
            <pc:docMk/>
            <pc:sldMk cId="3289653003" sldId="286"/>
            <ac:inkMk id="8" creationId="{6F8E66CB-74FE-57A6-EB8D-95B165F370B9}"/>
          </ac:inkMkLst>
        </pc:inkChg>
        <pc:inkChg chg="add del">
          <ac:chgData name="Esraa Mohamed" userId="32a53f8955a3383c" providerId="LiveId" clId="{F10043CA-7E0C-4C5B-B8AD-80B51C33A480}" dt="2026-09-01T09:19:47.338" v="983"/>
          <ac:inkMkLst>
            <pc:docMk/>
            <pc:sldMk cId="3289653003" sldId="286"/>
            <ac:inkMk id="11" creationId="{E6C00581-B877-187A-E392-DEA519DC0477}"/>
          </ac:inkMkLst>
        </pc:inkChg>
        <pc:inkChg chg="add">
          <ac:chgData name="Esraa Mohamed" userId="32a53f8955a3383c" providerId="LiveId" clId="{F10043CA-7E0C-4C5B-B8AD-80B51C33A480}" dt="2026-09-01T09:19:47.338" v="983"/>
          <ac:inkMkLst>
            <pc:docMk/>
            <pc:sldMk cId="3289653003" sldId="286"/>
            <ac:inkMk id="12" creationId="{A44948CE-F83F-EC6A-D760-967286ABC83E}"/>
          </ac:inkMkLst>
        </pc:inkChg>
        <pc:inkChg chg="add">
          <ac:chgData name="Esraa Mohamed" userId="32a53f8955a3383c" providerId="LiveId" clId="{F10043CA-7E0C-4C5B-B8AD-80B51C33A480}" dt="2026-09-01T09:19:52.993" v="984" actId="9405"/>
          <ac:inkMkLst>
            <pc:docMk/>
            <pc:sldMk cId="3289653003" sldId="286"/>
            <ac:inkMk id="13" creationId="{EBADBC75-BEDD-DC29-3568-429CEE7C0574}"/>
          </ac:inkMkLst>
        </pc:inkChg>
        <pc:inkChg chg="add del">
          <ac:chgData name="Esraa Mohamed" userId="32a53f8955a3383c" providerId="LiveId" clId="{F10043CA-7E0C-4C5B-B8AD-80B51C33A480}" dt="2026-09-01T09:20:06.513" v="986"/>
          <ac:inkMkLst>
            <pc:docMk/>
            <pc:sldMk cId="3289653003" sldId="286"/>
            <ac:inkMk id="14" creationId="{3EC322F3-7DAC-8A7E-AE3E-54C501334D4E}"/>
          </ac:inkMkLst>
        </pc:inkChg>
        <pc:inkChg chg="add mod">
          <ac:chgData name="Esraa Mohamed" userId="32a53f8955a3383c" providerId="LiveId" clId="{F10043CA-7E0C-4C5B-B8AD-80B51C33A480}" dt="2026-09-01T09:20:09.975" v="987"/>
          <ac:inkMkLst>
            <pc:docMk/>
            <pc:sldMk cId="3289653003" sldId="286"/>
            <ac:inkMk id="15" creationId="{CBF4C246-60BA-7CC5-BEC7-5905ECECF530}"/>
          </ac:inkMkLst>
        </pc:inkChg>
        <pc:inkChg chg="add del">
          <ac:chgData name="Esraa Mohamed" userId="32a53f8955a3383c" providerId="LiveId" clId="{F10043CA-7E0C-4C5B-B8AD-80B51C33A480}" dt="2026-09-01T09:20:16.070" v="989"/>
          <ac:inkMkLst>
            <pc:docMk/>
            <pc:sldMk cId="3289653003" sldId="286"/>
            <ac:inkMk id="16" creationId="{E3021EA7-FC58-FEE5-9B82-735BF6A43327}"/>
          </ac:inkMkLst>
        </pc:inkChg>
        <pc:inkChg chg="add">
          <ac:chgData name="Esraa Mohamed" userId="32a53f8955a3383c" providerId="LiveId" clId="{F10043CA-7E0C-4C5B-B8AD-80B51C33A480}" dt="2026-09-01T09:20:16.070" v="989"/>
          <ac:inkMkLst>
            <pc:docMk/>
            <pc:sldMk cId="3289653003" sldId="286"/>
            <ac:inkMk id="17" creationId="{8AF71E1E-5319-3BCF-EA2F-78B6ABE6F490}"/>
          </ac:inkMkLst>
        </pc:inkChg>
        <pc:inkChg chg="add del">
          <ac:chgData name="Esraa Mohamed" userId="32a53f8955a3383c" providerId="LiveId" clId="{F10043CA-7E0C-4C5B-B8AD-80B51C33A480}" dt="2026-09-01T09:20:27.806" v="991"/>
          <ac:inkMkLst>
            <pc:docMk/>
            <pc:sldMk cId="3289653003" sldId="286"/>
            <ac:inkMk id="18" creationId="{60B1D729-3D6E-993E-8564-4E3E6EA84E42}"/>
          </ac:inkMkLst>
        </pc:inkChg>
        <pc:inkChg chg="add">
          <ac:chgData name="Esraa Mohamed" userId="32a53f8955a3383c" providerId="LiveId" clId="{F10043CA-7E0C-4C5B-B8AD-80B51C33A480}" dt="2026-09-01T09:20:27.806" v="991"/>
          <ac:inkMkLst>
            <pc:docMk/>
            <pc:sldMk cId="3289653003" sldId="286"/>
            <ac:inkMk id="19" creationId="{F26F8737-12C2-971D-0635-DA4200DD29BB}"/>
          </ac:inkMkLst>
        </pc:inkChg>
        <pc:inkChg chg="add del">
          <ac:chgData name="Esraa Mohamed" userId="32a53f8955a3383c" providerId="LiveId" clId="{F10043CA-7E0C-4C5B-B8AD-80B51C33A480}" dt="2026-09-01T09:20:36.542" v="993"/>
          <ac:inkMkLst>
            <pc:docMk/>
            <pc:sldMk cId="3289653003" sldId="286"/>
            <ac:inkMk id="20" creationId="{65F93664-1254-DD7A-F038-7802DEB4FD5B}"/>
          </ac:inkMkLst>
        </pc:inkChg>
        <pc:inkChg chg="add">
          <ac:chgData name="Esraa Mohamed" userId="32a53f8955a3383c" providerId="LiveId" clId="{F10043CA-7E0C-4C5B-B8AD-80B51C33A480}" dt="2026-09-01T09:20:36.542" v="993"/>
          <ac:inkMkLst>
            <pc:docMk/>
            <pc:sldMk cId="3289653003" sldId="286"/>
            <ac:inkMk id="21" creationId="{D10F2063-AC66-A32F-85D8-D184C7AEBD2B}"/>
          </ac:inkMkLst>
        </pc:inkChg>
        <pc:inkChg chg="add mod">
          <ac:chgData name="Esraa Mohamed" userId="32a53f8955a3383c" providerId="LiveId" clId="{F10043CA-7E0C-4C5B-B8AD-80B51C33A480}" dt="2026-09-01T09:20:48.285" v="998"/>
          <ac:inkMkLst>
            <pc:docMk/>
            <pc:sldMk cId="3289653003" sldId="286"/>
            <ac:inkMk id="22" creationId="{B644BF98-3BF6-3E85-EE17-9CD44C20A497}"/>
          </ac:inkMkLst>
        </pc:inkChg>
        <pc:inkChg chg="add mod">
          <ac:chgData name="Esraa Mohamed" userId="32a53f8955a3383c" providerId="LiveId" clId="{F10043CA-7E0C-4C5B-B8AD-80B51C33A480}" dt="2026-09-01T09:20:48.285" v="998"/>
          <ac:inkMkLst>
            <pc:docMk/>
            <pc:sldMk cId="3289653003" sldId="286"/>
            <ac:inkMk id="23" creationId="{87558E3B-B81A-E931-74CB-261D1748B2AB}"/>
          </ac:inkMkLst>
        </pc:inkChg>
        <pc:inkChg chg="add mod">
          <ac:chgData name="Esraa Mohamed" userId="32a53f8955a3383c" providerId="LiveId" clId="{F10043CA-7E0C-4C5B-B8AD-80B51C33A480}" dt="2026-09-01T09:20:48.285" v="998"/>
          <ac:inkMkLst>
            <pc:docMk/>
            <pc:sldMk cId="3289653003" sldId="286"/>
            <ac:inkMk id="24" creationId="{E7048A8C-7CA4-3EB2-507D-4B24496B617B}"/>
          </ac:inkMkLst>
        </pc:inkChg>
        <pc:inkChg chg="add mod">
          <ac:chgData name="Esraa Mohamed" userId="32a53f8955a3383c" providerId="LiveId" clId="{F10043CA-7E0C-4C5B-B8AD-80B51C33A480}" dt="2026-09-01T09:20:48.285" v="998"/>
          <ac:inkMkLst>
            <pc:docMk/>
            <pc:sldMk cId="3289653003" sldId="286"/>
            <ac:inkMk id="25" creationId="{CEFDCD84-814D-1A09-AC65-B3BD551FFE45}"/>
          </ac:inkMkLst>
        </pc:inkChg>
        <pc:inkChg chg="add">
          <ac:chgData name="Esraa Mohamed" userId="32a53f8955a3383c" providerId="LiveId" clId="{F10043CA-7E0C-4C5B-B8AD-80B51C33A480}" dt="2026-09-01T09:20:52.812" v="999" actId="9405"/>
          <ac:inkMkLst>
            <pc:docMk/>
            <pc:sldMk cId="3289653003" sldId="286"/>
            <ac:inkMk id="27" creationId="{A65643C6-608E-5C4A-E684-216D6630571B}"/>
          </ac:inkMkLst>
        </pc:inkChg>
        <pc:inkChg chg="add del">
          <ac:chgData name="Esraa Mohamed" userId="32a53f8955a3383c" providerId="LiveId" clId="{F10043CA-7E0C-4C5B-B8AD-80B51C33A480}" dt="2026-09-01T09:20:59.953" v="1001"/>
          <ac:inkMkLst>
            <pc:docMk/>
            <pc:sldMk cId="3289653003" sldId="286"/>
            <ac:inkMk id="28" creationId="{78CAEF7B-73A7-F6A7-65B0-47EA2041F7DD}"/>
          </ac:inkMkLst>
        </pc:inkChg>
        <pc:inkChg chg="add mod">
          <ac:chgData name="Esraa Mohamed" userId="32a53f8955a3383c" providerId="LiveId" clId="{F10043CA-7E0C-4C5B-B8AD-80B51C33A480}" dt="2026-09-01T09:21:01.827" v="1002"/>
          <ac:inkMkLst>
            <pc:docMk/>
            <pc:sldMk cId="3289653003" sldId="286"/>
            <ac:inkMk id="29" creationId="{D97CC0E2-9F1F-D558-E542-028F79D31DE5}"/>
          </ac:inkMkLst>
        </pc:inkChg>
        <pc:inkChg chg="add del">
          <ac:chgData name="Esraa Mohamed" userId="32a53f8955a3383c" providerId="LiveId" clId="{F10043CA-7E0C-4C5B-B8AD-80B51C33A480}" dt="2026-09-01T09:21:31.797" v="1004"/>
          <ac:inkMkLst>
            <pc:docMk/>
            <pc:sldMk cId="3289653003" sldId="286"/>
            <ac:inkMk id="30" creationId="{7048DA54-099F-4F72-CF02-509E0FC49564}"/>
          </ac:inkMkLst>
        </pc:inkChg>
        <pc:inkChg chg="add mod">
          <ac:chgData name="Esraa Mohamed" userId="32a53f8955a3383c" providerId="LiveId" clId="{F10043CA-7E0C-4C5B-B8AD-80B51C33A480}" dt="2026-09-01T09:21:33.579" v="1005"/>
          <ac:inkMkLst>
            <pc:docMk/>
            <pc:sldMk cId="3289653003" sldId="286"/>
            <ac:inkMk id="31" creationId="{59B86F52-EDA7-D32C-8DD8-8EC8B2F17C51}"/>
          </ac:inkMkLst>
        </pc:inkChg>
        <pc:inkChg chg="add">
          <ac:chgData name="Esraa Mohamed" userId="32a53f8955a3383c" providerId="LiveId" clId="{F10043CA-7E0C-4C5B-B8AD-80B51C33A480}" dt="2026-09-01T09:21:39.018" v="1006" actId="9405"/>
          <ac:inkMkLst>
            <pc:docMk/>
            <pc:sldMk cId="3289653003" sldId="286"/>
            <ac:inkMk id="32" creationId="{5E512CD8-AF37-2F57-37BF-2B9426B0E573}"/>
          </ac:inkMkLst>
        </pc:inkChg>
        <pc:inkChg chg="add del">
          <ac:chgData name="Esraa Mohamed" userId="32a53f8955a3383c" providerId="LiveId" clId="{F10043CA-7E0C-4C5B-B8AD-80B51C33A480}" dt="2026-09-01T09:21:41.284" v="1008"/>
          <ac:inkMkLst>
            <pc:docMk/>
            <pc:sldMk cId="3289653003" sldId="286"/>
            <ac:inkMk id="33" creationId="{F1C79777-16D6-DD63-9FC3-413F7A990F6F}"/>
          </ac:inkMkLst>
        </pc:inkChg>
        <pc:inkChg chg="add">
          <ac:chgData name="Esraa Mohamed" userId="32a53f8955a3383c" providerId="LiveId" clId="{F10043CA-7E0C-4C5B-B8AD-80B51C33A480}" dt="2026-09-01T09:21:41.284" v="1008"/>
          <ac:inkMkLst>
            <pc:docMk/>
            <pc:sldMk cId="3289653003" sldId="286"/>
            <ac:inkMk id="34" creationId="{ECEE0CAC-F7EA-99E6-9F6C-B2163C01D17E}"/>
          </ac:inkMkLst>
        </pc:inkChg>
      </pc:sldChg>
      <pc:sldChg chg="addSp delSp modSp new mod setBg addAnim">
        <pc:chgData name="Esraa Mohamed" userId="32a53f8955a3383c" providerId="LiveId" clId="{F10043CA-7E0C-4C5B-B8AD-80B51C33A480}" dt="2026-09-01T09:35:45.746" v="1058" actId="9405"/>
        <pc:sldMkLst>
          <pc:docMk/>
          <pc:sldMk cId="1170703195" sldId="287"/>
        </pc:sldMkLst>
        <pc:spChg chg="mod">
          <ac:chgData name="Esraa Mohamed" userId="32a53f8955a3383c" providerId="LiveId" clId="{F10043CA-7E0C-4C5B-B8AD-80B51C33A480}" dt="2026-08-31T21:14:54.434" v="308" actId="26606"/>
          <ac:spMkLst>
            <pc:docMk/>
            <pc:sldMk cId="1170703195" sldId="287"/>
            <ac:spMk id="2" creationId="{D95BF8D1-43C9-6C62-00B1-0D6EA2538610}"/>
          </ac:spMkLst>
        </pc:spChg>
        <pc:spChg chg="mod">
          <ac:chgData name="Esraa Mohamed" userId="32a53f8955a3383c" providerId="LiveId" clId="{F10043CA-7E0C-4C5B-B8AD-80B51C33A480}" dt="2026-08-31T21:15:05.367" v="316" actId="20577"/>
          <ac:spMkLst>
            <pc:docMk/>
            <pc:sldMk cId="1170703195" sldId="287"/>
            <ac:spMk id="3" creationId="{48770241-9B8A-A06A-7C6F-2104405D262F}"/>
          </ac:spMkLst>
        </pc:spChg>
        <pc:spChg chg="add">
          <ac:chgData name="Esraa Mohamed" userId="32a53f8955a3383c" providerId="LiveId" clId="{F10043CA-7E0C-4C5B-B8AD-80B51C33A480}" dt="2026-08-31T21:14:54.434" v="308" actId="26606"/>
          <ac:spMkLst>
            <pc:docMk/>
            <pc:sldMk cId="1170703195" sldId="287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1:14:54.434" v="308" actId="26606"/>
          <ac:spMkLst>
            <pc:docMk/>
            <pc:sldMk cId="1170703195" sldId="287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21:14:54.434" v="308" actId="26606"/>
          <ac:grpSpMkLst>
            <pc:docMk/>
            <pc:sldMk cId="1170703195" sldId="287"/>
            <ac:grpSpMk id="10" creationId="{AE1C45F0-260A-458C-96ED-C1F6D2151219}"/>
          </ac:grpSpMkLst>
        </pc:grpChg>
        <pc:grpChg chg="mod">
          <ac:chgData name="Esraa Mohamed" userId="32a53f8955a3383c" providerId="LiveId" clId="{F10043CA-7E0C-4C5B-B8AD-80B51C33A480}" dt="2026-09-01T09:31:37.332" v="1045"/>
          <ac:grpSpMkLst>
            <pc:docMk/>
            <pc:sldMk cId="1170703195" sldId="287"/>
            <ac:grpSpMk id="47" creationId="{FE20970D-A0A0-3359-68A9-85F38FA07E1A}"/>
          </ac:grpSpMkLst>
        </pc:grpChg>
        <pc:grpChg chg="del mod">
          <ac:chgData name="Esraa Mohamed" userId="32a53f8955a3383c" providerId="LiveId" clId="{F10043CA-7E0C-4C5B-B8AD-80B51C33A480}" dt="2026-09-01T09:31:44.602" v="1050"/>
          <ac:grpSpMkLst>
            <pc:docMk/>
            <pc:sldMk cId="1170703195" sldId="287"/>
            <ac:grpSpMk id="50" creationId="{B97AB7C6-3A9E-F9DA-44CE-60118AAA29D3}"/>
          </ac:grpSpMkLst>
        </pc:grpChg>
        <pc:grpChg chg="mod">
          <ac:chgData name="Esraa Mohamed" userId="32a53f8955a3383c" providerId="LiveId" clId="{F10043CA-7E0C-4C5B-B8AD-80B51C33A480}" dt="2026-09-01T09:31:44.602" v="1050"/>
          <ac:grpSpMkLst>
            <pc:docMk/>
            <pc:sldMk cId="1170703195" sldId="287"/>
            <ac:grpSpMk id="52" creationId="{9F7B84E2-6A6F-F09F-7D42-D8B8973B3A51}"/>
          </ac:grpSpMkLst>
        </pc:grpChg>
        <pc:grpChg chg="del mod">
          <ac:chgData name="Esraa Mohamed" userId="32a53f8955a3383c" providerId="LiveId" clId="{F10043CA-7E0C-4C5B-B8AD-80B51C33A480}" dt="2026-09-01T09:31:58.036" v="1057"/>
          <ac:grpSpMkLst>
            <pc:docMk/>
            <pc:sldMk cId="1170703195" sldId="287"/>
            <ac:grpSpMk id="57" creationId="{43D73C8F-92CD-5A83-4654-ECDEF756EC79}"/>
          </ac:grpSpMkLst>
        </pc:grpChg>
        <pc:grpChg chg="mod">
          <ac:chgData name="Esraa Mohamed" userId="32a53f8955a3383c" providerId="LiveId" clId="{F10043CA-7E0C-4C5B-B8AD-80B51C33A480}" dt="2026-09-01T09:31:58.036" v="1057"/>
          <ac:grpSpMkLst>
            <pc:docMk/>
            <pc:sldMk cId="1170703195" sldId="287"/>
            <ac:grpSpMk id="59" creationId="{6FDF3EE3-619B-4A77-AC6F-3B56F3C7118E}"/>
          </ac:grpSpMkLst>
        </pc:grpChg>
        <pc:picChg chg="add mod">
          <ac:chgData name="Esraa Mohamed" userId="32a53f8955a3383c" providerId="LiveId" clId="{F10043CA-7E0C-4C5B-B8AD-80B51C33A480}" dt="2026-08-31T21:15:11.479" v="317" actId="1076"/>
          <ac:picMkLst>
            <pc:docMk/>
            <pc:sldMk cId="1170703195" sldId="287"/>
            <ac:picMk id="5" creationId="{9E4E537C-87FA-82E1-0EE5-FF233C436EC3}"/>
          </ac:picMkLst>
        </pc:picChg>
        <pc:inkChg chg="add del">
          <ac:chgData name="Esraa Mohamed" userId="32a53f8955a3383c" providerId="LiveId" clId="{F10043CA-7E0C-4C5B-B8AD-80B51C33A480}" dt="2026-09-01T09:28:30.451" v="1010"/>
          <ac:inkMkLst>
            <pc:docMk/>
            <pc:sldMk cId="1170703195" sldId="287"/>
            <ac:inkMk id="4" creationId="{196D731C-50DA-B1A0-E33F-D3903A5EC009}"/>
          </ac:inkMkLst>
        </pc:inkChg>
        <pc:inkChg chg="add">
          <ac:chgData name="Esraa Mohamed" userId="32a53f8955a3383c" providerId="LiveId" clId="{F10043CA-7E0C-4C5B-B8AD-80B51C33A480}" dt="2026-09-01T09:28:30.451" v="1010"/>
          <ac:inkMkLst>
            <pc:docMk/>
            <pc:sldMk cId="1170703195" sldId="287"/>
            <ac:inkMk id="6" creationId="{5DBADFC1-C312-84B4-AF03-629C1F0C479E}"/>
          </ac:inkMkLst>
        </pc:inkChg>
        <pc:inkChg chg="add del">
          <ac:chgData name="Esraa Mohamed" userId="32a53f8955a3383c" providerId="LiveId" clId="{F10043CA-7E0C-4C5B-B8AD-80B51C33A480}" dt="2026-09-01T09:28:44.606" v="1012"/>
          <ac:inkMkLst>
            <pc:docMk/>
            <pc:sldMk cId="1170703195" sldId="287"/>
            <ac:inkMk id="7" creationId="{FAD83B03-BD75-BE35-AD10-24092AB203D7}"/>
          </ac:inkMkLst>
        </pc:inkChg>
        <pc:inkChg chg="add mod">
          <ac:chgData name="Esraa Mohamed" userId="32a53f8955a3383c" providerId="LiveId" clId="{F10043CA-7E0C-4C5B-B8AD-80B51C33A480}" dt="2026-09-01T09:28:45.574" v="1013"/>
          <ac:inkMkLst>
            <pc:docMk/>
            <pc:sldMk cId="1170703195" sldId="287"/>
            <ac:inkMk id="9" creationId="{EC617075-B42B-C042-8A1F-049BCEB26DE7}"/>
          </ac:inkMkLst>
        </pc:inkChg>
        <pc:inkChg chg="add">
          <ac:chgData name="Esraa Mohamed" userId="32a53f8955a3383c" providerId="LiveId" clId="{F10043CA-7E0C-4C5B-B8AD-80B51C33A480}" dt="2026-09-01T09:28:46.937" v="1014" actId="9405"/>
          <ac:inkMkLst>
            <pc:docMk/>
            <pc:sldMk cId="1170703195" sldId="287"/>
            <ac:inkMk id="14" creationId="{6D7EE8DB-DB7B-1222-A669-1D6F18A32BBE}"/>
          </ac:inkMkLst>
        </pc:inkChg>
        <pc:inkChg chg="add del">
          <ac:chgData name="Esraa Mohamed" userId="32a53f8955a3383c" providerId="LiveId" clId="{F10043CA-7E0C-4C5B-B8AD-80B51C33A480}" dt="2026-09-01T09:28:53.004" v="1016"/>
          <ac:inkMkLst>
            <pc:docMk/>
            <pc:sldMk cId="1170703195" sldId="287"/>
            <ac:inkMk id="16" creationId="{FBD255A7-7B23-8465-8A75-624D2EFBE37E}"/>
          </ac:inkMkLst>
        </pc:inkChg>
        <pc:inkChg chg="add">
          <ac:chgData name="Esraa Mohamed" userId="32a53f8955a3383c" providerId="LiveId" clId="{F10043CA-7E0C-4C5B-B8AD-80B51C33A480}" dt="2026-09-01T09:28:53.004" v="1016"/>
          <ac:inkMkLst>
            <pc:docMk/>
            <pc:sldMk cId="1170703195" sldId="287"/>
            <ac:inkMk id="18" creationId="{A565FAB8-90D5-47E8-FA8B-61C5A575E25C}"/>
          </ac:inkMkLst>
        </pc:inkChg>
        <pc:inkChg chg="add del">
          <ac:chgData name="Esraa Mohamed" userId="32a53f8955a3383c" providerId="LiveId" clId="{F10043CA-7E0C-4C5B-B8AD-80B51C33A480}" dt="2026-09-01T09:28:55.421" v="1018"/>
          <ac:inkMkLst>
            <pc:docMk/>
            <pc:sldMk cId="1170703195" sldId="287"/>
            <ac:inkMk id="19" creationId="{61F18BA0-9D69-0BE5-1A27-164C39D8D235}"/>
          </ac:inkMkLst>
        </pc:inkChg>
        <pc:inkChg chg="add">
          <ac:chgData name="Esraa Mohamed" userId="32a53f8955a3383c" providerId="LiveId" clId="{F10043CA-7E0C-4C5B-B8AD-80B51C33A480}" dt="2026-09-01T09:28:55.421" v="1018"/>
          <ac:inkMkLst>
            <pc:docMk/>
            <pc:sldMk cId="1170703195" sldId="287"/>
            <ac:inkMk id="20" creationId="{92B21494-EB94-7A9D-4114-E3ED9E9C0FAF}"/>
          </ac:inkMkLst>
        </pc:inkChg>
        <pc:inkChg chg="add">
          <ac:chgData name="Esraa Mohamed" userId="32a53f8955a3383c" providerId="LiveId" clId="{F10043CA-7E0C-4C5B-B8AD-80B51C33A480}" dt="2026-09-01T09:28:59.728" v="1019" actId="9405"/>
          <ac:inkMkLst>
            <pc:docMk/>
            <pc:sldMk cId="1170703195" sldId="287"/>
            <ac:inkMk id="21" creationId="{7D95F21A-5FEA-D581-1D8D-832BF2D6AE65}"/>
          </ac:inkMkLst>
        </pc:inkChg>
        <pc:inkChg chg="add del">
          <ac:chgData name="Esraa Mohamed" userId="32a53f8955a3383c" providerId="LiveId" clId="{F10043CA-7E0C-4C5B-B8AD-80B51C33A480}" dt="2026-09-01T09:29:02.885" v="1021"/>
          <ac:inkMkLst>
            <pc:docMk/>
            <pc:sldMk cId="1170703195" sldId="287"/>
            <ac:inkMk id="22" creationId="{A6C48A54-919B-98BF-2A84-2C977ED1796D}"/>
          </ac:inkMkLst>
        </pc:inkChg>
        <pc:inkChg chg="add">
          <ac:chgData name="Esraa Mohamed" userId="32a53f8955a3383c" providerId="LiveId" clId="{F10043CA-7E0C-4C5B-B8AD-80B51C33A480}" dt="2026-09-01T09:29:02.885" v="1021"/>
          <ac:inkMkLst>
            <pc:docMk/>
            <pc:sldMk cId="1170703195" sldId="287"/>
            <ac:inkMk id="23" creationId="{EEA20B80-7EE5-F61A-4DC4-E41D2036771C}"/>
          </ac:inkMkLst>
        </pc:inkChg>
        <pc:inkChg chg="add del">
          <ac:chgData name="Esraa Mohamed" userId="32a53f8955a3383c" providerId="LiveId" clId="{F10043CA-7E0C-4C5B-B8AD-80B51C33A480}" dt="2026-09-01T09:29:09.538" v="1023"/>
          <ac:inkMkLst>
            <pc:docMk/>
            <pc:sldMk cId="1170703195" sldId="287"/>
            <ac:inkMk id="24" creationId="{F80C6433-18E4-440F-B8A3-6A65DC3ED45E}"/>
          </ac:inkMkLst>
        </pc:inkChg>
        <pc:inkChg chg="add">
          <ac:chgData name="Esraa Mohamed" userId="32a53f8955a3383c" providerId="LiveId" clId="{F10043CA-7E0C-4C5B-B8AD-80B51C33A480}" dt="2026-09-01T09:29:09.538" v="1023"/>
          <ac:inkMkLst>
            <pc:docMk/>
            <pc:sldMk cId="1170703195" sldId="287"/>
            <ac:inkMk id="25" creationId="{949A0EBB-9153-156B-665E-D8C119E8AD69}"/>
          </ac:inkMkLst>
        </pc:inkChg>
        <pc:inkChg chg="add del">
          <ac:chgData name="Esraa Mohamed" userId="32a53f8955a3383c" providerId="LiveId" clId="{F10043CA-7E0C-4C5B-B8AD-80B51C33A480}" dt="2026-09-01T09:29:12.134" v="1025"/>
          <ac:inkMkLst>
            <pc:docMk/>
            <pc:sldMk cId="1170703195" sldId="287"/>
            <ac:inkMk id="26" creationId="{52B25E59-E2C6-45D3-947B-2179371ABDC4}"/>
          </ac:inkMkLst>
        </pc:inkChg>
        <pc:inkChg chg="add">
          <ac:chgData name="Esraa Mohamed" userId="32a53f8955a3383c" providerId="LiveId" clId="{F10043CA-7E0C-4C5B-B8AD-80B51C33A480}" dt="2026-09-01T09:29:12.134" v="1025"/>
          <ac:inkMkLst>
            <pc:docMk/>
            <pc:sldMk cId="1170703195" sldId="287"/>
            <ac:inkMk id="27" creationId="{2D5F0B5D-B010-2FCD-DA85-9F105EAC937E}"/>
          </ac:inkMkLst>
        </pc:inkChg>
        <pc:inkChg chg="add">
          <ac:chgData name="Esraa Mohamed" userId="32a53f8955a3383c" providerId="LiveId" clId="{F10043CA-7E0C-4C5B-B8AD-80B51C33A480}" dt="2026-09-01T09:29:13.860" v="1026" actId="9405"/>
          <ac:inkMkLst>
            <pc:docMk/>
            <pc:sldMk cId="1170703195" sldId="287"/>
            <ac:inkMk id="28" creationId="{8BEB0A47-CEB5-9B55-3ABB-EDF7EECF7B50}"/>
          </ac:inkMkLst>
        </pc:inkChg>
        <pc:inkChg chg="add">
          <ac:chgData name="Esraa Mohamed" userId="32a53f8955a3383c" providerId="LiveId" clId="{F10043CA-7E0C-4C5B-B8AD-80B51C33A480}" dt="2026-09-01T09:29:25.096" v="1027" actId="9405"/>
          <ac:inkMkLst>
            <pc:docMk/>
            <pc:sldMk cId="1170703195" sldId="287"/>
            <ac:inkMk id="29" creationId="{412DC7CD-5324-C916-CC2C-3A010AD67166}"/>
          </ac:inkMkLst>
        </pc:inkChg>
        <pc:inkChg chg="add del">
          <ac:chgData name="Esraa Mohamed" userId="32a53f8955a3383c" providerId="LiveId" clId="{F10043CA-7E0C-4C5B-B8AD-80B51C33A480}" dt="2026-09-01T09:29:44.390" v="1029"/>
          <ac:inkMkLst>
            <pc:docMk/>
            <pc:sldMk cId="1170703195" sldId="287"/>
            <ac:inkMk id="30" creationId="{52D0D2DE-E536-0EAB-73D5-6A5B209D55A0}"/>
          </ac:inkMkLst>
        </pc:inkChg>
        <pc:inkChg chg="add">
          <ac:chgData name="Esraa Mohamed" userId="32a53f8955a3383c" providerId="LiveId" clId="{F10043CA-7E0C-4C5B-B8AD-80B51C33A480}" dt="2026-09-01T09:29:44.390" v="1029"/>
          <ac:inkMkLst>
            <pc:docMk/>
            <pc:sldMk cId="1170703195" sldId="287"/>
            <ac:inkMk id="31" creationId="{E1D852F4-8B47-8629-7782-A1CD295A4FFC}"/>
          </ac:inkMkLst>
        </pc:inkChg>
        <pc:inkChg chg="add">
          <ac:chgData name="Esraa Mohamed" userId="32a53f8955a3383c" providerId="LiveId" clId="{F10043CA-7E0C-4C5B-B8AD-80B51C33A480}" dt="2026-09-01T09:29:57.603" v="1030" actId="9405"/>
          <ac:inkMkLst>
            <pc:docMk/>
            <pc:sldMk cId="1170703195" sldId="287"/>
            <ac:inkMk id="32" creationId="{38020B99-DE36-D45E-E8DA-1E661738D7F0}"/>
          </ac:inkMkLst>
        </pc:inkChg>
        <pc:inkChg chg="add del">
          <ac:chgData name="Esraa Mohamed" userId="32a53f8955a3383c" providerId="LiveId" clId="{F10043CA-7E0C-4C5B-B8AD-80B51C33A480}" dt="2026-09-01T09:30:26.094" v="1032"/>
          <ac:inkMkLst>
            <pc:docMk/>
            <pc:sldMk cId="1170703195" sldId="287"/>
            <ac:inkMk id="33" creationId="{2FDBF21A-23E3-B503-B570-193146632E64}"/>
          </ac:inkMkLst>
        </pc:inkChg>
        <pc:inkChg chg="add">
          <ac:chgData name="Esraa Mohamed" userId="32a53f8955a3383c" providerId="LiveId" clId="{F10043CA-7E0C-4C5B-B8AD-80B51C33A480}" dt="2026-09-01T09:30:26.094" v="1032"/>
          <ac:inkMkLst>
            <pc:docMk/>
            <pc:sldMk cId="1170703195" sldId="287"/>
            <ac:inkMk id="34" creationId="{02A7CF51-52AA-AD46-7EEF-625E76645998}"/>
          </ac:inkMkLst>
        </pc:inkChg>
        <pc:inkChg chg="add">
          <ac:chgData name="Esraa Mohamed" userId="32a53f8955a3383c" providerId="LiveId" clId="{F10043CA-7E0C-4C5B-B8AD-80B51C33A480}" dt="2026-09-01T09:30:34.285" v="1033" actId="9405"/>
          <ac:inkMkLst>
            <pc:docMk/>
            <pc:sldMk cId="1170703195" sldId="287"/>
            <ac:inkMk id="35" creationId="{112620BB-C974-62B6-4B09-666A89127348}"/>
          </ac:inkMkLst>
        </pc:inkChg>
        <pc:inkChg chg="add">
          <ac:chgData name="Esraa Mohamed" userId="32a53f8955a3383c" providerId="LiveId" clId="{F10043CA-7E0C-4C5B-B8AD-80B51C33A480}" dt="2026-09-01T09:30:37.075" v="1034" actId="9405"/>
          <ac:inkMkLst>
            <pc:docMk/>
            <pc:sldMk cId="1170703195" sldId="287"/>
            <ac:inkMk id="36" creationId="{FCEAE6A7-1F8B-8EC9-79A2-F11158929837}"/>
          </ac:inkMkLst>
        </pc:inkChg>
        <pc:inkChg chg="add">
          <ac:chgData name="Esraa Mohamed" userId="32a53f8955a3383c" providerId="LiveId" clId="{F10043CA-7E0C-4C5B-B8AD-80B51C33A480}" dt="2026-09-01T09:30:45.967" v="1035" actId="9405"/>
          <ac:inkMkLst>
            <pc:docMk/>
            <pc:sldMk cId="1170703195" sldId="287"/>
            <ac:inkMk id="37" creationId="{5CFB110D-2110-055A-AFA6-9A3E33A11A46}"/>
          </ac:inkMkLst>
        </pc:inkChg>
        <pc:inkChg chg="add">
          <ac:chgData name="Esraa Mohamed" userId="32a53f8955a3383c" providerId="LiveId" clId="{F10043CA-7E0C-4C5B-B8AD-80B51C33A480}" dt="2026-09-01T09:30:49.800" v="1036" actId="9405"/>
          <ac:inkMkLst>
            <pc:docMk/>
            <pc:sldMk cId="1170703195" sldId="287"/>
            <ac:inkMk id="38" creationId="{3702D0EA-ADDE-2162-109B-777777E00364}"/>
          </ac:inkMkLst>
        </pc:inkChg>
        <pc:inkChg chg="add del">
          <ac:chgData name="Esraa Mohamed" userId="32a53f8955a3383c" providerId="LiveId" clId="{F10043CA-7E0C-4C5B-B8AD-80B51C33A480}" dt="2026-09-01T09:30:53.120" v="1038"/>
          <ac:inkMkLst>
            <pc:docMk/>
            <pc:sldMk cId="1170703195" sldId="287"/>
            <ac:inkMk id="39" creationId="{896AEEFB-5EF1-6DCC-0952-5886F6E30D49}"/>
          </ac:inkMkLst>
        </pc:inkChg>
        <pc:inkChg chg="add">
          <ac:chgData name="Esraa Mohamed" userId="32a53f8955a3383c" providerId="LiveId" clId="{F10043CA-7E0C-4C5B-B8AD-80B51C33A480}" dt="2026-09-01T09:30:53.120" v="1038"/>
          <ac:inkMkLst>
            <pc:docMk/>
            <pc:sldMk cId="1170703195" sldId="287"/>
            <ac:inkMk id="40" creationId="{9EE0DA19-C038-CF2B-9568-57EFE6C002AE}"/>
          </ac:inkMkLst>
        </pc:inkChg>
        <pc:inkChg chg="add">
          <ac:chgData name="Esraa Mohamed" userId="32a53f8955a3383c" providerId="LiveId" clId="{F10043CA-7E0C-4C5B-B8AD-80B51C33A480}" dt="2026-09-01T09:31:23.364" v="1039" actId="9405"/>
          <ac:inkMkLst>
            <pc:docMk/>
            <pc:sldMk cId="1170703195" sldId="287"/>
            <ac:inkMk id="41" creationId="{64EB232C-6C18-552A-F428-194CF0B2BAB4}"/>
          </ac:inkMkLst>
        </pc:inkChg>
        <pc:inkChg chg="add mod">
          <ac:chgData name="Esraa Mohamed" userId="32a53f8955a3383c" providerId="LiveId" clId="{F10043CA-7E0C-4C5B-B8AD-80B51C33A480}" dt="2026-09-01T09:31:37.332" v="1045"/>
          <ac:inkMkLst>
            <pc:docMk/>
            <pc:sldMk cId="1170703195" sldId="287"/>
            <ac:inkMk id="42" creationId="{33EF0E7E-26A2-15AB-B880-98E4E0F8774C}"/>
          </ac:inkMkLst>
        </pc:inkChg>
        <pc:inkChg chg="add mod">
          <ac:chgData name="Esraa Mohamed" userId="32a53f8955a3383c" providerId="LiveId" clId="{F10043CA-7E0C-4C5B-B8AD-80B51C33A480}" dt="2026-09-01T09:31:37.332" v="1045"/>
          <ac:inkMkLst>
            <pc:docMk/>
            <pc:sldMk cId="1170703195" sldId="287"/>
            <ac:inkMk id="43" creationId="{FCB33AF2-38B0-4DC0-F28F-E9E65FF75BCF}"/>
          </ac:inkMkLst>
        </pc:inkChg>
        <pc:inkChg chg="add del">
          <ac:chgData name="Esraa Mohamed" userId="32a53f8955a3383c" providerId="LiveId" clId="{F10043CA-7E0C-4C5B-B8AD-80B51C33A480}" dt="2026-09-01T09:31:32.904" v="1043"/>
          <ac:inkMkLst>
            <pc:docMk/>
            <pc:sldMk cId="1170703195" sldId="287"/>
            <ac:inkMk id="44" creationId="{27B135F9-B532-3C04-B243-A33C76EF7392}"/>
          </ac:inkMkLst>
        </pc:inkChg>
        <pc:inkChg chg="add">
          <ac:chgData name="Esraa Mohamed" userId="32a53f8955a3383c" providerId="LiveId" clId="{F10043CA-7E0C-4C5B-B8AD-80B51C33A480}" dt="2026-09-01T09:31:32.904" v="1043"/>
          <ac:inkMkLst>
            <pc:docMk/>
            <pc:sldMk cId="1170703195" sldId="287"/>
            <ac:inkMk id="45" creationId="{2CD38ED0-F814-B9EC-72AE-CE83F431D75A}"/>
          </ac:inkMkLst>
        </pc:inkChg>
        <pc:inkChg chg="add mod">
          <ac:chgData name="Esraa Mohamed" userId="32a53f8955a3383c" providerId="LiveId" clId="{F10043CA-7E0C-4C5B-B8AD-80B51C33A480}" dt="2026-09-01T09:31:37.332" v="1045"/>
          <ac:inkMkLst>
            <pc:docMk/>
            <pc:sldMk cId="1170703195" sldId="287"/>
            <ac:inkMk id="46" creationId="{62A8263D-6CFA-2066-E88C-A8B78C96C878}"/>
          </ac:inkMkLst>
        </pc:inkChg>
        <pc:inkChg chg="add mod">
          <ac:chgData name="Esraa Mohamed" userId="32a53f8955a3383c" providerId="LiveId" clId="{F10043CA-7E0C-4C5B-B8AD-80B51C33A480}" dt="2026-09-01T09:31:44.602" v="1050"/>
          <ac:inkMkLst>
            <pc:docMk/>
            <pc:sldMk cId="1170703195" sldId="287"/>
            <ac:inkMk id="48" creationId="{F31EAA09-9096-1544-4743-652F5EBD0F29}"/>
          </ac:inkMkLst>
        </pc:inkChg>
        <pc:inkChg chg="add mod">
          <ac:chgData name="Esraa Mohamed" userId="32a53f8955a3383c" providerId="LiveId" clId="{F10043CA-7E0C-4C5B-B8AD-80B51C33A480}" dt="2026-09-01T09:31:44.602" v="1050"/>
          <ac:inkMkLst>
            <pc:docMk/>
            <pc:sldMk cId="1170703195" sldId="287"/>
            <ac:inkMk id="49" creationId="{652E613A-97ED-CA8B-019C-3E4A36DCB737}"/>
          </ac:inkMkLst>
        </pc:inkChg>
        <pc:inkChg chg="add mod">
          <ac:chgData name="Esraa Mohamed" userId="32a53f8955a3383c" providerId="LiveId" clId="{F10043CA-7E0C-4C5B-B8AD-80B51C33A480}" dt="2026-09-01T09:31:44.602" v="1050"/>
          <ac:inkMkLst>
            <pc:docMk/>
            <pc:sldMk cId="1170703195" sldId="287"/>
            <ac:inkMk id="51" creationId="{925CC334-DFBA-2F72-DD1E-14A17EBC144E}"/>
          </ac:inkMkLst>
        </pc:inkChg>
        <pc:inkChg chg="add del">
          <ac:chgData name="Esraa Mohamed" userId="32a53f8955a3383c" providerId="LiveId" clId="{F10043CA-7E0C-4C5B-B8AD-80B51C33A480}" dt="2026-09-01T09:31:50.763" v="1052"/>
          <ac:inkMkLst>
            <pc:docMk/>
            <pc:sldMk cId="1170703195" sldId="287"/>
            <ac:inkMk id="53" creationId="{6DD844F5-A786-A05A-8E86-C5BB93803DDF}"/>
          </ac:inkMkLst>
        </pc:inkChg>
        <pc:inkChg chg="add">
          <ac:chgData name="Esraa Mohamed" userId="32a53f8955a3383c" providerId="LiveId" clId="{F10043CA-7E0C-4C5B-B8AD-80B51C33A480}" dt="2026-09-01T09:31:50.763" v="1052"/>
          <ac:inkMkLst>
            <pc:docMk/>
            <pc:sldMk cId="1170703195" sldId="287"/>
            <ac:inkMk id="54" creationId="{B2F4472A-3D06-3D8F-ECEE-13D33F6D156F}"/>
          </ac:inkMkLst>
        </pc:inkChg>
        <pc:inkChg chg="add mod">
          <ac:chgData name="Esraa Mohamed" userId="32a53f8955a3383c" providerId="LiveId" clId="{F10043CA-7E0C-4C5B-B8AD-80B51C33A480}" dt="2026-09-01T09:31:58.036" v="1057"/>
          <ac:inkMkLst>
            <pc:docMk/>
            <pc:sldMk cId="1170703195" sldId="287"/>
            <ac:inkMk id="55" creationId="{C7F6A3D7-0DF4-1A3B-AF4B-F665393151A4}"/>
          </ac:inkMkLst>
        </pc:inkChg>
        <pc:inkChg chg="add mod">
          <ac:chgData name="Esraa Mohamed" userId="32a53f8955a3383c" providerId="LiveId" clId="{F10043CA-7E0C-4C5B-B8AD-80B51C33A480}" dt="2026-09-01T09:31:58.036" v="1057"/>
          <ac:inkMkLst>
            <pc:docMk/>
            <pc:sldMk cId="1170703195" sldId="287"/>
            <ac:inkMk id="56" creationId="{94B1AB30-CE8F-BFF3-2058-3D39B5A56C44}"/>
          </ac:inkMkLst>
        </pc:inkChg>
        <pc:inkChg chg="add mod">
          <ac:chgData name="Esraa Mohamed" userId="32a53f8955a3383c" providerId="LiveId" clId="{F10043CA-7E0C-4C5B-B8AD-80B51C33A480}" dt="2026-09-01T09:31:58.036" v="1057"/>
          <ac:inkMkLst>
            <pc:docMk/>
            <pc:sldMk cId="1170703195" sldId="287"/>
            <ac:inkMk id="58" creationId="{5CBA88B6-6611-4A47-378D-D9008AE5DBE9}"/>
          </ac:inkMkLst>
        </pc:inkChg>
        <pc:inkChg chg="add">
          <ac:chgData name="Esraa Mohamed" userId="32a53f8955a3383c" providerId="LiveId" clId="{F10043CA-7E0C-4C5B-B8AD-80B51C33A480}" dt="2026-09-01T09:35:45.746" v="1058" actId="9405"/>
          <ac:inkMkLst>
            <pc:docMk/>
            <pc:sldMk cId="1170703195" sldId="287"/>
            <ac:inkMk id="60" creationId="{55BF727C-AE87-C91B-F482-70BB476EE520}"/>
          </ac:inkMkLst>
        </pc:inkChg>
        <pc:cxnChg chg="add">
          <ac:chgData name="Esraa Mohamed" userId="32a53f8955a3383c" providerId="LiveId" clId="{F10043CA-7E0C-4C5B-B8AD-80B51C33A480}" dt="2026-08-31T21:14:54.434" v="308" actId="26606"/>
          <ac:cxnSpMkLst>
            <pc:docMk/>
            <pc:sldMk cId="1170703195" sldId="287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9:37:56.667" v="1088"/>
        <pc:sldMkLst>
          <pc:docMk/>
          <pc:sldMk cId="1884175973" sldId="288"/>
        </pc:sldMkLst>
        <pc:spChg chg="mod">
          <ac:chgData name="Esraa Mohamed" userId="32a53f8955a3383c" providerId="LiveId" clId="{F10043CA-7E0C-4C5B-B8AD-80B51C33A480}" dt="2026-08-31T21:16:28.086" v="330" actId="26606"/>
          <ac:spMkLst>
            <pc:docMk/>
            <pc:sldMk cId="1884175973" sldId="288"/>
            <ac:spMk id="2" creationId="{D76FB58D-91BB-F5B5-30F6-878649103B1E}"/>
          </ac:spMkLst>
        </pc:spChg>
        <pc:spChg chg="mod">
          <ac:chgData name="Esraa Mohamed" userId="32a53f8955a3383c" providerId="LiveId" clId="{F10043CA-7E0C-4C5B-B8AD-80B51C33A480}" dt="2026-08-31T21:16:28.086" v="330" actId="26606"/>
          <ac:spMkLst>
            <pc:docMk/>
            <pc:sldMk cId="1884175973" sldId="288"/>
            <ac:spMk id="3" creationId="{CC3617A4-9E84-DAB8-92D7-F44618B8EEE6}"/>
          </ac:spMkLst>
        </pc:spChg>
        <pc:spChg chg="add">
          <ac:chgData name="Esraa Mohamed" userId="32a53f8955a3383c" providerId="LiveId" clId="{F10043CA-7E0C-4C5B-B8AD-80B51C33A480}" dt="2026-08-31T21:16:28.086" v="330" actId="26606"/>
          <ac:spMkLst>
            <pc:docMk/>
            <pc:sldMk cId="1884175973" sldId="288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1:16:28.086" v="330" actId="26606"/>
          <ac:spMkLst>
            <pc:docMk/>
            <pc:sldMk cId="1884175973" sldId="288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21:16:28.086" v="330" actId="26606"/>
          <ac:grpSpMkLst>
            <pc:docMk/>
            <pc:sldMk cId="1884175973" sldId="288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9-01T09:37:16.811" v="1071"/>
          <ac:grpSpMkLst>
            <pc:docMk/>
            <pc:sldMk cId="1884175973" sldId="288"/>
            <ac:grpSpMk id="19" creationId="{8B6A5893-C29E-E343-889F-698F381C0F57}"/>
          </ac:grpSpMkLst>
        </pc:grpChg>
        <pc:grpChg chg="mod">
          <ac:chgData name="Esraa Mohamed" userId="32a53f8955a3383c" providerId="LiveId" clId="{F10043CA-7E0C-4C5B-B8AD-80B51C33A480}" dt="2026-09-01T09:37:16.811" v="1071"/>
          <ac:grpSpMkLst>
            <pc:docMk/>
            <pc:sldMk cId="1884175973" sldId="288"/>
            <ac:grpSpMk id="24" creationId="{87B50407-4B16-9403-2D28-86647F9B9ADF}"/>
          </ac:grpSpMkLst>
        </pc:grpChg>
        <pc:grpChg chg="mod">
          <ac:chgData name="Esraa Mohamed" userId="32a53f8955a3383c" providerId="LiveId" clId="{F10043CA-7E0C-4C5B-B8AD-80B51C33A480}" dt="2026-09-01T09:37:56.667" v="1088"/>
          <ac:grpSpMkLst>
            <pc:docMk/>
            <pc:sldMk cId="1884175973" sldId="288"/>
            <ac:grpSpMk id="41" creationId="{9B44F342-15B3-94BA-319F-E968886A76C2}"/>
          </ac:grpSpMkLst>
        </pc:grpChg>
        <pc:picChg chg="add mod">
          <ac:chgData name="Esraa Mohamed" userId="32a53f8955a3383c" providerId="LiveId" clId="{F10043CA-7E0C-4C5B-B8AD-80B51C33A480}" dt="2026-08-31T21:21:41.441" v="332" actId="1076"/>
          <ac:picMkLst>
            <pc:docMk/>
            <pc:sldMk cId="1884175973" sldId="288"/>
            <ac:picMk id="5" creationId="{CE891A3E-0BF1-9674-1D6F-1A75037C23B1}"/>
          </ac:picMkLst>
        </pc:picChg>
        <pc:inkChg chg="add del">
          <ac:chgData name="Esraa Mohamed" userId="32a53f8955a3383c" providerId="LiveId" clId="{F10043CA-7E0C-4C5B-B8AD-80B51C33A480}" dt="2026-09-01T09:36:16.666" v="1060"/>
          <ac:inkMkLst>
            <pc:docMk/>
            <pc:sldMk cId="1884175973" sldId="288"/>
            <ac:inkMk id="4" creationId="{B5485345-49A2-C9EC-A401-9AF2E8C6C22B}"/>
          </ac:inkMkLst>
        </pc:inkChg>
        <pc:inkChg chg="add">
          <ac:chgData name="Esraa Mohamed" userId="32a53f8955a3383c" providerId="LiveId" clId="{F10043CA-7E0C-4C5B-B8AD-80B51C33A480}" dt="2026-09-01T09:36:16.666" v="1060"/>
          <ac:inkMkLst>
            <pc:docMk/>
            <pc:sldMk cId="1884175973" sldId="288"/>
            <ac:inkMk id="6" creationId="{98CB0134-7FAA-6B45-11A5-695F899AE247}"/>
          </ac:inkMkLst>
        </pc:inkChg>
        <pc:inkChg chg="add">
          <ac:chgData name="Esraa Mohamed" userId="32a53f8955a3383c" providerId="LiveId" clId="{F10043CA-7E0C-4C5B-B8AD-80B51C33A480}" dt="2026-09-01T09:36:23.699" v="1061" actId="9405"/>
          <ac:inkMkLst>
            <pc:docMk/>
            <pc:sldMk cId="1884175973" sldId="288"/>
            <ac:inkMk id="7" creationId="{47D25B7F-D3DA-6C39-6296-4F2A9D6E4010}"/>
          </ac:inkMkLst>
        </pc:inkChg>
        <pc:inkChg chg="add">
          <ac:chgData name="Esraa Mohamed" userId="32a53f8955a3383c" providerId="LiveId" clId="{F10043CA-7E0C-4C5B-B8AD-80B51C33A480}" dt="2026-09-01T09:36:31.540" v="1062" actId="9405"/>
          <ac:inkMkLst>
            <pc:docMk/>
            <pc:sldMk cId="1884175973" sldId="288"/>
            <ac:inkMk id="9" creationId="{60647285-7D8F-A796-A708-D92A314E7D2D}"/>
          </ac:inkMkLst>
        </pc:inkChg>
        <pc:inkChg chg="add">
          <ac:chgData name="Esraa Mohamed" userId="32a53f8955a3383c" providerId="LiveId" clId="{F10043CA-7E0C-4C5B-B8AD-80B51C33A480}" dt="2026-09-01T09:36:35.717" v="1063" actId="9405"/>
          <ac:inkMkLst>
            <pc:docMk/>
            <pc:sldMk cId="1884175973" sldId="288"/>
            <ac:inkMk id="14" creationId="{CE0E3B63-0117-44F6-B0B9-331472DFB286}"/>
          </ac:inkMkLst>
        </pc:inkChg>
        <pc:inkChg chg="add mod">
          <ac:chgData name="Esraa Mohamed" userId="32a53f8955a3383c" providerId="LiveId" clId="{F10043CA-7E0C-4C5B-B8AD-80B51C33A480}" dt="2026-09-01T09:37:16.811" v="1071"/>
          <ac:inkMkLst>
            <pc:docMk/>
            <pc:sldMk cId="1884175973" sldId="288"/>
            <ac:inkMk id="16" creationId="{C1D1DB97-DDB5-FB64-B300-F20EC98F9B76}"/>
          </ac:inkMkLst>
        </pc:inkChg>
        <pc:inkChg chg="add mod">
          <ac:chgData name="Esraa Mohamed" userId="32a53f8955a3383c" providerId="LiveId" clId="{F10043CA-7E0C-4C5B-B8AD-80B51C33A480}" dt="2026-09-01T09:37:16.811" v="1071"/>
          <ac:inkMkLst>
            <pc:docMk/>
            <pc:sldMk cId="1884175973" sldId="288"/>
            <ac:inkMk id="18" creationId="{F3C05712-B0E9-A599-8CA0-04ED1CB58962}"/>
          </ac:inkMkLst>
        </pc:inkChg>
        <pc:inkChg chg="add">
          <ac:chgData name="Esraa Mohamed" userId="32a53f8955a3383c" providerId="LiveId" clId="{F10043CA-7E0C-4C5B-B8AD-80B51C33A480}" dt="2026-09-01T09:36:58.055" v="1067" actId="9405"/>
          <ac:inkMkLst>
            <pc:docMk/>
            <pc:sldMk cId="1884175973" sldId="288"/>
            <ac:inkMk id="20" creationId="{FC6DB6D1-002A-9D4D-09BB-4367CA09A8B1}"/>
          </ac:inkMkLst>
        </pc:inkChg>
        <pc:inkChg chg="add">
          <ac:chgData name="Esraa Mohamed" userId="32a53f8955a3383c" providerId="LiveId" clId="{F10043CA-7E0C-4C5B-B8AD-80B51C33A480}" dt="2026-09-01T09:37:04.545" v="1068" actId="9405"/>
          <ac:inkMkLst>
            <pc:docMk/>
            <pc:sldMk cId="1884175973" sldId="288"/>
            <ac:inkMk id="21" creationId="{03458855-EBE3-A441-A759-E2A7F6D44E6E}"/>
          </ac:inkMkLst>
        </pc:inkChg>
        <pc:inkChg chg="add">
          <ac:chgData name="Esraa Mohamed" userId="32a53f8955a3383c" providerId="LiveId" clId="{F10043CA-7E0C-4C5B-B8AD-80B51C33A480}" dt="2026-09-01T09:37:12.242" v="1069" actId="9405"/>
          <ac:inkMkLst>
            <pc:docMk/>
            <pc:sldMk cId="1884175973" sldId="288"/>
            <ac:inkMk id="22" creationId="{C38032A4-01C1-1409-A873-F896AA72CE0E}"/>
          </ac:inkMkLst>
        </pc:inkChg>
        <pc:inkChg chg="add mod">
          <ac:chgData name="Esraa Mohamed" userId="32a53f8955a3383c" providerId="LiveId" clId="{F10043CA-7E0C-4C5B-B8AD-80B51C33A480}" dt="2026-09-01T09:37:16.811" v="1071"/>
          <ac:inkMkLst>
            <pc:docMk/>
            <pc:sldMk cId="1884175973" sldId="288"/>
            <ac:inkMk id="23" creationId="{3F6858FA-C7C0-6DEB-7CC2-79E1EA47A087}"/>
          </ac:inkMkLst>
        </pc:inkChg>
        <pc:inkChg chg="add">
          <ac:chgData name="Esraa Mohamed" userId="32a53f8955a3383c" providerId="LiveId" clId="{F10043CA-7E0C-4C5B-B8AD-80B51C33A480}" dt="2026-09-01T09:37:18.774" v="1072" actId="9405"/>
          <ac:inkMkLst>
            <pc:docMk/>
            <pc:sldMk cId="1884175973" sldId="288"/>
            <ac:inkMk id="25" creationId="{5A216D99-6458-AD51-FACE-485D48B7D75E}"/>
          </ac:inkMkLst>
        </pc:inkChg>
        <pc:inkChg chg="add">
          <ac:chgData name="Esraa Mohamed" userId="32a53f8955a3383c" providerId="LiveId" clId="{F10043CA-7E0C-4C5B-B8AD-80B51C33A480}" dt="2026-09-01T09:37:21.895" v="1073" actId="9405"/>
          <ac:inkMkLst>
            <pc:docMk/>
            <pc:sldMk cId="1884175973" sldId="288"/>
            <ac:inkMk id="26" creationId="{DEE2FB4C-A2C4-38D0-BA7C-EB7F18F2DAB0}"/>
          </ac:inkMkLst>
        </pc:inkChg>
        <pc:inkChg chg="add del">
          <ac:chgData name="Esraa Mohamed" userId="32a53f8955a3383c" providerId="LiveId" clId="{F10043CA-7E0C-4C5B-B8AD-80B51C33A480}" dt="2026-09-01T09:37:25.806" v="1075"/>
          <ac:inkMkLst>
            <pc:docMk/>
            <pc:sldMk cId="1884175973" sldId="288"/>
            <ac:inkMk id="27" creationId="{7023E871-7D42-6243-FE1C-E6A88EABC986}"/>
          </ac:inkMkLst>
        </pc:inkChg>
        <pc:inkChg chg="add">
          <ac:chgData name="Esraa Mohamed" userId="32a53f8955a3383c" providerId="LiveId" clId="{F10043CA-7E0C-4C5B-B8AD-80B51C33A480}" dt="2026-09-01T09:37:25.806" v="1075"/>
          <ac:inkMkLst>
            <pc:docMk/>
            <pc:sldMk cId="1884175973" sldId="288"/>
            <ac:inkMk id="28" creationId="{12758197-C5D9-8F26-A4D9-A2BD4438F8A1}"/>
          </ac:inkMkLst>
        </pc:inkChg>
        <pc:inkChg chg="add del">
          <ac:chgData name="Esraa Mohamed" userId="32a53f8955a3383c" providerId="LiveId" clId="{F10043CA-7E0C-4C5B-B8AD-80B51C33A480}" dt="2026-09-01T09:37:29.158" v="1077"/>
          <ac:inkMkLst>
            <pc:docMk/>
            <pc:sldMk cId="1884175973" sldId="288"/>
            <ac:inkMk id="29" creationId="{DB1BA4FC-C62A-2449-B56A-1A6561F4484F}"/>
          </ac:inkMkLst>
        </pc:inkChg>
        <pc:inkChg chg="add">
          <ac:chgData name="Esraa Mohamed" userId="32a53f8955a3383c" providerId="LiveId" clId="{F10043CA-7E0C-4C5B-B8AD-80B51C33A480}" dt="2026-09-01T09:37:29.158" v="1077"/>
          <ac:inkMkLst>
            <pc:docMk/>
            <pc:sldMk cId="1884175973" sldId="288"/>
            <ac:inkMk id="30" creationId="{EA71F366-8C3D-61C9-3BA8-0B71131028DA}"/>
          </ac:inkMkLst>
        </pc:inkChg>
        <pc:inkChg chg="add">
          <ac:chgData name="Esraa Mohamed" userId="32a53f8955a3383c" providerId="LiveId" clId="{F10043CA-7E0C-4C5B-B8AD-80B51C33A480}" dt="2026-09-01T09:37:33.299" v="1078" actId="9405"/>
          <ac:inkMkLst>
            <pc:docMk/>
            <pc:sldMk cId="1884175973" sldId="288"/>
            <ac:inkMk id="31" creationId="{A1F57CFE-16A8-7B41-FEE2-27ACA2B7F59D}"/>
          </ac:inkMkLst>
        </pc:inkChg>
        <pc:inkChg chg="add">
          <ac:chgData name="Esraa Mohamed" userId="32a53f8955a3383c" providerId="LiveId" clId="{F10043CA-7E0C-4C5B-B8AD-80B51C33A480}" dt="2026-09-01T09:37:35.815" v="1079" actId="9405"/>
          <ac:inkMkLst>
            <pc:docMk/>
            <pc:sldMk cId="1884175973" sldId="288"/>
            <ac:inkMk id="32" creationId="{AF2BDE73-4DE8-850D-BA86-B16358D3E193}"/>
          </ac:inkMkLst>
        </pc:inkChg>
        <pc:inkChg chg="add del">
          <ac:chgData name="Esraa Mohamed" userId="32a53f8955a3383c" providerId="LiveId" clId="{F10043CA-7E0C-4C5B-B8AD-80B51C33A480}" dt="2026-09-01T09:37:42.379" v="1081"/>
          <ac:inkMkLst>
            <pc:docMk/>
            <pc:sldMk cId="1884175973" sldId="288"/>
            <ac:inkMk id="33" creationId="{F0CB639A-476B-5AD1-D900-28DA4FE04922}"/>
          </ac:inkMkLst>
        </pc:inkChg>
        <pc:inkChg chg="add">
          <ac:chgData name="Esraa Mohamed" userId="32a53f8955a3383c" providerId="LiveId" clId="{F10043CA-7E0C-4C5B-B8AD-80B51C33A480}" dt="2026-09-01T09:37:42.379" v="1081"/>
          <ac:inkMkLst>
            <pc:docMk/>
            <pc:sldMk cId="1884175973" sldId="288"/>
            <ac:inkMk id="34" creationId="{25DF6E39-C94B-B795-6166-841BD1769225}"/>
          </ac:inkMkLst>
        </pc:inkChg>
        <pc:inkChg chg="add del">
          <ac:chgData name="Esraa Mohamed" userId="32a53f8955a3383c" providerId="LiveId" clId="{F10043CA-7E0C-4C5B-B8AD-80B51C33A480}" dt="2026-09-01T09:37:47.364" v="1083"/>
          <ac:inkMkLst>
            <pc:docMk/>
            <pc:sldMk cId="1884175973" sldId="288"/>
            <ac:inkMk id="35" creationId="{4EE2889B-D7AD-6903-A6B4-C2250ABD4E80}"/>
          </ac:inkMkLst>
        </pc:inkChg>
        <pc:inkChg chg="add">
          <ac:chgData name="Esraa Mohamed" userId="32a53f8955a3383c" providerId="LiveId" clId="{F10043CA-7E0C-4C5B-B8AD-80B51C33A480}" dt="2026-09-01T09:37:47.364" v="1083"/>
          <ac:inkMkLst>
            <pc:docMk/>
            <pc:sldMk cId="1884175973" sldId="288"/>
            <ac:inkMk id="36" creationId="{CC8192D5-FC5C-058D-EAB7-86FE26EAFB1B}"/>
          </ac:inkMkLst>
        </pc:inkChg>
        <pc:inkChg chg="add del">
          <ac:chgData name="Esraa Mohamed" userId="32a53f8955a3383c" providerId="LiveId" clId="{F10043CA-7E0C-4C5B-B8AD-80B51C33A480}" dt="2026-09-01T09:37:50.299" v="1085"/>
          <ac:inkMkLst>
            <pc:docMk/>
            <pc:sldMk cId="1884175973" sldId="288"/>
            <ac:inkMk id="37" creationId="{7143E936-D077-8F3A-A12A-468BBE0A1066}"/>
          </ac:inkMkLst>
        </pc:inkChg>
        <pc:inkChg chg="add">
          <ac:chgData name="Esraa Mohamed" userId="32a53f8955a3383c" providerId="LiveId" clId="{F10043CA-7E0C-4C5B-B8AD-80B51C33A480}" dt="2026-09-01T09:37:50.299" v="1085"/>
          <ac:inkMkLst>
            <pc:docMk/>
            <pc:sldMk cId="1884175973" sldId="288"/>
            <ac:inkMk id="38" creationId="{13A4E53C-C3DE-437D-DDF7-27CA8249CFC2}"/>
          </ac:inkMkLst>
        </pc:inkChg>
        <pc:inkChg chg="add mod">
          <ac:chgData name="Esraa Mohamed" userId="32a53f8955a3383c" providerId="LiveId" clId="{F10043CA-7E0C-4C5B-B8AD-80B51C33A480}" dt="2026-09-01T09:37:56.667" v="1088"/>
          <ac:inkMkLst>
            <pc:docMk/>
            <pc:sldMk cId="1884175973" sldId="288"/>
            <ac:inkMk id="39" creationId="{DC5A1323-2E4A-ACC2-66C8-F6AB2FD1D54F}"/>
          </ac:inkMkLst>
        </pc:inkChg>
        <pc:inkChg chg="add mod">
          <ac:chgData name="Esraa Mohamed" userId="32a53f8955a3383c" providerId="LiveId" clId="{F10043CA-7E0C-4C5B-B8AD-80B51C33A480}" dt="2026-09-01T09:37:56.667" v="1088"/>
          <ac:inkMkLst>
            <pc:docMk/>
            <pc:sldMk cId="1884175973" sldId="288"/>
            <ac:inkMk id="40" creationId="{E21BBDDC-3810-97FD-B3DB-2489177CD688}"/>
          </ac:inkMkLst>
        </pc:inkChg>
        <pc:cxnChg chg="add">
          <ac:chgData name="Esraa Mohamed" userId="32a53f8955a3383c" providerId="LiveId" clId="{F10043CA-7E0C-4C5B-B8AD-80B51C33A480}" dt="2026-08-31T21:16:28.086" v="330" actId="26606"/>
          <ac:cxnSpMkLst>
            <pc:docMk/>
            <pc:sldMk cId="1884175973" sldId="288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9-01T09:59:23.752" v="1091"/>
        <pc:sldMkLst>
          <pc:docMk/>
          <pc:sldMk cId="1206012498" sldId="289"/>
        </pc:sldMkLst>
        <pc:spChg chg="mod">
          <ac:chgData name="Esraa Mohamed" userId="32a53f8955a3383c" providerId="LiveId" clId="{F10043CA-7E0C-4C5B-B8AD-80B51C33A480}" dt="2026-08-31T22:12:40.588" v="353" actId="26606"/>
          <ac:spMkLst>
            <pc:docMk/>
            <pc:sldMk cId="1206012498" sldId="289"/>
            <ac:spMk id="2" creationId="{4280EB0E-0B7E-0396-1658-3185B7989B21}"/>
          </ac:spMkLst>
        </pc:spChg>
        <pc:spChg chg="mod">
          <ac:chgData name="Esraa Mohamed" userId="32a53f8955a3383c" providerId="LiveId" clId="{F10043CA-7E0C-4C5B-B8AD-80B51C33A480}" dt="2026-08-31T22:12:47.698" v="354" actId="15"/>
          <ac:spMkLst>
            <pc:docMk/>
            <pc:sldMk cId="1206012498" sldId="289"/>
            <ac:spMk id="3" creationId="{B8A5C9EB-4A7C-521C-074D-0519750F9D2F}"/>
          </ac:spMkLst>
        </pc:spChg>
        <pc:spChg chg="add">
          <ac:chgData name="Esraa Mohamed" userId="32a53f8955a3383c" providerId="LiveId" clId="{F10043CA-7E0C-4C5B-B8AD-80B51C33A480}" dt="2026-08-31T22:12:40.588" v="353" actId="26606"/>
          <ac:spMkLst>
            <pc:docMk/>
            <pc:sldMk cId="1206012498" sldId="289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2:12:40.588" v="353" actId="26606"/>
          <ac:spMkLst>
            <pc:docMk/>
            <pc:sldMk cId="1206012498" sldId="289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22:12:40.588" v="353" actId="26606"/>
          <ac:grpSpMkLst>
            <pc:docMk/>
            <pc:sldMk cId="1206012498" sldId="289"/>
            <ac:grpSpMk id="10" creationId="{AE1C45F0-260A-458C-96ED-C1F6D2151219}"/>
          </ac:grpSpMkLst>
        </pc:grpChg>
        <pc:inkChg chg="add">
          <ac:chgData name="Esraa Mohamed" userId="32a53f8955a3383c" providerId="LiveId" clId="{F10043CA-7E0C-4C5B-B8AD-80B51C33A480}" dt="2026-09-01T09:58:38.011" v="1089" actId="9405"/>
          <ac:inkMkLst>
            <pc:docMk/>
            <pc:sldMk cId="1206012498" sldId="289"/>
            <ac:inkMk id="4" creationId="{BBB80C6D-63BB-044F-E545-5E251CB65326}"/>
          </ac:inkMkLst>
        </pc:inkChg>
        <pc:inkChg chg="add del">
          <ac:chgData name="Esraa Mohamed" userId="32a53f8955a3383c" providerId="LiveId" clId="{F10043CA-7E0C-4C5B-B8AD-80B51C33A480}" dt="2026-09-01T09:59:23.752" v="1091"/>
          <ac:inkMkLst>
            <pc:docMk/>
            <pc:sldMk cId="1206012498" sldId="289"/>
            <ac:inkMk id="5" creationId="{B79CCCE5-A4C1-16E1-8A75-2766304770D4}"/>
          </ac:inkMkLst>
        </pc:inkChg>
        <pc:inkChg chg="add">
          <ac:chgData name="Esraa Mohamed" userId="32a53f8955a3383c" providerId="LiveId" clId="{F10043CA-7E0C-4C5B-B8AD-80B51C33A480}" dt="2026-09-01T09:59:23.752" v="1091"/>
          <ac:inkMkLst>
            <pc:docMk/>
            <pc:sldMk cId="1206012498" sldId="289"/>
            <ac:inkMk id="6" creationId="{D78ECE6E-B895-EBA9-4CFC-843A26E9F452}"/>
          </ac:inkMkLst>
        </pc:inkChg>
        <pc:cxnChg chg="add">
          <ac:chgData name="Esraa Mohamed" userId="32a53f8955a3383c" providerId="LiveId" clId="{F10043CA-7E0C-4C5B-B8AD-80B51C33A480}" dt="2026-08-31T22:12:40.588" v="353" actId="26606"/>
          <ac:cxnSpMkLst>
            <pc:docMk/>
            <pc:sldMk cId="1206012498" sldId="289"/>
            <ac:cxnSpMk id="17" creationId="{6CF1BAF6-AD41-4082-B212-8A1F9A2E8779}"/>
          </ac:cxnSpMkLst>
        </pc:cxnChg>
      </pc:sldChg>
      <pc:sldChg chg="new del">
        <pc:chgData name="Esraa Mohamed" userId="32a53f8955a3383c" providerId="LiveId" clId="{F10043CA-7E0C-4C5B-B8AD-80B51C33A480}" dt="2026-09-01T06:47:59.919" v="483" actId="47"/>
        <pc:sldMkLst>
          <pc:docMk/>
          <pc:sldMk cId="976904366" sldId="290"/>
        </pc:sldMkLst>
      </pc:sldChg>
      <pc:sldChg chg="new del">
        <pc:chgData name="Esraa Mohamed" userId="32a53f8955a3383c" providerId="LiveId" clId="{F10043CA-7E0C-4C5B-B8AD-80B51C33A480}" dt="2026-09-01T06:48:01.348" v="484" actId="47"/>
        <pc:sldMkLst>
          <pc:docMk/>
          <pc:sldMk cId="4170806778" sldId="291"/>
        </pc:sldMkLst>
      </pc:sldChg>
      <pc:sldChg chg="addSp delSp modSp new mod setBg">
        <pc:chgData name="Esraa Mohamed" userId="32a53f8955a3383c" providerId="LiveId" clId="{F10043CA-7E0C-4C5B-B8AD-80B51C33A480}" dt="2026-09-01T10:06:56.040" v="1119"/>
        <pc:sldMkLst>
          <pc:docMk/>
          <pc:sldMk cId="3522492350" sldId="292"/>
        </pc:sldMkLst>
        <pc:spChg chg="mod">
          <ac:chgData name="Esraa Mohamed" userId="32a53f8955a3383c" providerId="LiveId" clId="{F10043CA-7E0C-4C5B-B8AD-80B51C33A480}" dt="2026-09-01T06:48:14.401" v="490" actId="404"/>
          <ac:spMkLst>
            <pc:docMk/>
            <pc:sldMk cId="3522492350" sldId="292"/>
            <ac:spMk id="2" creationId="{FCBA3CBA-2A80-5725-B35A-3CA9D186D508}"/>
          </ac:spMkLst>
        </pc:spChg>
        <pc:spChg chg="mod">
          <ac:chgData name="Esraa Mohamed" userId="32a53f8955a3383c" providerId="LiveId" clId="{F10043CA-7E0C-4C5B-B8AD-80B51C33A480}" dt="2026-08-31T22:36:30.710" v="364" actId="26606"/>
          <ac:spMkLst>
            <pc:docMk/>
            <pc:sldMk cId="3522492350" sldId="292"/>
            <ac:spMk id="3" creationId="{32E185D8-E7A3-CBE7-8193-BF08EB75E1C7}"/>
          </ac:spMkLst>
        </pc:spChg>
        <pc:spChg chg="add del">
          <ac:chgData name="Esraa Mohamed" userId="32a53f8955a3383c" providerId="LiveId" clId="{F10043CA-7E0C-4C5B-B8AD-80B51C33A480}" dt="2026-08-31T22:35:55.640" v="356" actId="22"/>
          <ac:spMkLst>
            <pc:docMk/>
            <pc:sldMk cId="3522492350" sldId="292"/>
            <ac:spMk id="5" creationId="{60FC59B4-4DD1-0C15-CE0C-A2543E2A342F}"/>
          </ac:spMkLst>
        </pc:spChg>
        <pc:spChg chg="add">
          <ac:chgData name="Esraa Mohamed" userId="32a53f8955a3383c" providerId="LiveId" clId="{F10043CA-7E0C-4C5B-B8AD-80B51C33A480}" dt="2026-08-31T22:36:30.710" v="364" actId="26606"/>
          <ac:spMkLst>
            <pc:docMk/>
            <pc:sldMk cId="3522492350" sldId="292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2:36:30.710" v="364" actId="26606"/>
          <ac:spMkLst>
            <pc:docMk/>
            <pc:sldMk cId="3522492350" sldId="292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22:36:30.710" v="364" actId="26606"/>
          <ac:grpSpMkLst>
            <pc:docMk/>
            <pc:sldMk cId="3522492350" sldId="292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9-01T10:06:56.039" v="1118"/>
          <ac:grpSpMkLst>
            <pc:docMk/>
            <pc:sldMk cId="3522492350" sldId="292"/>
            <ac:grpSpMk id="18" creationId="{2AEC1457-1884-C842-3D28-5219495426B2}"/>
          </ac:grpSpMkLst>
        </pc:grpChg>
        <pc:inkChg chg="add del">
          <ac:chgData name="Esraa Mohamed" userId="32a53f8955a3383c" providerId="LiveId" clId="{F10043CA-7E0C-4C5B-B8AD-80B51C33A480}" dt="2026-09-01T10:03:25.391" v="1093"/>
          <ac:inkMkLst>
            <pc:docMk/>
            <pc:sldMk cId="3522492350" sldId="292"/>
            <ac:inkMk id="4" creationId="{75AF3FFE-D4F2-F777-FF8A-50A4EE967EC1}"/>
          </ac:inkMkLst>
        </pc:inkChg>
        <pc:inkChg chg="add del">
          <ac:chgData name="Esraa Mohamed" userId="32a53f8955a3383c" providerId="LiveId" clId="{F10043CA-7E0C-4C5B-B8AD-80B51C33A480}" dt="2026-09-01T10:06:56.035" v="1114"/>
          <ac:inkMkLst>
            <pc:docMk/>
            <pc:sldMk cId="3522492350" sldId="292"/>
            <ac:inkMk id="5" creationId="{9A9CEE38-DF56-337D-E4E6-ED9E3F9197B4}"/>
          </ac:inkMkLst>
        </pc:inkChg>
        <pc:inkChg chg="add del">
          <ac:chgData name="Esraa Mohamed" userId="32a53f8955a3383c" providerId="LiveId" clId="{F10043CA-7E0C-4C5B-B8AD-80B51C33A480}" dt="2026-09-01T10:06:56.038" v="1117"/>
          <ac:inkMkLst>
            <pc:docMk/>
            <pc:sldMk cId="3522492350" sldId="292"/>
            <ac:inkMk id="6" creationId="{DCC48DAA-BA8C-A521-1276-CC5DF5B8D715}"/>
          </ac:inkMkLst>
        </pc:inkChg>
        <pc:inkChg chg="add del">
          <ac:chgData name="Esraa Mohamed" userId="32a53f8955a3383c" providerId="LiveId" clId="{F10043CA-7E0C-4C5B-B8AD-80B51C33A480}" dt="2026-09-01T10:03:35.782" v="1096"/>
          <ac:inkMkLst>
            <pc:docMk/>
            <pc:sldMk cId="3522492350" sldId="292"/>
            <ac:inkMk id="7" creationId="{902343CC-87B0-80FC-5874-D7187C9592FE}"/>
          </ac:inkMkLst>
        </pc:inkChg>
        <pc:inkChg chg="add del">
          <ac:chgData name="Esraa Mohamed" userId="32a53f8955a3383c" providerId="LiveId" clId="{F10043CA-7E0C-4C5B-B8AD-80B51C33A480}" dt="2026-09-01T10:06:56.036" v="1115"/>
          <ac:inkMkLst>
            <pc:docMk/>
            <pc:sldMk cId="3522492350" sldId="292"/>
            <ac:inkMk id="9" creationId="{9FBE1420-03C6-FCE5-8D21-431410DFCC3D}"/>
          </ac:inkMkLst>
        </pc:inkChg>
        <pc:inkChg chg="add del mod">
          <ac:chgData name="Esraa Mohamed" userId="32a53f8955a3383c" providerId="LiveId" clId="{F10043CA-7E0C-4C5B-B8AD-80B51C33A480}" dt="2026-09-01T10:06:56.040" v="1119"/>
          <ac:inkMkLst>
            <pc:docMk/>
            <pc:sldMk cId="3522492350" sldId="292"/>
            <ac:inkMk id="14" creationId="{3E15816D-97A8-EEB4-E372-46AFA50F6351}"/>
          </ac:inkMkLst>
        </pc:inkChg>
        <pc:inkChg chg="add del mod">
          <ac:chgData name="Esraa Mohamed" userId="32a53f8955a3383c" providerId="LiveId" clId="{F10043CA-7E0C-4C5B-B8AD-80B51C33A480}" dt="2026-09-01T10:06:56.039" v="1118"/>
          <ac:inkMkLst>
            <pc:docMk/>
            <pc:sldMk cId="3522492350" sldId="292"/>
            <ac:inkMk id="16" creationId="{EC7E3E7D-CE97-D17A-F39D-AF1EB1ECE1B7}"/>
          </ac:inkMkLst>
        </pc:inkChg>
        <pc:inkChg chg="add del">
          <ac:chgData name="Esraa Mohamed" userId="32a53f8955a3383c" providerId="LiveId" clId="{F10043CA-7E0C-4C5B-B8AD-80B51C33A480}" dt="2026-09-01T10:03:52.689" v="1101"/>
          <ac:inkMkLst>
            <pc:docMk/>
            <pc:sldMk cId="3522492350" sldId="292"/>
            <ac:inkMk id="19" creationId="{5B1AB1A5-C7CE-FCFC-B155-54498033FEF6}"/>
          </ac:inkMkLst>
        </pc:inkChg>
        <pc:inkChg chg="add del mod">
          <ac:chgData name="Esraa Mohamed" userId="32a53f8955a3383c" providerId="LiveId" clId="{F10043CA-7E0C-4C5B-B8AD-80B51C33A480}" dt="2026-09-01T10:06:56.033" v="1112"/>
          <ac:inkMkLst>
            <pc:docMk/>
            <pc:sldMk cId="3522492350" sldId="292"/>
            <ac:inkMk id="20" creationId="{EABEC014-31F8-F510-7FC2-EDDB855BED7B}"/>
          </ac:inkMkLst>
        </pc:inkChg>
        <pc:inkChg chg="add del">
          <ac:chgData name="Esraa Mohamed" userId="32a53f8955a3383c" providerId="LiveId" clId="{F10043CA-7E0C-4C5B-B8AD-80B51C33A480}" dt="2026-09-01T10:06:56.032" v="1111"/>
          <ac:inkMkLst>
            <pc:docMk/>
            <pc:sldMk cId="3522492350" sldId="292"/>
            <ac:inkMk id="21" creationId="{2281B65E-75ED-816F-E5AB-C4EFA46FFFEC}"/>
          </ac:inkMkLst>
        </pc:inkChg>
        <pc:inkChg chg="add del">
          <ac:chgData name="Esraa Mohamed" userId="32a53f8955a3383c" providerId="LiveId" clId="{F10043CA-7E0C-4C5B-B8AD-80B51C33A480}" dt="2026-09-01T10:04:28.079" v="1105"/>
          <ac:inkMkLst>
            <pc:docMk/>
            <pc:sldMk cId="3522492350" sldId="292"/>
            <ac:inkMk id="22" creationId="{AB299A4A-3826-8988-D391-86246A6E897A}"/>
          </ac:inkMkLst>
        </pc:inkChg>
        <pc:inkChg chg="add del">
          <ac:chgData name="Esraa Mohamed" userId="32a53f8955a3383c" providerId="LiveId" clId="{F10043CA-7E0C-4C5B-B8AD-80B51C33A480}" dt="2026-09-01T10:06:56.031" v="1110"/>
          <ac:inkMkLst>
            <pc:docMk/>
            <pc:sldMk cId="3522492350" sldId="292"/>
            <ac:inkMk id="23" creationId="{C1CF5D04-6097-695B-E896-C8B40B937A4C}"/>
          </ac:inkMkLst>
        </pc:inkChg>
        <pc:inkChg chg="add del">
          <ac:chgData name="Esraa Mohamed" userId="32a53f8955a3383c" providerId="LiveId" clId="{F10043CA-7E0C-4C5B-B8AD-80B51C33A480}" dt="2026-09-01T10:06:56.034" v="1113"/>
          <ac:inkMkLst>
            <pc:docMk/>
            <pc:sldMk cId="3522492350" sldId="292"/>
            <ac:inkMk id="24" creationId="{BDB70431-6439-4281-7C5A-3D32198D7338}"/>
          </ac:inkMkLst>
        </pc:inkChg>
        <pc:inkChg chg="add del">
          <ac:chgData name="Esraa Mohamed" userId="32a53f8955a3383c" providerId="LiveId" clId="{F10043CA-7E0C-4C5B-B8AD-80B51C33A480}" dt="2026-09-01T10:06:56.037" v="1116"/>
          <ac:inkMkLst>
            <pc:docMk/>
            <pc:sldMk cId="3522492350" sldId="292"/>
            <ac:inkMk id="25" creationId="{65E9DC1A-0A1C-30F6-D942-A68E7760BEB6}"/>
          </ac:inkMkLst>
        </pc:inkChg>
        <pc:inkChg chg="add del">
          <ac:chgData name="Esraa Mohamed" userId="32a53f8955a3383c" providerId="LiveId" clId="{F10043CA-7E0C-4C5B-B8AD-80B51C33A480}" dt="2026-09-01T10:05:07.644" v="1109"/>
          <ac:inkMkLst>
            <pc:docMk/>
            <pc:sldMk cId="3522492350" sldId="292"/>
            <ac:inkMk id="26" creationId="{541D3C13-A2BD-0BEC-B476-94E637B5010B}"/>
          </ac:inkMkLst>
        </pc:inkChg>
        <pc:cxnChg chg="add">
          <ac:chgData name="Esraa Mohamed" userId="32a53f8955a3383c" providerId="LiveId" clId="{F10043CA-7E0C-4C5B-B8AD-80B51C33A480}" dt="2026-08-31T22:36:30.710" v="364" actId="26606"/>
          <ac:cxnSpMkLst>
            <pc:docMk/>
            <pc:sldMk cId="3522492350" sldId="292"/>
            <ac:cxnSpMk id="17" creationId="{6CF1BAF6-AD41-4082-B212-8A1F9A2E8779}"/>
          </ac:cxnSpMkLst>
        </pc:cxnChg>
      </pc:sldChg>
      <pc:sldChg chg="addSp modSp new mod setBg">
        <pc:chgData name="Esraa Mohamed" userId="32a53f8955a3383c" providerId="LiveId" clId="{F10043CA-7E0C-4C5B-B8AD-80B51C33A480}" dt="2026-08-31T22:37:36.213" v="371" actId="26606"/>
        <pc:sldMkLst>
          <pc:docMk/>
          <pc:sldMk cId="3521857982" sldId="293"/>
        </pc:sldMkLst>
        <pc:spChg chg="mod">
          <ac:chgData name="Esraa Mohamed" userId="32a53f8955a3383c" providerId="LiveId" clId="{F10043CA-7E0C-4C5B-B8AD-80B51C33A480}" dt="2026-08-31T22:37:36.213" v="371" actId="26606"/>
          <ac:spMkLst>
            <pc:docMk/>
            <pc:sldMk cId="3521857982" sldId="293"/>
            <ac:spMk id="2" creationId="{D79ECFB0-FA3E-AD90-E8CE-63AFB125210E}"/>
          </ac:spMkLst>
        </pc:spChg>
        <pc:spChg chg="mod">
          <ac:chgData name="Esraa Mohamed" userId="32a53f8955a3383c" providerId="LiveId" clId="{F10043CA-7E0C-4C5B-B8AD-80B51C33A480}" dt="2026-08-31T22:37:36.213" v="371" actId="26606"/>
          <ac:spMkLst>
            <pc:docMk/>
            <pc:sldMk cId="3521857982" sldId="293"/>
            <ac:spMk id="3" creationId="{27944CC8-804C-9A10-56AC-E0D8E1AE920F}"/>
          </ac:spMkLst>
        </pc:spChg>
        <pc:spChg chg="add">
          <ac:chgData name="Esraa Mohamed" userId="32a53f8955a3383c" providerId="LiveId" clId="{F10043CA-7E0C-4C5B-B8AD-80B51C33A480}" dt="2026-08-31T22:37:36.213" v="371" actId="26606"/>
          <ac:spMkLst>
            <pc:docMk/>
            <pc:sldMk cId="3521857982" sldId="293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2:37:36.213" v="371" actId="26606"/>
          <ac:spMkLst>
            <pc:docMk/>
            <pc:sldMk cId="3521857982" sldId="293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22:37:36.213" v="371" actId="26606"/>
          <ac:grpSpMkLst>
            <pc:docMk/>
            <pc:sldMk cId="3521857982" sldId="293"/>
            <ac:grpSpMk id="10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31T22:37:36.213" v="371" actId="26606"/>
          <ac:cxnSpMkLst>
            <pc:docMk/>
            <pc:sldMk cId="3521857982" sldId="293"/>
            <ac:cxnSpMk id="17" creationId="{6CF1BAF6-AD41-4082-B212-8A1F9A2E8779}"/>
          </ac:cxnSpMkLst>
        </pc:cxnChg>
      </pc:sldChg>
      <pc:sldChg chg="new del">
        <pc:chgData name="Esraa Mohamed" userId="32a53f8955a3383c" providerId="LiveId" clId="{F10043CA-7E0C-4C5B-B8AD-80B51C33A480}" dt="2026-09-01T06:48:18.725" v="491" actId="47"/>
        <pc:sldMkLst>
          <pc:docMk/>
          <pc:sldMk cId="2718081893" sldId="294"/>
        </pc:sldMkLst>
      </pc:sldChg>
      <pc:sldChg chg="new del">
        <pc:chgData name="Esraa Mohamed" userId="32a53f8955a3383c" providerId="LiveId" clId="{F10043CA-7E0C-4C5B-B8AD-80B51C33A480}" dt="2026-09-01T06:48:20.006" v="492" actId="47"/>
        <pc:sldMkLst>
          <pc:docMk/>
          <pc:sldMk cId="2375520146" sldId="295"/>
        </pc:sldMkLst>
      </pc:sldChg>
      <pc:sldChg chg="new del">
        <pc:chgData name="Esraa Mohamed" userId="32a53f8955a3383c" providerId="LiveId" clId="{F10043CA-7E0C-4C5B-B8AD-80B51C33A480}" dt="2026-08-31T22:12:02.841" v="349" actId="47"/>
        <pc:sldMkLst>
          <pc:docMk/>
          <pc:sldMk cId="201841897" sldId="296"/>
        </pc:sldMkLst>
      </pc:sldChg>
      <pc:sldChg chg="new del">
        <pc:chgData name="Esraa Mohamed" userId="32a53f8955a3383c" providerId="LiveId" clId="{F10043CA-7E0C-4C5B-B8AD-80B51C33A480}" dt="2026-08-31T22:12:00.642" v="348" actId="47"/>
        <pc:sldMkLst>
          <pc:docMk/>
          <pc:sldMk cId="3598449957" sldId="297"/>
        </pc:sldMkLst>
      </pc:sldChg>
      <pc:sldChg chg="delSp add setBg delDesignElem">
        <pc:chgData name="Esraa Mohamed" userId="32a53f8955a3383c" providerId="LiveId" clId="{F10043CA-7E0C-4C5B-B8AD-80B51C33A480}" dt="2026-08-31T22:11:39.715" v="345"/>
        <pc:sldMkLst>
          <pc:docMk/>
          <pc:sldMk cId="2141002425" sldId="298"/>
        </pc:sldMkLst>
        <pc:spChg chg="del">
          <ac:chgData name="Esraa Mohamed" userId="32a53f8955a3383c" providerId="LiveId" clId="{F10043CA-7E0C-4C5B-B8AD-80B51C33A480}" dt="2026-08-31T22:11:39.715" v="345"/>
          <ac:spMkLst>
            <pc:docMk/>
            <pc:sldMk cId="2141002425" sldId="298"/>
            <ac:spMk id="8" creationId="{42A4FC2C-047E-45A5-965D-8E1E3BF09BC6}"/>
          </ac:spMkLst>
        </pc:spChg>
      </pc:sldChg>
      <pc:sldChg chg="delSp add ord setBg delDesignElem">
        <pc:chgData name="Esraa Mohamed" userId="32a53f8955a3383c" providerId="LiveId" clId="{F10043CA-7E0C-4C5B-B8AD-80B51C33A480}" dt="2026-09-01T10:10:34.565" v="1121"/>
        <pc:sldMkLst>
          <pc:docMk/>
          <pc:sldMk cId="1355301527" sldId="299"/>
        </pc:sldMkLst>
        <pc:spChg chg="del">
          <ac:chgData name="Esraa Mohamed" userId="32a53f8955a3383c" providerId="LiveId" clId="{F10043CA-7E0C-4C5B-B8AD-80B51C33A480}" dt="2026-08-31T22:11:58.274" v="347"/>
          <ac:spMkLst>
            <pc:docMk/>
            <pc:sldMk cId="1355301527" sldId="299"/>
            <ac:spMk id="8" creationId="{42A4FC2C-047E-45A5-965D-8E1E3BF09BC6}"/>
          </ac:spMkLst>
        </pc:spChg>
      </pc:sldChg>
      <pc:sldChg chg="addSp modSp new ord">
        <pc:chgData name="Esraa Mohamed" userId="32a53f8955a3383c" providerId="LiveId" clId="{F10043CA-7E0C-4C5B-B8AD-80B51C33A480}" dt="2026-08-31T22:55:26.273" v="381"/>
        <pc:sldMkLst>
          <pc:docMk/>
          <pc:sldMk cId="311565555" sldId="300"/>
        </pc:sldMkLst>
        <pc:spChg chg="add mod">
          <ac:chgData name="Esraa Mohamed" userId="32a53f8955a3383c" providerId="LiveId" clId="{F10043CA-7E0C-4C5B-B8AD-80B51C33A480}" dt="2026-08-31T22:55:26.273" v="381"/>
          <ac:spMkLst>
            <pc:docMk/>
            <pc:sldMk cId="311565555" sldId="300"/>
            <ac:spMk id="4" creationId="{A9E23E87-1954-CBA6-1A67-0A87AF34EF8C}"/>
          </ac:spMkLst>
        </pc:spChg>
        <pc:spChg chg="mod">
          <ac:chgData name="Esraa Mohamed" userId="32a53f8955a3383c" providerId="LiveId" clId="{F10043CA-7E0C-4C5B-B8AD-80B51C33A480}" dt="2026-08-31T22:55:26.273" v="381"/>
          <ac:spMkLst>
            <pc:docMk/>
            <pc:sldMk cId="311565555" sldId="300"/>
            <ac:spMk id="6" creationId="{DDE5B3D5-B07A-2E55-3FE3-FCEBE2FD1294}"/>
          </ac:spMkLst>
        </pc:spChg>
        <pc:spChg chg="mod">
          <ac:chgData name="Esraa Mohamed" userId="32a53f8955a3383c" providerId="LiveId" clId="{F10043CA-7E0C-4C5B-B8AD-80B51C33A480}" dt="2026-08-31T22:55:26.273" v="381"/>
          <ac:spMkLst>
            <pc:docMk/>
            <pc:sldMk cId="311565555" sldId="300"/>
            <ac:spMk id="7" creationId="{87CBFED8-EC57-1BFA-6769-5000115F2BDF}"/>
          </ac:spMkLst>
        </pc:spChg>
        <pc:spChg chg="mod">
          <ac:chgData name="Esraa Mohamed" userId="32a53f8955a3383c" providerId="LiveId" clId="{F10043CA-7E0C-4C5B-B8AD-80B51C33A480}" dt="2026-08-31T22:55:26.273" v="381"/>
          <ac:spMkLst>
            <pc:docMk/>
            <pc:sldMk cId="311565555" sldId="300"/>
            <ac:spMk id="8" creationId="{12BA6373-22A0-DEC8-7442-2159E5A1AFF4}"/>
          </ac:spMkLst>
        </pc:spChg>
        <pc:spChg chg="add mod">
          <ac:chgData name="Esraa Mohamed" userId="32a53f8955a3383c" providerId="LiveId" clId="{F10043CA-7E0C-4C5B-B8AD-80B51C33A480}" dt="2026-08-31T22:55:26.273" v="381"/>
          <ac:spMkLst>
            <pc:docMk/>
            <pc:sldMk cId="311565555" sldId="300"/>
            <ac:spMk id="9" creationId="{47F4C9B5-2790-CFF4-002A-E2C54059DF59}"/>
          </ac:spMkLst>
        </pc:spChg>
        <pc:spChg chg="add mod">
          <ac:chgData name="Esraa Mohamed" userId="32a53f8955a3383c" providerId="LiveId" clId="{F10043CA-7E0C-4C5B-B8AD-80B51C33A480}" dt="2026-08-31T22:55:26.273" v="381"/>
          <ac:spMkLst>
            <pc:docMk/>
            <pc:sldMk cId="311565555" sldId="300"/>
            <ac:spMk id="10" creationId="{92B531AC-5260-BE07-67D1-4D7C7BDA640F}"/>
          </ac:spMkLst>
        </pc:spChg>
        <pc:spChg chg="add mod">
          <ac:chgData name="Esraa Mohamed" userId="32a53f8955a3383c" providerId="LiveId" clId="{F10043CA-7E0C-4C5B-B8AD-80B51C33A480}" dt="2026-08-31T22:55:26.273" v="381"/>
          <ac:spMkLst>
            <pc:docMk/>
            <pc:sldMk cId="311565555" sldId="300"/>
            <ac:spMk id="11" creationId="{52A59C8F-F430-F0FC-E411-D8EB3700CD8A}"/>
          </ac:spMkLst>
        </pc:spChg>
        <pc:grpChg chg="add mod">
          <ac:chgData name="Esraa Mohamed" userId="32a53f8955a3383c" providerId="LiveId" clId="{F10043CA-7E0C-4C5B-B8AD-80B51C33A480}" dt="2026-08-31T22:55:26.273" v="381"/>
          <ac:grpSpMkLst>
            <pc:docMk/>
            <pc:sldMk cId="311565555" sldId="300"/>
            <ac:grpSpMk id="5" creationId="{A7AFE1EF-2428-6343-2E11-EA9A081CAF70}"/>
          </ac:grpSpMkLst>
        </pc:grpChg>
        <pc:cxnChg chg="add mod">
          <ac:chgData name="Esraa Mohamed" userId="32a53f8955a3383c" providerId="LiveId" clId="{F10043CA-7E0C-4C5B-B8AD-80B51C33A480}" dt="2026-08-31T22:55:26.273" v="381"/>
          <ac:cxnSpMkLst>
            <pc:docMk/>
            <pc:sldMk cId="311565555" sldId="300"/>
            <ac:cxnSpMk id="12" creationId="{2FE08F43-9FB8-7BC1-1503-880BA544D2B1}"/>
          </ac:cxnSpMkLst>
        </pc:cxnChg>
      </pc:sldChg>
      <pc:sldChg chg="new del">
        <pc:chgData name="Esraa Mohamed" userId="32a53f8955a3383c" providerId="LiveId" clId="{F10043CA-7E0C-4C5B-B8AD-80B51C33A480}" dt="2026-08-31T22:55:05.919" v="380" actId="680"/>
        <pc:sldMkLst>
          <pc:docMk/>
          <pc:sldMk cId="1277032464" sldId="301"/>
        </pc:sldMkLst>
      </pc:sldChg>
      <pc:sldChg chg="addSp modSp new ord">
        <pc:chgData name="Esraa Mohamed" userId="32a53f8955a3383c" providerId="LiveId" clId="{F10043CA-7E0C-4C5B-B8AD-80B51C33A480}" dt="2026-08-31T22:55:47.926" v="385"/>
        <pc:sldMkLst>
          <pc:docMk/>
          <pc:sldMk cId="4033377650" sldId="301"/>
        </pc:sldMkLst>
        <pc:spChg chg="add mod">
          <ac:chgData name="Esraa Mohamed" userId="32a53f8955a3383c" providerId="LiveId" clId="{F10043CA-7E0C-4C5B-B8AD-80B51C33A480}" dt="2026-08-31T22:55:47.926" v="385"/>
          <ac:spMkLst>
            <pc:docMk/>
            <pc:sldMk cId="4033377650" sldId="301"/>
            <ac:spMk id="4" creationId="{6CC3841B-DC00-0732-9A7C-B0AF14DE5684}"/>
          </ac:spMkLst>
        </pc:spChg>
        <pc:spChg chg="mod">
          <ac:chgData name="Esraa Mohamed" userId="32a53f8955a3383c" providerId="LiveId" clId="{F10043CA-7E0C-4C5B-B8AD-80B51C33A480}" dt="2026-08-31T22:55:47.926" v="385"/>
          <ac:spMkLst>
            <pc:docMk/>
            <pc:sldMk cId="4033377650" sldId="301"/>
            <ac:spMk id="6" creationId="{F8D24E78-F3DB-13B6-7090-327B73BF5E54}"/>
          </ac:spMkLst>
        </pc:spChg>
        <pc:spChg chg="mod">
          <ac:chgData name="Esraa Mohamed" userId="32a53f8955a3383c" providerId="LiveId" clId="{F10043CA-7E0C-4C5B-B8AD-80B51C33A480}" dt="2026-08-31T22:55:47.926" v="385"/>
          <ac:spMkLst>
            <pc:docMk/>
            <pc:sldMk cId="4033377650" sldId="301"/>
            <ac:spMk id="7" creationId="{4C2D4C54-4761-44BF-5425-008EB4E966B2}"/>
          </ac:spMkLst>
        </pc:spChg>
        <pc:spChg chg="mod">
          <ac:chgData name="Esraa Mohamed" userId="32a53f8955a3383c" providerId="LiveId" clId="{F10043CA-7E0C-4C5B-B8AD-80B51C33A480}" dt="2026-08-31T22:55:47.926" v="385"/>
          <ac:spMkLst>
            <pc:docMk/>
            <pc:sldMk cId="4033377650" sldId="301"/>
            <ac:spMk id="8" creationId="{26ADFE59-D07E-23DA-B265-DA33230E8409}"/>
          </ac:spMkLst>
        </pc:spChg>
        <pc:spChg chg="add mod">
          <ac:chgData name="Esraa Mohamed" userId="32a53f8955a3383c" providerId="LiveId" clId="{F10043CA-7E0C-4C5B-B8AD-80B51C33A480}" dt="2026-08-31T22:55:47.926" v="385"/>
          <ac:spMkLst>
            <pc:docMk/>
            <pc:sldMk cId="4033377650" sldId="301"/>
            <ac:spMk id="9" creationId="{C221D3F1-C0FD-DF6D-B29F-A3153B3CDAD8}"/>
          </ac:spMkLst>
        </pc:spChg>
        <pc:spChg chg="add mod">
          <ac:chgData name="Esraa Mohamed" userId="32a53f8955a3383c" providerId="LiveId" clId="{F10043CA-7E0C-4C5B-B8AD-80B51C33A480}" dt="2026-08-31T22:55:47.926" v="385"/>
          <ac:spMkLst>
            <pc:docMk/>
            <pc:sldMk cId="4033377650" sldId="301"/>
            <ac:spMk id="10" creationId="{7B8B05D2-1A33-D373-DD88-4B09114D867F}"/>
          </ac:spMkLst>
        </pc:spChg>
        <pc:spChg chg="add mod">
          <ac:chgData name="Esraa Mohamed" userId="32a53f8955a3383c" providerId="LiveId" clId="{F10043CA-7E0C-4C5B-B8AD-80B51C33A480}" dt="2026-08-31T22:55:47.926" v="385"/>
          <ac:spMkLst>
            <pc:docMk/>
            <pc:sldMk cId="4033377650" sldId="301"/>
            <ac:spMk id="11" creationId="{7C8E8EA6-E8C9-9A1D-E4FA-95D83C7062F9}"/>
          </ac:spMkLst>
        </pc:spChg>
        <pc:grpChg chg="add mod">
          <ac:chgData name="Esraa Mohamed" userId="32a53f8955a3383c" providerId="LiveId" clId="{F10043CA-7E0C-4C5B-B8AD-80B51C33A480}" dt="2026-08-31T22:55:47.926" v="385"/>
          <ac:grpSpMkLst>
            <pc:docMk/>
            <pc:sldMk cId="4033377650" sldId="301"/>
            <ac:grpSpMk id="5" creationId="{EF114B9A-BFBC-7C4C-9D81-F9FB603AB4DC}"/>
          </ac:grpSpMkLst>
        </pc:grpChg>
        <pc:cxnChg chg="add mod">
          <ac:chgData name="Esraa Mohamed" userId="32a53f8955a3383c" providerId="LiveId" clId="{F10043CA-7E0C-4C5B-B8AD-80B51C33A480}" dt="2026-08-31T22:55:47.926" v="385"/>
          <ac:cxnSpMkLst>
            <pc:docMk/>
            <pc:sldMk cId="4033377650" sldId="301"/>
            <ac:cxnSpMk id="12" creationId="{D8C88510-6DC1-3FCA-63AE-BA5B12355B66}"/>
          </ac:cxnSpMkLst>
        </pc:cxnChg>
      </pc:sldChg>
      <pc:sldChg chg="addSp new mod ord">
        <pc:chgData name="Esraa Mohamed" userId="32a53f8955a3383c" providerId="LiveId" clId="{F10043CA-7E0C-4C5B-B8AD-80B51C33A480}" dt="2026-08-31T22:56:10.758" v="389" actId="22"/>
        <pc:sldMkLst>
          <pc:docMk/>
          <pc:sldMk cId="758272269" sldId="302"/>
        </pc:sldMkLst>
        <pc:picChg chg="add">
          <ac:chgData name="Esraa Mohamed" userId="32a53f8955a3383c" providerId="LiveId" clId="{F10043CA-7E0C-4C5B-B8AD-80B51C33A480}" dt="2026-08-31T22:56:10.758" v="389" actId="22"/>
          <ac:picMkLst>
            <pc:docMk/>
            <pc:sldMk cId="758272269" sldId="302"/>
            <ac:picMk id="3" creationId="{97851BF4-7714-53EE-9A15-F441500B19D2}"/>
          </ac:picMkLst>
        </pc:picChg>
      </pc:sldChg>
      <pc:sldChg chg="addSp delSp modSp new mod setBg">
        <pc:chgData name="Esraa Mohamed" userId="32a53f8955a3383c" providerId="LiveId" clId="{F10043CA-7E0C-4C5B-B8AD-80B51C33A480}" dt="2026-09-01T06:00:02.494" v="428"/>
        <pc:sldMkLst>
          <pc:docMk/>
          <pc:sldMk cId="234909539" sldId="303"/>
        </pc:sldMkLst>
        <pc:spChg chg="mod">
          <ac:chgData name="Esraa Mohamed" userId="32a53f8955a3383c" providerId="LiveId" clId="{F10043CA-7E0C-4C5B-B8AD-80B51C33A480}" dt="2026-08-31T22:58:41.765" v="408" actId="26606"/>
          <ac:spMkLst>
            <pc:docMk/>
            <pc:sldMk cId="234909539" sldId="303"/>
            <ac:spMk id="2" creationId="{D911E10E-5B41-12FE-370E-E02183C0E54B}"/>
          </ac:spMkLst>
        </pc:spChg>
        <pc:spChg chg="mod">
          <ac:chgData name="Esraa Mohamed" userId="32a53f8955a3383c" providerId="LiveId" clId="{F10043CA-7E0C-4C5B-B8AD-80B51C33A480}" dt="2026-09-01T05:59:59.739" v="426" actId="113"/>
          <ac:spMkLst>
            <pc:docMk/>
            <pc:sldMk cId="234909539" sldId="303"/>
            <ac:spMk id="3" creationId="{B4FBAB25-64B4-5B4F-5A06-D9ADD629E6C6}"/>
          </ac:spMkLst>
        </pc:spChg>
        <pc:spChg chg="add del mod">
          <ac:chgData name="Esraa Mohamed" userId="32a53f8955a3383c" providerId="LiveId" clId="{F10043CA-7E0C-4C5B-B8AD-80B51C33A480}" dt="2026-09-01T06:00:02.494" v="428"/>
          <ac:spMkLst>
            <pc:docMk/>
            <pc:sldMk cId="234909539" sldId="303"/>
            <ac:spMk id="4" creationId="{D07EC194-41F3-176D-C06E-2C4393FCD664}"/>
          </ac:spMkLst>
        </pc:spChg>
        <pc:spChg chg="add">
          <ac:chgData name="Esraa Mohamed" userId="32a53f8955a3383c" providerId="LiveId" clId="{F10043CA-7E0C-4C5B-B8AD-80B51C33A480}" dt="2026-08-31T22:58:41.765" v="408" actId="26606"/>
          <ac:spMkLst>
            <pc:docMk/>
            <pc:sldMk cId="234909539" sldId="303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22:58:41.765" v="408" actId="26606"/>
          <ac:spMkLst>
            <pc:docMk/>
            <pc:sldMk cId="234909539" sldId="303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22:58:41.765" v="408" actId="26606"/>
          <ac:grpSpMkLst>
            <pc:docMk/>
            <pc:sldMk cId="234909539" sldId="303"/>
            <ac:grpSpMk id="10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31T22:58:41.765" v="408" actId="26606"/>
          <ac:cxnSpMkLst>
            <pc:docMk/>
            <pc:sldMk cId="234909539" sldId="303"/>
            <ac:cxnSpMk id="17" creationId="{6CF1BAF6-AD41-4082-B212-8A1F9A2E8779}"/>
          </ac:cxnSpMkLst>
        </pc:cxnChg>
      </pc:sldChg>
      <pc:sldChg chg="addSp delSp add del delDesignElem">
        <pc:chgData name="Esraa Mohamed" userId="32a53f8955a3383c" providerId="LiveId" clId="{F10043CA-7E0C-4C5B-B8AD-80B51C33A480}" dt="2026-08-31T22:55:04.039" v="379"/>
        <pc:sldMkLst>
          <pc:docMk/>
          <pc:sldMk cId="3322643820" sldId="343"/>
        </pc:sldMkLst>
        <pc:spChg chg="add del">
          <ac:chgData name="Esraa Mohamed" userId="32a53f8955a3383c" providerId="LiveId" clId="{F10043CA-7E0C-4C5B-B8AD-80B51C33A480}" dt="2026-08-31T22:55:04.039" v="379"/>
          <ac:spMkLst>
            <pc:docMk/>
            <pc:sldMk cId="3322643820" sldId="343"/>
            <ac:spMk id="4" creationId="{2D10B862-1FF7-45B0-B309-020F7A969CE0}"/>
          </ac:spMkLst>
        </pc:spChg>
        <pc:spChg chg="add del">
          <ac:chgData name="Esraa Mohamed" userId="32a53f8955a3383c" providerId="LiveId" clId="{F10043CA-7E0C-4C5B-B8AD-80B51C33A480}" dt="2026-08-31T22:55:04.039" v="379"/>
          <ac:spMkLst>
            <pc:docMk/>
            <pc:sldMk cId="3322643820" sldId="343"/>
            <ac:spMk id="9" creationId="{D51D4EB3-4949-2C53-3A31-42D426052EE0}"/>
          </ac:spMkLst>
        </pc:spChg>
        <pc:grpChg chg="add del">
          <ac:chgData name="Esraa Mohamed" userId="32a53f8955a3383c" providerId="LiveId" clId="{F10043CA-7E0C-4C5B-B8AD-80B51C33A480}" dt="2026-08-31T22:55:04.039" v="379"/>
          <ac:grpSpMkLst>
            <pc:docMk/>
            <pc:sldMk cId="3322643820" sldId="343"/>
            <ac:grpSpMk id="5" creationId="{993F23DC-9A2A-9945-3C50-3286A65161DE}"/>
          </ac:grpSpMkLst>
        </pc:grpChg>
        <pc:cxnChg chg="add del">
          <ac:chgData name="Esraa Mohamed" userId="32a53f8955a3383c" providerId="LiveId" clId="{F10043CA-7E0C-4C5B-B8AD-80B51C33A480}" dt="2026-08-31T22:55:04.039" v="379"/>
          <ac:cxnSpMkLst>
            <pc:docMk/>
            <pc:sldMk cId="3322643820" sldId="343"/>
            <ac:cxnSpMk id="12" creationId="{B1E3DB86-554D-8313-338E-5533AAB227C0}"/>
          </ac:cxnSpMkLst>
        </pc:cxnChg>
      </pc:sldChg>
      <pc:sldChg chg="addSp delSp add del setBg delDesignElem">
        <pc:chgData name="Esraa Mohamed" userId="32a53f8955a3383c" providerId="LiveId" clId="{F10043CA-7E0C-4C5B-B8AD-80B51C33A480}" dt="2026-08-31T22:55:04.039" v="379"/>
        <pc:sldMkLst>
          <pc:docMk/>
          <pc:sldMk cId="2510787897" sldId="344"/>
        </pc:sldMkLst>
        <pc:spChg chg="add del">
          <ac:chgData name="Esraa Mohamed" userId="32a53f8955a3383c" providerId="LiveId" clId="{F10043CA-7E0C-4C5B-B8AD-80B51C33A480}" dt="2026-08-31T22:55:04.039" v="379"/>
          <ac:spMkLst>
            <pc:docMk/>
            <pc:sldMk cId="2510787897" sldId="344"/>
            <ac:spMk id="8" creationId="{B6CDA21F-E7AF-4C75-8395-33F58D5B0E45}"/>
          </ac:spMkLst>
        </pc:spChg>
        <pc:spChg chg="add del">
          <ac:chgData name="Esraa Mohamed" userId="32a53f8955a3383c" providerId="LiveId" clId="{F10043CA-7E0C-4C5B-B8AD-80B51C33A480}" dt="2026-08-31T22:55:04.039" v="379"/>
          <ac:spMkLst>
            <pc:docMk/>
            <pc:sldMk cId="2510787897" sldId="344"/>
            <ac:spMk id="15" creationId="{D5B0017B-2ECA-49AF-B397-DC140825DF8D}"/>
          </ac:spMkLst>
        </pc:spChg>
        <pc:grpChg chg="add del">
          <ac:chgData name="Esraa Mohamed" userId="32a53f8955a3383c" providerId="LiveId" clId="{F10043CA-7E0C-4C5B-B8AD-80B51C33A480}" dt="2026-08-31T22:55:04.039" v="379"/>
          <ac:grpSpMkLst>
            <pc:docMk/>
            <pc:sldMk cId="2510787897" sldId="344"/>
            <ac:grpSpMk id="10" creationId="{AE1C45F0-260A-458C-96ED-C1F6D2151219}"/>
          </ac:grpSpMkLst>
        </pc:grpChg>
        <pc:cxnChg chg="add del">
          <ac:chgData name="Esraa Mohamed" userId="32a53f8955a3383c" providerId="LiveId" clId="{F10043CA-7E0C-4C5B-B8AD-80B51C33A480}" dt="2026-08-31T22:55:04.039" v="379"/>
          <ac:cxnSpMkLst>
            <pc:docMk/>
            <pc:sldMk cId="2510787897" sldId="344"/>
            <ac:cxnSpMk id="17" creationId="{6CF1BAF6-AD41-4082-B212-8A1F9A2E8779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04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24575,'236'-14'0,"-38"2"0,750 9 0,-486 5 0,-396-2-1365,-38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06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24575,'1731'0'-1365,"-1708"0"-5461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26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0 259 24558,'1406'-162'0,"-1671"66"0,530 192 0,-501 58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40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24240,'3838'0'0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43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24143,'460'-27'0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46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24575,'507'0'0,"-476"-2"0,-1-1 0,0-1 0,48-14 0,-47 10 0,0 1 0,1 1 0,36-1 0,-35 5 0,43-8 0,27-3 0,500 11 0,-309 4 0,-241-2-1365,-30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51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24575,'96'-1'0,"107"3"0,-120 11 0,-54-8 0,48 4 0,19-10 0,-59-1 0,0 2 0,0 2 0,54 9 0,-44-4-341,-1-1 0,1-3-1,54-2 1,-77-2-6485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1:53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23835,'1596'0'0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2:00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1 538 24575,'56'-2'0,"0"-2"0,82-17 0,105-42 0,-191 44 0,-39 14 0,0 0 0,0 1 0,1 0 0,-1 0 0,27-1 0,-27 4 0,23 0 0,-1-1 0,0-2 0,54-13 0,-25 2 0,-45 12 0,0-1 0,-1-1 0,0 0 0,0-1 0,0-1 0,24-14 0,-40 20 0,0-1 0,0 1 0,-1-1 0,1 1 0,0-1 0,0 1 0,-1-1 0,1 0 0,-1 0 0,0 0 0,1 0 0,-1 0 0,0 0 0,0 0 0,0-1 0,-1 1 0,1 0 0,0-1 0,0-3 0,-1 2 0,0 0 0,-1 0 0,1 0 0,-1 0 0,0 0 0,0 0 0,0 0 0,0 0 0,-1 1 0,-3-7 0,-1-2 0,-2 1 0,1 0 0,-2 1 0,1 0 0,-1 0 0,-11-9 0,-97-66 0,77 58 0,38 26 0,1 0 0,-1 0 0,1-1 0,-1 1 0,1 0 0,-1-1 0,1 1 0,0-1 0,0 1 0,-1-1 0,0-3 0,5 1 0,13 8 0,2 3 0,-1 1 0,0 0 0,-1 1 0,0 1 0,0 1 0,-1 1 0,-1 0 0,0 0 0,0 2 0,-2-1 0,14 20 0,-22-27 0,-1 1 0,0-1 0,0 1 0,0 0 0,-1 0 0,0 1 0,-1-1 0,0 0 0,1 13 0,-4 74 0,0-48 0,1 8-1365,1-30-5461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2:28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23513,'2162'0'0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2:54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1 514 24034,'1756'-514'0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2:58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186 110 24575,'-9'-1'0,"1"-1"0,0 0 0,0 0 0,0-1 0,1 0 0,-1 0 0,0-1 0,1 0 0,0-1 0,-9-6 0,-22-12 0,30 20 0,-20-12 0,27 15 0,-1-1 0,1 1 0,0-1 0,0 0 0,0 0 0,0 0 0,0 0 0,0 0 0,0 0 0,0 0 0,0 0 0,0 0 0,1 0 0,-1 0 0,0 0 0,0-3 0,1 3 0,0 1 0,1-1 0,-1 1 0,0-1 0,1 0 0,-1 1 0,0-1 0,1 1 0,-1-1 0,1 1 0,-1-1 0,1 1 0,-1 0 0,1-1 0,-1 1 0,1 0 0,-1-1 0,1 1 0,0 0 0,-1-1 0,1 1 0,-1 0 0,1 0 0,0 0 0,-1 0 0,1 0 0,0 0 0,-1 0 0,1 0 0,0 0 0,-1 0 0,1 0 0,0 0 0,0 1 0,26 2 0,1 6 0,0 2 0,-1 0 0,0 2 0,-1 1 0,0 1 0,27 21 0,15 9 0,-62-42 0,25 16 0,0 1 0,29 26 0,-58-45 0,-1 1 0,0-1 0,1 1 0,-1 0 0,0 0 0,0-1 0,0 1 0,0 0 0,0 0 0,0 0 0,-1 0 0,1 0 0,0 0 0,-1 0 0,0 0 0,0 0 0,1 0 0,-1 1 0,0-1 0,-1 0 0,1 0 0,0 0 0,-1 0 0,1 0 0,-1 0 0,1 0 0,-1 0 0,0 0 0,0 0 0,0 0 0,0-1 0,0 1 0,0 0 0,-1 0 0,-2 2 0,-7 8 0,0 0 0,-1 0 0,-23 17 0,15-13 0,1 3-1365,3-1-5461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05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 24575,'94'-5'0,"0"-4"0,99-22 0,-7 0 0,-109 25 0,132 5 0,-87 3 0,-90-1 0,0 1 0,0 2 0,-1 1 0,0 1 0,0 2 0,0 1 0,-1 1 0,29 15 0,-25-9 0,169 67 0,-181-76 0,2-2 0,-1 0 0,0-1 0,32 0 0,97-6 0,-51-1 0,-86 2-291,0-1 0,0 0 0,28-8 0,-41 9 90,17-4-6625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17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0 463 24575,'1'-2'0,"0"0"0,-1-1 0,1 1 0,0 0 0,0 0 0,0 0 0,0 0 0,1 0 0,-1 0 0,0 0 0,1 0 0,2-3 0,24-21 0,-25 24 0,16-13 0,2 1 0,38-21 0,-33 21 0,11-5 0,-28 15 0,1-1 0,0 0 0,-1 0 0,0-1 0,0-1 0,8-7 0,-8 6 0,0 1 0,1 0 0,0 1 0,15-8 0,-15 8 0,0 1 0,-1-1 0,1-1 0,11-10 0,-19 14 0,1 0 0,0 0 0,-1 0 0,0-1 0,0 1 0,0-1 0,0 1 0,0-1 0,-1 0 0,1 1 0,-1-1 0,0 0 0,0 0 0,-1 0 0,1 0 0,-1-6 0,1 5 0,-1 1 0,0-1 0,-1 1 0,1 0 0,-1-1 0,0 1 0,0 0 0,0-1 0,0 1 0,-1 0 0,1 0 0,-1 0 0,0 0 0,-1 0 0,1 1 0,-1-1 0,1 1 0,-1-1 0,0 1 0,-1 0 0,1 0 0,0 0 0,-1 1 0,1-1 0,-1 1 0,0 0 0,0 0 0,0 0 0,0 0 0,0 1 0,-1-1 0,1 1 0,0 0 0,-1 1 0,1-1 0,0 1 0,-6 0 0,-65-1 0,69 2 0,1-1 0,0 1 0,0 0 0,0 0 0,0 1 0,0-1 0,0 1 0,1 0 0,-1 1 0,0-1 0,1 1 0,-5 3 0,8-5 0,1-1 0,-1 0 0,1 1 0,-1-1 0,1 0 0,-1 1 0,1-1 0,-1 1 0,1-1 0,0 1 0,-1-1 0,1 1 0,0-1 0,0 1 0,-1-1 0,1 1 0,0 0 0,0-1 0,0 1 0,-1-1 0,1 1 0,0-1 0,0 1 0,0 0 0,0-1 0,0 1 0,0 0 0,1-1 0,-1 1 0,0 0 0,1 0 0,0 0 0,-1 0 0,1 0 0,0-1 0,0 1 0,0 0 0,0 0 0,0-1 0,0 1 0,0-1 0,0 1 0,1-1 0,1 1 0,40 6 0,154 18 0,-194-25 0,0 1 0,0 0 0,0 0 0,-1 0 0,1 0 0,0 1 0,0-1 0,-1 1 0,1-1 0,-1 1 0,1 0 0,-1 0 0,0 0 0,0 1 0,0-1 0,0 0 0,0 1 0,-1-1 0,1 1 0,-1-1 0,1 1 0,-1 0 0,0 0 0,0 0 0,0 0 0,0 0 0,0 4 0,1 9 0,-1-1 0,-1 1 0,0 0 0,-3 19 0,1-4 0,0 51-1365,2-58-5461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28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22663,'892'27'0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31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0 969 24575,'10'-9'0,"0"2"0,1-1 0,-1 1 0,1 1 0,1 0 0,17-6 0,-8 2 0,318-126 0,-137 58 0,-41 4 0,40-15 0,-54 24 0,-47 18 0,-46 27 0,-29 11 0,-1-1 0,39-21 0,-62 30 0,0 0 0,0 1 0,1-1 0,-1 0 0,0-1 0,0 1 0,0 0 0,0 0 0,0 0 0,0-1 0,-1 1 0,1 0 0,0-1 0,0 1 0,-1 0 0,1-1 0,-1 1 0,0-1 0,1 1 0,-1-1 0,0 1 0,0-1 0,0 0 0,0 1 0,0-1 0,0 1 0,0-1 0,-1 1 0,1-1 0,-1 1 0,1-1 0,-1 1 0,1 0 0,-1-1 0,0-1 0,-4-5 0,-1-1 0,1 1 0,-1 0 0,-9-10 0,11 14 0,-28-31 0,0 2 0,-2 2 0,-2 1 0,-77-50 0,86 58 0,26 22 0,1-1 0,0 1 0,0 0 0,0 0 0,0 0 0,0 0 0,-1-1 0,1 1 0,0 0 0,0 0 0,0 0 0,0 0 0,0-1 0,0 1 0,0 0 0,0 0 0,0-1 0,-1 1 0,1 0 0,0 0 0,0 0 0,0-1 0,0 1 0,0 0 0,0 0 0,1-1 0,-1 1 0,0 0 0,0 0 0,0 0 0,0-1 0,0 1 0,0 0 0,0 0 0,0 0 0,0-1 0,1 1 0,-1 0 0,0 0 0,0 0 0,20-1 0,27 13 0,0 1 0,-1 3 0,53 25 0,-60-25 0,49 19 0,67 30 0,-151-63 0,-1 0 0,0 1 0,1 0 0,-1-1 0,0 1 0,-1 1 0,1-1 0,0 0 0,-1 1 0,0-1 0,0 1 0,0-1 0,0 1 0,0 0 0,-1 0 0,0 0 0,0 0 0,0 0 0,0 0 0,-1 1 0,1-1 0,-1 5 0,0 10 0,-1 0 0,0 0 0,-6 27 0,2-20 0,-1 0 0,-1 0 0,-2 0 0,0-1 0,-2 0 0,-1-1 0,-27 43 0,16-26 43,17-30-395,0 0 0,-1 0 0,-13 17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39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41.9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0 699 24575,'3'-1'0,"-1"0"0,1 0 0,-1-1 0,0 1 0,0-1 0,1 1 0,-1-1 0,0 0 0,-1 0 0,1 0 0,0 0 0,0 0 0,-1 0 0,3-4 0,7-8 0,330-303 0,-318 293 0,0 0 0,-2-2 0,-1 0 0,26-45 0,-44 68 0,0 0 0,-1 0 0,1 0 0,0 0 0,-1 0 0,0-1 0,0 1 0,0 0 0,0-1 0,-1 1 0,1-1 0,-1 1 0,0-1 0,0 1 0,0-1 0,-1 1 0,1-1 0,-1 1 0,0-1 0,1 1 0,-3-5 0,0 4 0,1 0 0,-1 0 0,0 0 0,0 0 0,0 0 0,0 1 0,-1 0 0,1-1 0,-1 1 0,0 1 0,0-1 0,0 0 0,-1 1 0,1 0 0,-5-2 0,-41-9 0,41 11 0,1 1 0,0-1 0,0 0 0,0-1 0,-14-7 0,21 7 0,8 2 0,10 2 0,3 3 0,-7-2 0,0 1 0,0-1 0,0 2 0,0 0 0,-1 1 0,0 0 0,0 0 0,0 2 0,0-1 0,18 16 0,-23-17 0,-1 1 0,0-1 0,-1 1 0,1 0 0,-1 1 0,0-1 0,-1 1 0,0 0 0,0 0 0,0 0 0,-1 1 0,0-1 0,0 1 0,-1 0 0,0 0 0,0 0 0,-1 0 0,0 10 0,-1 91-1365,-1-85-5461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55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24575,'891'0'0,"-857"2"0,0 2 0,0 1 0,0 2 0,41 13 0,-56-14 0,13 0 0,1-2 0,0 0 0,0-2 0,0-2 0,33-4 0,17 2 0,185 2-1365,-244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3:57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23513,'1865'0'0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4:15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3126 502 24523,'-1'20'0,"-2"0"0,-3-1 0,-3 1 0,-2-1 0,-2 0 0,-2 0 0,-3 0 0,-2 0 0,-3-1 0,-1 0 0,-3 0 0,-2-1 0,-2 0 0,-2 0 0,-2-1 0,-2 0 0,-2-1 0,-2 0 0,-1-1 0,-3 0 0,-1-1 0,-1-1 0,-2 0 0,-1 0 0,-2-2 0,-1 0 0,-1-1 0,-1 0 0,-2-1 0,0-1 0,-1 0 0,0-2 0,-2 0 0,0 0 0,0-2 0,-1 0 0,0-1 0,0-1 0,-1-1 0,1 0 0,0-1 0,-1-1 0,2-1 0,-1 0 0,1-2 0,1 0 0,0 0 0,1-2 0,1 0 0,1-1 0,1-1 0,0 0 0,2-1 0,2 0 0,0-2 0,2 0 0,2 0 0,1-1 0,2-1 0,1 0 0,3-1 0,1 0 0,2-1 0,1 0 0,3-1 0,2 0 0,2 0 0,3-1 0,1 0 0,3 0 0,2-1 0,2 0 0,2 0 0,3 0 0,2 0 0,3-1 0,2 1 0,2-1 0,3 0 0,2 0 0,3 1 0,2-1 0,2 1 0,3-1 0,2 1 0,3 0 0,2 0 0,2 0 0,2 1 0,3 0 0,1 0 0,3 1 0,2 0 0,2 0 0,3 1 0,1 0 0,2 1 0,1 0 0,3 1 0,1 1 0,2-1 0,1 2 0,2 0 0,2 1 0,0 0 0,2 1 0,2 1 0,0 0 0,1 1 0,1 1 0,1 1 0,1 0 0,0 1 0,1 1 0,1 0 0,-1 2 0,2 0 0,-1 1 0,0 0 0,1 2 0,-1 0 0,0 1 0,0 0 0,-1 2 0,0 0 0,0 1 0,-2 1 0,0 0 0,-1 1 0,0 1 0,-2 1 0,-1 0 0,-1 1 0,-1 1 0,-2 0 0,-1 1 0,-2 0 0,-1 2 0,-1-1 0,-3 1 0,-1 1 0,-2 0 0,-2 1 0,-2 0 0,-2 1 0,-2 0 0,-2 0 0,-2 1 0,-3 0 0,-1 0 0,-3 1 0,-2 0 0,-3 0 0,-2 0 0,-2 1 0,-2-1 0,-3 1 0,-3-1 0,-2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4:20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743 0 24575,'-90'3'0,"1"3"0,-1 5 0,2 3 0,0 4 0,-90 31 0,166-46 0,1 1 0,0-1 0,-1 2 0,-13 7 0,22-11 0,0 1 0,0 0 0,1 0 0,-1 0 0,1 0 0,-1 1 0,1-1 0,0 1 0,0-1 0,0 1 0,0 0 0,0 0 0,1 0 0,-1 0 0,1 0 0,-2 5 0,-2 21 0,2 0 0,1 0 0,2 1 0,0-1 0,9 57 0,1-25 0,3-1 0,34 102 0,63 114 0,-87-221 0,523 1075 0,-543-1125 0,0 1 0,0-1 0,0 0 0,0 0 0,1-1 0,0 1 0,0-1 0,0 1 0,0-1 0,6 3 0,-7-5 0,1-1 0,-1 0 0,1 0 0,-1 0 0,1 0 0,0 0 0,-1-1 0,1 0 0,0 0 0,-1 0 0,1 0 0,0 0 0,-1-1 0,1 1 0,0-1 0,5-2 0,316-101 0,-90 15-1365,-211 80-5461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4:23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1 414 24575,'0'-20'0,"1"-1"0,0 1 0,2 0 0,7-32 0,-7 41 0,2 0 0,-1 0 0,1 0 0,1 0 0,0 1 0,1 0 0,0 0 0,0 1 0,11-12 0,0 3 0,1 0 0,1 1 0,1 1 0,0 1 0,1 1 0,34-17 0,-42 24 0,1 1 0,-1 1 0,1 0 0,0 1 0,1 1 0,-1 0 0,1 1 0,0 1 0,-1 0 0,1 1 0,0 1 0,16 2 0,-26-1 0,1-1 0,-1 1 0,0 0 0,0 0 0,0 0 0,0 1 0,-1 0 0,1 0 0,-1 1 0,1-1 0,-1 1 0,0 0 0,-1 1 0,6 6 0,-3-3 0,-2 0 0,1 1 0,-1-1 0,-1 1 0,1 0 0,-2 1 0,1-1 0,2 14 0,1 11 0,-3 1 0,0 0 0,-2 0 0,-4 38 0,2 80 0,-3 61 0,2-202 0,-1-1 0,0 1 0,0-1 0,-1 0 0,-1 0 0,0 0 0,-6 11 0,-44 71 0,11-21 0,0-2 0,-6 11 0,49-81 0,-1 1 0,1-1 0,-1 1 0,1 0 0,0-1 0,0 1 0,-1-1 0,1 1 0,0 0 0,0-1 0,-1 1 0,1 0 0,0-1 0,0 1 0,0 0 0,0 0 0,0-1 0,0 1 0,0 0 0,0-1 0,0 1 0,1 0 0,-1-1 0,0 1 0,0 0 0,1-1 0,-1 1 0,0-1 0,1 1 0,-1 0 0,0-1 0,1 1 0,-1-1 0,1 1 0,-1-1 0,1 1 0,-1-1 0,1 0 0,0 1 0,-1-1 0,1 0 0,-1 1 0,1-1 0,0 0 0,-1 1 0,1-1 0,0 0 0,-1 0 0,2 0 0,40 0 0,-35-1 0,197-22 0,65-4 0,-62 22-1365,-180 6-5461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4:24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24575,'4'0'0,"-1"1"0,1 0 0,-1-1 0,0 1 0,1 0 0,-1 1 0,0-1 0,0 1 0,0-1 0,0 1 0,0 0 0,0 0 0,4 4 0,2 2 0,-1 0 0,-1 1 0,8 9 0,0 5 0,-1 1 0,0 0 0,16 43 0,22 83 0,-37-100 0,-1 0 0,-3 1 0,9 95 0,-19-125 0,0-1 0,-2 1 0,0 0 0,-2-1 0,0 1 0,-1-1 0,-1 0 0,-1 0 0,-1-1 0,0 0 0,-1 0 0,-17 27 0,-5-3-1365,3-8-5461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4:26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24575,'0'5'0,"0"15"0,14 27 0,9 38 0,5 32 0,7 19 0,-2 0 0,-3-9 0,-1-26 0,-6-26 0,-6-21 0,-7-20-8191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4:28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895 493 24575,'-46'0'0,"-1"3"0,1 1 0,-1 2 0,1 2 0,-81 26 0,15 7 0,-41 15 0,145-54 0,1 0 0,-1 0 0,1 0 0,-1-1 0,0-1 0,1 1 0,-14-1 0,18-1 0,-1 0 0,1 0 0,-1 0 0,1 0 0,0 0 0,-1-1 0,1 1 0,0-1 0,0 0 0,0 0 0,0 0 0,0 0 0,1-1 0,-1 1 0,1-1 0,-1 0 0,1 0 0,-3-4 0,-6-12 0,0-1 0,2 1 0,0-1 0,2-1 0,-7-23 0,-18-109 0,31 147 0,-5-25-114,-30-222-1137,34 225-5575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4:30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24575,'141'-2'0,"151"5"0,-288-3 0,-1 0 0,0 1 0,1-1 0,-1 1 0,0 0 0,1 0 0,-1 0 0,0 0 0,0 0 0,0 1 0,0 0 0,0-1 0,0 1 0,-1 0 0,1 0 0,-1 1 0,1-1 0,-1 0 0,0 1 0,0 0 0,0-1 0,0 1 0,0 0 0,-1 0 0,3 6 0,1 5 0,-2 0 0,0 0 0,0 0 0,1 29 0,-3-22 0,34 472 0,17 176 0,-42-609 0,2-1 0,2-1 0,42 105 0,-3-36 0,18 52 0,-68-172 0,-1 1 0,0-1 0,0 1 0,-1 0 0,0 0 0,0 0 0,-1-1 0,0 1 0,-1 0 0,0 0 0,0 0 0,0 0 0,-1-1 0,0 1 0,-6 12 0,3-11 0,0 0 0,-1 0 0,0-1 0,-1 1 0,0-1 0,0-1 0,-1 1 0,0-1 0,0-1 0,0 0 0,-13 7 0,-20 13 0,-217 128 0,216-131 0,14-7 0,0-1 0,-52 18 0,7-9-1365,54-19-5461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5:2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1678 24575,'11'-11'0,"1"1"0,0 0 0,17-10 0,0-1 0,100-72 0,784-547 0,-824 582 0,625-396 0,-687 438 0,0 1 0,55-21 0,-65 30 0,-1 1 0,1 1 0,1 1 0,-1 0 0,0 2 0,27-1 0,3 2 0,0-2 0,0-2 0,52-12 0,-98 16 0,1 0 0,0-1 0,0 1 0,-1 0 0,1-1 0,0 1 0,0-1 0,-1 0 0,1 1 0,-1-1 0,1 0 0,-1 0 0,1 0 0,-1 0 0,1 0 0,-1-1 0,0 1 0,0 0 0,2-3 0,-2 3 0,-1 0 0,0-1 0,0 1 0,0 0 0,0 0 0,0 0 0,0-1 0,0 1 0,0 0 0,0 0 0,-1 0 0,1-1 0,0 1 0,-1 0 0,1 0 0,-1 0 0,1 0 0,-1 0 0,0 0 0,1 0 0,-2-1 0,-4-5 0,-1 1 0,1 0 0,-1 0 0,0 0 0,0 1 0,-10-6 0,-40-15 0,0 1 0,-2 4 0,-98-24 0,152 44 0,-41-10 0,29 8 0,0 0 0,1-2 0,-20-7 0,64 7 0,378 8 0,-403-3 0,1 0 0,-1 0 0,0 0 0,0 1 0,0-1 0,0 1 0,0 0 0,0 0 0,0 0 0,-1 0 0,1 0 0,0 1 0,-1 0 0,1-1 0,0 1 0,-1 0 0,0 0 0,1 0 0,-1 0 0,2 3 0,-2 0 0,0 0 0,0 0 0,0 0 0,0-1 0,-1 1 0,0 1 0,0-1 0,-1 0 0,1 0 0,-1 0 0,-1 7 0,0 20 0,-2 0 0,-1-1 0,-2 0 0,-1 0 0,-1 0 0,-1-1 0,-2 0 0,-2-1 0,-19 34 0,-42 108 0,42-93 0,-6 37-1365,31-97-5461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5:23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23403,'2595'0'0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5:27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 24575,'522'0'0,"-515"0"0,1 0 0,-1-1 0,1-1 0,-1 1 0,0-1 0,1 0 0,-1-1 0,0 1 0,0-2 0,-1 1 0,13-8 0,-9 6-120,1 1 0,-1 0 0,1 1 0,0 0 0,0 1 0,1 0 0,-1 1 0,0 0 0,1 1 0,13 1 0,-24-1 75,22 0-6781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5:30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0 125 24575,'2327'0'0,"-1966"-13"0,-23-1 0,542 15 0,-838-4 0,-1-1 0,-1-1 0,56-16 0,-49 10 0,-7 5 0,59-4 0,-6 2 0,53-4 0,214 8 0,-188 6 0,-162-2-227,0-1-1,0 0 1,0-1-1,0 0 1,9-3-1,-1-1-6598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5:33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24575,'2667'0'0,"-2629"2"65,58 10 0,23 1-1560,-95-12-5331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5:45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1 135 24575,'468'32'0,"153"13"0,6-40 0,-522-5 0,-57-3 0,53-8 0,30-3 0,-70 12 0,-1-2 0,0-4 0,0-1 0,-1-4 0,60-20 0,-57 11 0,1-1 0,126-27 0,-185 49 0,50-8 0,87-5 0,413 26 0,-229 1 0,-253-10 0,-1 4 0,0 3 0,116 31 0,-151-33 0,0-1 0,0-2 0,41 0 0,114-6 0,-71-2 0,1502 3-1365,-1599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5:59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 24575,'89'-1'0,"97"-14"0,-126 9 0,75 4 0,18-2 0,-56-11 0,-32 4 0,-2 1 0,-24 3 0,75-4 0,-91 10 42,0-1 1,28-7-1,13-2-1534,-41 9-5334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04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 24575,'57'-3'0,"0"-3"0,-1-1 0,64-19 0,-109 24 0,14-2 0,2 1 0,-1 1 0,28 2 0,28-2 0,-28-10 119,-21 3-1603,-14 6-5342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1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14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1 572 24575,'2'-5'0,"0"0"0,0 0 0,1 0 0,-1 0 0,1 0 0,0 1 0,1-1 0,-1 1 0,8-7 0,-9 9 0,9-10 0,0 0 0,1 1 0,0 1 0,1 0 0,19-12 0,-22 17 0,-1 0 0,1 1 0,0 0 0,0 1 0,0 0 0,1 1 0,-1 0 0,1 0 0,13 0 0,-6 0 0,1-1 0,-1 0 0,0-2 0,0 0 0,-1-1 0,1-1 0,-1 0 0,0-2 0,17-11 0,44-19 0,-21 16 0,0 3 0,65-13 0,-118 32 0,0 0 0,0-1 0,0 1 0,-1-1 0,1 0 0,0 0 0,-1 0 0,0 0 0,1-1 0,-1 1 0,0-1 0,0 0 0,-1 0 0,1 0 0,3-4 0,-5 4 0,0 1 0,0 0 0,0 0 0,0-1 0,0 1 0,0-1 0,-1 1 0,1-1 0,-1 1 0,1-1 0,-1 1 0,0-1 0,0 1 0,0-1 0,0 0 0,-1 1 0,1-1 0,-1 1 0,0-1 0,1 1 0,-1 0 0,0-1 0,0 1 0,-1 0 0,-1-3 0,-4-4 0,0 0 0,-1 1 0,0-1 0,0 2 0,-1-1 0,-14-9 0,-6-5 0,28 22 0,1 0 0,-1 0 0,1-1 0,-1 1 0,1-1 0,-1 1 0,0 0 0,1-1 0,-1 1 0,1-1 0,0 1 0,-1-1 0,1 0 0,-1 1 0,1-1 0,0 1 0,-1-1 0,1 0 0,0 1 0,0-1 0,0 0 0,0 1 0,-1-1 0,1 0 0,0 1 0,0-1 0,0 0 0,0 1 0,1-2 0,-1 1 0,1 0 0,0 0 0,0 0 0,0 1 0,0-1 0,0 0 0,0 1 0,0-1 0,0 1 0,0-1 0,0 1 0,1 0 0,-1-1 0,0 1 0,2 0 0,52-3 0,-51 3 0,18-1 0,-11 1 0,0-1 0,0 2 0,0 0 0,0 0 0,10 3 0,-18-3 0,0-1 0,-1 1 0,1 0 0,-1 0 0,0 1 0,1-1 0,-1 1 0,0-1 0,0 1 0,1 0 0,-1-1 0,-1 1 0,1 0 0,0 0 0,0 1 0,-1-1 0,1 0 0,-1 0 0,0 1 0,0-1 0,0 1 0,0-1 0,0 1 0,0 0 0,0 3 0,2 22 0,-1 0 0,-1 1 0,-5 49 0,0 4 0,4 79-1365,0-138-5461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35.8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359 840 24575,'552'0'0,"-521"2"0,58 10 0,-55-6 0,46 1 0,-11-5 0,0-3 0,1-3 0,-2-4 0,72-16 0,-50 6 0,-48 10 0,59-18 0,-67 17 0,0 1 0,64-5 0,-34 5 0,85-19 0,-123 20 0,0 0 0,-1-2 0,40-19 0,-21 1 0,-30 17 0,0 2 0,21-10 0,-15 8 0,0-1 0,37-25 0,-43 24 0,-2-1 0,1 1 0,-2-2 0,0 0 0,0 0 0,-2-1 0,0 0 0,0-1 0,-1 0 0,-1 0 0,5-20 0,-8 23 0,-1-1 0,0 0 0,-1 0 0,-1 0 0,0-1 0,-1 1 0,-1 0 0,0 0 0,0 0 0,-5-15 0,4 21 0,0 1 0,0 0 0,-1 0 0,0 0 0,0 1 0,0-1 0,-1 0 0,0 1 0,0 0 0,-1 0 0,0 0 0,0 1 0,0 0 0,-1 0 0,0 0 0,1 0 0,-2 1 0,1 0 0,0 0 0,-13-4 0,-25-5 0,-2 1 0,-85-9 0,107 17 0,-50-2 0,-136 5 0,91 4 0,-919-3 0,987 2 0,-52 9 0,-37 3 0,69-14 0,-53 2 0,110 0 0,0 0 0,0 1 0,0 0 0,1 1 0,0 1 0,-23 10 0,17-3 0,0 0 0,1 2 0,1 0 0,0 1 0,1 0 0,0 2 0,1 0 0,1 0 0,1 1 0,1 1 0,0 0 0,1 1 0,1 0 0,-11 33 0,15-28 0,1-1 0,1 1 0,1 0 0,1 0 0,1 0 0,1 0 0,4 27 0,-1 27 0,-3-64 0,1-1 0,1 0 0,0 1 0,0-1 0,2 0 0,-1 0 0,2-1 0,0 1 0,1-1 0,0 0 0,1 0 0,0-1 0,1 0 0,0 0 0,1-1 0,0 0 0,1-1 0,1 0 0,15 13 0,2-3-682,48 27-1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38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259 253 22982,'-258'-115'0,"504"-22"0,-492 274 0,1407-190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43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1 299 24575,'237'2'0,"338"-10"0,-508 2 0,1-3 0,-1-3 0,-1-2 0,0-4 0,-1-3 0,114-53 0,-144 57 0,136-58 0,-151 69 0,1 2 0,0 0 0,1 1 0,-1 1 0,30 1 0,-21 0 0,55-8 0,-53 3 0,0 1 0,0 1 0,1 2 0,53 3 0,-82 0 4,-1-1 0,1 1 0,-1 0 0,1 0 0,-1 0 0,1 1-1,-1-1 1,0 1 0,1-1 0,-1 1 0,0 0 0,0 1 0,0-1 0,-1 0 0,1 1-1,0 0 1,-1-1 0,0 1 0,0 0 0,0 0 0,0 0 0,0 1 0,0-1 0,-1 0-1,1 1 1,-1-1 0,1 7 0,1 7-235,0-1 0,-1 1 1,-1 0-1,-2 27 0,1-35-89,-1 15-6506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51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24575,'1310'0'0,"-1286"-1"-227,-1-2-1,1 0 1,-1-1-1,0-2 1,38-13-1,-38 11-6598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07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09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1159 1 24575,'-9'1'0,"-1"0"0,1 0 0,-1 1 0,1 1 0,0-1 0,0 1 0,0 1 0,1 0 0,-9 5 0,-74 50 0,75-48 0,-148 114 0,85-63 0,-126 77 0,174-123 0,0-1 0,-2-2 0,0-1 0,0-2 0,-45 9 0,49-12 41,0 2 0,-34 15-1,36-13-536,-1-1 1,-34 8-1,35-13-6330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57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57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01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2140 1240 24575,'0'-1'0,"-1"0"0,1-1 0,-1 1 0,1 0 0,-1 0 0,1 0 0,-1 0 0,0 0 0,0 0 0,0 0 0,1 0 0,-1 0 0,0 0 0,0 0 0,0 1 0,0-1 0,0 0 0,-1 1 0,1-1 0,0 0 0,-2 0 0,-32-12 0,25 9 0,-77-28 0,-2 4 0,-1 3 0,-118-15 0,155 32 0,-7-1 0,-97-3 0,-278 14 0,409-1 0,0 2 0,-34 7 0,32-4 0,-49 3 0,-185-9 0,118-1 0,136 1 0,1-1 0,-1 1 0,0-1 0,0-1 0,1 0 0,-1 0 0,1 0 0,0-1 0,-1 0 0,1 0 0,0-1 0,-9-7 0,6 4 0,2 0 0,-1-1 0,1-1 0,1 1 0,-1-1 0,1 0 0,-9-18 0,1-2 0,2-1 0,1 0 0,2 0 0,1-1 0,-6-35 0,7 23 0,2 0 0,2 0 0,2 0 0,7-75 0,-4 108 0,1 0 0,1 0 0,0 0 0,0 0 0,1 1 0,6-11 0,-5 11 0,0-1 0,-1 1 0,-1-1 0,1 0 0,-2 0 0,3-17 0,-3-160-5,-3 113-1355,0 45-5466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25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0 758 24575,'1'-14'0,"1"1"0,0-1 0,1 1 0,0-1 0,1 1 0,0 0 0,1 1 0,1-1 0,0 1 0,0 0 0,13-17 0,7-6 0,1 1 0,41-38 0,-22 26 0,2 2 0,1 3 0,90-58 0,-97 73 0,-1-3 0,42-38 0,-81 66 0,0-1 0,-1 1 0,0 0 0,1-1 0,-1 1 0,0-1 0,0 1 0,1-1 0,-1 0 0,0 1 0,-1-1 0,1 0 0,0 0 0,0 0 0,-1 0 0,1 1 0,-1-1 0,0 0 0,1-2 0,-2 2 0,1 1 0,-1-1 0,1 1 0,-1-1 0,0 1 0,0-1 0,0 1 0,0 0 0,1-1 0,-2 1 0,1 0 0,0 0 0,0 0 0,0 0 0,0 0 0,-1 0 0,1 0 0,-1 0 0,1 0 0,0 1 0,-1-1 0,-2 0 0,2 0 0,0 0 0,0 0 0,0 1 0,1-2 0,-1 1 0,0 0 0,0 0 0,1 0 0,-1-1 0,1 1 0,-1-1 0,-1-1 0,3 3 0,0-1 0,0 1 0,0 0 0,0 0 0,0-1 0,0 1 0,0 0 0,0 0 0,0-1 0,0 1 0,0 0 0,0 0 0,0-1 0,0 1 0,0 0 0,0 0 0,0 0 0,0-1 0,0 1 0,1 0 0,-1 0 0,0-1 0,0 1 0,0 0 0,0 0 0,0 0 0,1-1 0,-1 1 0,0 0 0,0 0 0,0 0 0,1 0 0,-1 0 0,0-1 0,19-3 0,-15 3 0,1 1 0,0-1 0,0 1 0,0 1 0,-1-1 0,1 1 0,0-1 0,-1 1 0,1 1 0,-1-1 0,1 1 0,-1-1 0,1 2 0,-1-1 0,0 0 0,0 1 0,0-1 0,0 1 0,-1 0 0,1 1 0,-1-1 0,1 0 0,2 6 0,-1-1 0,0 0 0,-1 0 0,0 0 0,-1 0 0,0 1 0,0 0 0,-1 0 0,0 0 0,-1 0 0,1 0 0,-1 13 0,-2 61-1365,0-60-5461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6:27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1 24575,'-4'0'0,"-7"0"0,-5 0 0,-6 0 0,-2 0 0,-3 0 0,-1 0 0,5 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04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1 24575,'-5'2'0,"0"0"0,0 0 0,0 0 0,0 1 0,1 0 0,-1 0 0,1 0 0,0 0 0,0 1 0,-4 4 0,6-6 0,-4 4 0,1 0 0,0 0 0,0 1 0,1 0 0,-1-1 0,2 2 0,-1-1 0,1 0 0,0 1 0,0-1 0,1 1 0,0 0 0,0 0 0,0 8 0,-1 15 0,2 1 0,3 40 0,0-32 0,-2-36 0,0 0 0,0-1 0,0 1 0,1 0 0,-1 0 0,1 0 0,0-1 0,1 1 0,-1 0 0,0-1 0,1 1 0,0-1 0,4 7 0,-3-7 0,1 0 0,-1 0 0,1-1 0,-1 1 0,1-1 0,0 0 0,0 0 0,0 0 0,0-1 0,1 1 0,-1-1 0,5 1 0,45 7-41,0-1 1,0-4-1,1-1 0,60-6 0,-28 2-1120,-64 0-5665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08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1 353 24575,'35'-2'0,"1"-1"0,-1-2 0,0-1 0,0-2 0,-1-2 0,0-1 0,46-22 0,-38 20 0,-32 10 0,0 0 0,1 0 0,-2-1 0,12-6 0,-18 9 0,0-1 0,-1 0 0,0 1 0,1-1 0,-1 0 0,0-1 0,0 1 0,0 0 0,0 0 0,-1-1 0,1 1 0,-1-1 0,1 0 0,-1 1 0,0-1 0,0 0 0,0 0 0,0 0 0,0-4 0,0 2 0,-1-1 0,0 1 0,0-1 0,0 1 0,-1-1 0,1 0 0,-1 1 0,-1 0 0,1-1 0,-4-8 0,-2 0 0,-1-1 0,-11-16 0,5 10 0,14 20 0,-1 1 0,1-1 0,-1 1 0,1-1 0,-1 0 0,1 0 0,0 1 0,-1-1 0,1 0 0,0 0 0,0 1 0,0-1 0,-1 0 0,1 0 0,0 0 0,0 1 0,0-1 0,0 0 0,0 0 0,0 0 0,0 1 0,1-1 0,-1 0 0,0 0 0,0 0 0,1 1 0,-1-1 0,0 0 0,1 1 0,-1-1 0,1 0 0,-1 1 0,1-2 0,2 1 0,-1-1 0,0 1 0,0 0 0,0 0 0,1 0 0,-1 0 0,1 1 0,-1-1 0,0 1 0,1-1 0,2 1 0,11-1 0,-1 1 0,24 2 0,-13 1 0,108 15 0,-122-15 0,1 0 0,0 1 0,-1 0 0,0 1 0,0 1 0,0 0 0,-1 0 0,12 9 0,-18-10 3,0 0 0,0 0 1,-1 0-1,1 1 0,-1 0 0,0-1 0,-1 1 0,0 1 0,0-1 0,0 0 0,0 1 0,-1 0 0,0-1 1,-1 1-1,1 0 0,-1 8 0,1 14-105,-1 1 0,-4 46 0,0-17-1010,2-36-5714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11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12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24575,'180'-13'0,"-41"1"0,242 9-120,-264 3-1125,-93 0-5581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13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648 57 24575,'0'-2'0,"0"0"0,-1 0 0,1 0 0,0 0 0,-1 1 0,0-1 0,1 0 0,-1 0 0,0 1 0,0-1 0,0 0 0,0 1 0,-1-1 0,1 1 0,0 0 0,0-1 0,-1 1 0,1 0 0,-1 0 0,1 0 0,-1 0 0,0 0 0,1 0 0,-1 0 0,0 0 0,0 1 0,0-1 0,-2 0 0,-9-2 0,1 1 0,-1 0 0,-15-1 0,16 2 0,-26-2 0,0 1 0,0 2 0,-76 9 0,100-7 0,0 1 0,0 1 0,0 0 0,0 1 0,0 1 0,1 0 0,0 0 0,0 2 0,1-1 0,0 2 0,0 0 0,1 0 0,-16 17 0,10-8 0,2 2 0,-26 42 0,35-53 0,1 0 0,1 1 0,0-1 0,0 1 0,1 0 0,0 1 0,1-1 0,0 0 0,-1 19 0,4-25 0,0 1 0,-1 0 0,1-1 0,1 1 0,-1-1 0,1 1 0,0-1 0,0 0 0,0 0 0,0 1 0,1-2 0,-1 1 0,1 0 0,0 0 0,0-1 0,1 0 0,-1 1 0,1-1 0,0-1 0,-1 1 0,1 0 0,1-1 0,-1 0 0,8 3 0,6 2 0,-1 0 0,1-2 0,0 0 0,34 4 0,7-4 0,75-2 0,26 1 0,-152-4 0,0 1 0,0 0 0,-1 1 0,1 0 0,0 0 0,-1 0 0,10 5 0,-14-5 0,-1 0 0,1 0 0,-1-1 0,1 2 0,-1-1 0,0 0 0,0 0 0,0 1 0,0-1 0,0 1 0,0-1 0,-1 1 0,0 0 0,1 0 0,-1-1 0,0 1 0,0 0 0,0 0 0,-1 0 0,1 0 0,-1 5 0,2 37 0,-6 80 0,-1-33 0,5-85 0,0-1 0,-1 1 0,1-1 0,-1 1 0,-1-1 0,1 0 0,-1 0 0,0 0 0,0 0 0,-1 0 0,0 0 0,0 0 0,0-1 0,-1 1 0,0-1 0,0 0 0,0 0 0,0-1 0,-1 1 0,0-1 0,0 0 0,0 0 0,0-1 0,-9 5 0,-1 1-151,-1-1-1,0-1 0,-1 0 0,1-1 1,-1-1-1,0 0 0,0-1 1,-35 2-1,23-4-6674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15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 24575,'4'0'0,"11"-4"0,12-2 0,20-5 0,11 0 0,19 2 0,14 2 0,11 2 0,-4 3 0,-4 0 0,-9 2 0,-14 0 0,-15 1 0,-12-1 0,-14 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17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24575,'1'0'0,"0"1"0,0-1 0,0 0 0,-1 1 0,1-1 0,0 1 0,0-1 0,-1 1 0,1 0 0,0-1 0,-1 1 0,1 0 0,0-1 0,-1 1 0,1 0 0,-1 0 0,1-1 0,-1 1 0,0 0 0,1 0 0,-1 0 0,0 0 0,1 0 0,-1-1 0,0 3 0,6 30 0,-5-25 0,27 187 0,21 116 0,-34-243 0,-9-41 0,0-1 0,-2 1 0,2 45 0,-6-47-1365,-1-2-5461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18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1 156 24575,'359'-17'0,"-278"6"0,-1-3 0,108-33 0,-77 19 105,13-5-1575,-107 27-5356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19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24575,'1'3'0,"0"-1"0,1 1 0,-1-1 0,0 0 0,1 0 0,0 0 0,-1 0 0,1 0 0,0 0 0,0 0 0,0 0 0,0-1 0,0 1 0,0-1 0,5 3 0,-1 0 0,55 34 0,89 40 0,-63-34 0,0-2 0,-47-24 0,0 2 0,53 36 0,-87-52 0,-1 1 0,0-1 0,-1 1 0,1 1 0,-1-1 0,0 0 0,0 1 0,-1 0 0,1 0 0,-2 0 0,1 1 0,0-1 0,-1 0 0,0 1 0,-1 0 0,2 10 0,-1 9 0,0 1 0,-5 51 0,1-35 0,1-16-114,-8 108-1137,2-93-5575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21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24575,'5'9'0,"1"17"0,4 31 0,6 38 0,-1 18 0,2 7 0,-2-3 0,-4-17 0,2-21 0,-2-18 0,-3-16 0,-3-16-8191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22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1 166 24575,'14'0'0,"22"-4"0,29-3 0,26-3 0,30-5 0,17-1 0,17-1 0,1-3 0,-8 2 0,-15 0 0,-26 2 0,-26 5 0,-23 4 0,-16 3 0,-16 2-8191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56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1 709 24575,'2'7'0,"-1"-1"0,2 1 0,-1 0 0,1-1 0,0 0 0,0 0 0,1 1 0,0-2 0,0 1 0,6 7 0,3 5 0,7 14 0,-12-18 0,1 0 0,0 0 0,1-1 0,0 0 0,19 18 0,-26-29 0,0 1 0,0-1 0,1 0 0,-1 0 0,1 0 0,-1 0 0,1-1 0,-1 1 0,1-1 0,0 0 0,-1 0 0,1 0 0,0-1 0,0 0 0,0 1 0,0-1 0,0 0 0,0-1 0,-1 1 0,1-1 0,0 0 0,0 0 0,0 0 0,-1 0 0,1 0 0,-1-1 0,1 0 0,-1 0 0,5-3 0,13-10 0,-1-1 0,-1-1 0,34-37 0,-37 36 0,191-208 0,274-272 0,-388 422-1365,-63 58-5461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7:58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2 544 24575,'-1'76'0,"3"85"0,-2-159 0,0 1 0,0 0 0,0 0 0,1 0 0,-1-1 0,1 1 0,-1 0 0,1 0 0,0-1 0,1 1 0,-1 0 0,0-1 0,1 0 0,-1 1 0,1-1 0,0 0 0,-1 0 0,1 1 0,0-1 0,1-1 0,-1 1 0,0 0 0,0 0 0,1-1 0,-1 0 0,1 1 0,-1-1 0,1 0 0,0 0 0,-1 0 0,1-1 0,0 1 0,0-1 0,0 1 0,-1-1 0,1 0 0,5 0 0,1-1 0,0-1 0,0 1 0,0-1 0,0-1 0,0 0 0,-1 0 0,1 0 0,-1-1 0,0-1 0,14-9 0,42-39 0,96-100 0,-41 34 0,-53 57 0,118-105 0,-136 127 0,103-64 0,-87 73 0,-50 26 0,-1-1 0,0 0 0,0-1 0,-1 0 0,15-12 0,-9 4-1365,-2 1-5461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8:00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1 590 24575,'0'73'0,"1"85"0,-1-155 0,0 0 0,1 0 0,-1-1 0,1 1 0,-1 0 0,1 0 0,0 0 0,0-1 0,0 1 0,0 0 0,1-1 0,-1 1 0,3 2 0,-3-4 0,0 0 0,0 0 0,0-1 0,0 1 0,1-1 0,-1 1 0,0-1 0,0 0 0,0 1 0,0-1 0,1 0 0,-1 0 0,0 1 0,0-1 0,1 0 0,-1 0 0,0-1 0,0 1 0,0 0 0,1 0 0,-1-1 0,0 1 0,0 0 0,0-1 0,0 1 0,0-1 0,1 0 0,-1 1 0,0-1 0,0 0 0,-1 1 0,1-1 0,1-1 0,19-16 0,0-1 0,-2-1 0,32-41 0,10-12 0,-9 23 0,2 2 0,2 3 0,98-62 0,-98 69 0,-1-2 0,-2-3 0,-2-2 0,-1-2 0,53-68 0,-91 100-341,1 1 0,1 0-1,29-22 1,-28 26-6485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8:01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1 587 24575,'0'60'0,"1"68"0,-1-125 0,0 0 0,1-1 0,-1 1 0,1-1 0,-1 1 0,1-1 0,0 1 0,0-1 0,0 0 0,0 1 0,0-1 0,0 0 0,1 0 0,-1 0 0,1 0 0,0 0 0,0 0 0,-1 0 0,1 0 0,0-1 0,0 1 0,1-1 0,-1 1 0,0-1 0,0 0 0,1 0 0,-1 0 0,1 0 0,-1 0 0,1-1 0,-1 1 0,1-1 0,-1 0 0,1 1 0,-1-1 0,1 0 0,4-1 0,3 0 0,1-1 0,-1 0 0,1 0 0,-1-1 0,0 0 0,0-1 0,0 0 0,9-6 0,27-21 0,-1-2 0,-2-1 0,71-73 0,-67 62 0,355-379 0,-365 377 46,-25 30-517,2 0 1,16-16 0,-13 19-6356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8:03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1 254 24575,'0'55'0,"1"64"0,-1-117 0,0 0 0,0 1 0,0-1 0,1 0 0,-1 0 0,1 1 0,-1-1 0,1 0 0,0 0 0,0 0 0,0 0 0,0 0 0,0 0 0,0 0 0,0 0 0,1 0 0,-1 0 0,1-1 0,-1 1 0,1-1 0,0 1 0,-1-1 0,5 3 0,-3-3 0,0-1 0,0 1 0,-1-1 0,1 0 0,0 0 0,0 0 0,0 0 0,0 0 0,0 0 0,0-1 0,0 1 0,0-1 0,-1 0 0,1 0 0,0 0 0,-1 0 0,1-1 0,4-2 0,22-16 0,-2-2 0,0 0 0,-1-2 0,-2 0 0,24-31 0,48-47 0,-56 68 0,1 1 0,66-41 0,-17 17-1365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8:46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0 829 24575,'2'51'0,"14"77"0,-6-57 0,86 546 0,-95-613 0,0 6 0,1-1 0,0 1 0,1-1 0,-1 0 0,2 0 0,-1 0 0,7 11 0,-9-19 0,0 0 0,-1 0 0,1 0 0,0 0 0,0 0 0,0 0 0,0-1 0,0 1 0,0 0 0,0-1 0,0 1 0,0-1 0,0 1 0,1-1 0,-1 1 0,0-1 0,0 0 0,0 1 0,0-1 0,1 0 0,-1 0 0,0 0 0,0 0 0,1 0 0,-1 0 0,0-1 0,0 1 0,0 0 0,1-1 0,-1 1 0,0 0 0,0-1 0,0 1 0,1-2 0,4-1 0,-1-1 0,0 1 0,0-1 0,0-1 0,6-5 0,23-29 0,42-61 0,1-4 0,33-24 0,153-140 0,-147 157 0,-74 72 0,71-83 0,23-55 0,-119 157 0,0 1 0,28-24 0,18-19 0,-39 34 0,-10 10 0,1 1 0,0 0 0,1 2 0,1 0 0,0 0 0,24-14 0,120-86 0,-36 21 0,97-55-1365,-193 130-5461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10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2 532 24575,'-1'22'0,"1"-13"0,0 0 0,0 0 0,0 0 0,1 0 0,4 17 0,-4-24 0,0 1 0,0-1 0,1 1 0,-1-1 0,1 0 0,-1 1 0,1-1 0,-1 0 0,1 0 0,0 0 0,0 0 0,0 0 0,1-1 0,-1 1 0,0-1 0,0 1 0,1-1 0,-1 0 0,1 0 0,-1 0 0,1 0 0,0 0 0,-1-1 0,4 1 0,13 1 0,-1 0 0,0-1 0,1-1 0,-1-1 0,0-1 0,1 0 0,-1-1 0,32-10 0,10-8 0,68-33 0,-84 34 0,-4 2 0,-1-2 0,0-2 0,-2-1 0,0-2 0,-2-2 0,-1-1 0,31-33 0,158-163-13,-135 139-1339,-66 63-5474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12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5 245 24575,'-2'58'0,"0"-32"0,2 1 0,5 49 0,-4-73 0,-1-1 0,0 0 0,1 0 0,0 0 0,-1 0 0,1 0 0,0 0 0,0 0 0,0 0 0,0 0 0,0 0 0,1-1 0,-1 1 0,1 0 0,-1-1 0,1 1 0,-1-1 0,1 1 0,0-1 0,3 2 0,-2-2 0,0 0 0,0 0 0,1 0 0,-1 0 0,0-1 0,1 0 0,-1 1 0,0-1 0,1 0 0,-1-1 0,0 1 0,4-1 0,8-3 0,0 0 0,-1-1 0,0-1 0,24-12 0,0-6 0,0-1 0,-1-2 0,33-32 0,10-6 0,57-50 0,-90 74 0,52-33-632,-87 66-101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13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1 651 24575,'-1'74'0,"3"83"0,-2-153 0,0 0 0,1 0 0,-1 0 0,1 0 0,0-1 0,1 1 0,-1 0 0,0 0 0,1-1 0,0 1 0,2 3 0,-2-6 0,-1 1 0,0-1 0,0 0 0,0 0 0,1 0 0,-1 0 0,0 0 0,1 0 0,-1-1 0,1 1 0,-1 0 0,1-1 0,0 1 0,-1-1 0,1 0 0,-1 1 0,1-1 0,0 0 0,-1 0 0,1 0 0,0 0 0,-1 0 0,1 0 0,0-1 0,-1 1 0,1 0 0,-1-1 0,1 0 0,-1 1 0,3-2 0,8-4 0,1-2 0,-1 1 0,-1-1 0,1-1 0,-1 0 0,-1-1 0,11-12 0,-7 8 0,312-331 0,83-81 0,-338 366-1365,-47 44-5461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15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24575,'0'107'0,"-3"-20"0,5 0 0,21 149 0,-23-233 0,1 0 0,-1-1 0,1 1 0,-1 0 0,1-1 0,0 1 0,0-1 0,0 1 0,0-1 0,1 0 0,-1 1 0,1-1 0,-1 0 0,1 0 0,0 0 0,0 0 0,0 0 0,0 0 0,0-1 0,0 1 0,0-1 0,1 1 0,-1-1 0,1 0 0,-1 0 0,1 0 0,-1 0 0,1-1 0,-1 1 0,1-1 0,0 1 0,-1-1 0,5 0 0,0-1 0,1 0 0,-1 0 0,0-1 0,0 0 0,1 0 0,-2 0 0,1-1 0,0-1 0,0 1 0,-1-1 0,7-5 0,42-34 0,-3-2 0,57-64 0,24-21 0,-105 106 0,0 1 0,2 2 0,33-20 0,-40 30 59,47-16-1,-47 19-552,-1 0 0,28-15 0,-35 13-6332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18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539 0 24575,'-1'2'0,"0"0"0,1-1 0,-1 1 0,0-1 0,0 1 0,0-1 0,0 1 0,0-1 0,-1 0 0,1 1 0,0-1 0,-1 0 0,1 0 0,0 0 0,-1 0 0,-2 1 0,-7 6 0,-41 33 0,-2-1 0,-2-4 0,-83 43 0,129-74 0,-3 2-124,0-1 0,-1 0 0,0-1 0,0-1 0,0 0 0,0-1-1,-1 0 1,1-1 0,-1-1 0,-17 0 0,9-1-6702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37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24575,'1800'0'0,"-1773"1"0,1 1 0,-1 1 0,41 11 0,79 30 0,-8-2 0,0-11 0,146 12 0,147-5 0,-283-27 0,536 3 0,-474-15 0,-191 0 22,-1-2 0,1 0 0,-1-1-1,35-11 1,23-6-1496,-51 16-5352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38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0 189 24246,'2055'-189'0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42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0 165 24575,'5'-3'0,"-1"0"0,1 1 0,-1 0 0,1 0 0,0 1 0,-1-1 0,1 1 0,0 0 0,0 0 0,0 1 0,7-1 0,11-2 0,579-72 0,-174 30 0,-256 29 0,272 9 0,-247 9 0,659-2 0,-762 5 0,-1 5 0,142 31 0,-141-21 0,0-5 0,132 6 0,143-25 0,-278-4 0,167-38 0,-173 27 0,1 4 0,113-6 0,-15 22-1365,-160-1-5461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45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21389,'1540'0'0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50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0 388 24480,'1353'-324'0,"-1628"261"0,550 126 0,-491 119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54.7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24575,'3'109'0,"5"-1"0,32 156 0,73 201 0,-96-403 0,-11-38 0,-4-11 0,2-1 0,-1 1 0,2-1 0,10 21 0,-14-30 0,1 0 0,0 0 0,0 0 0,0-1 0,1 1 0,-1-1 0,0 0 0,1 0 0,0 0 0,-1 0 0,1 0 0,0 0 0,0-1 0,0 1 0,0-1 0,0 0 0,1 0 0,-1 0 0,0-1 0,0 1 0,1-1 0,-1 1 0,5-1 0,106-10 133,-28 1-1631,-61 8-5328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55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24575,'5'9'0,"5"12"0,2 17 0,3 10 0,4 7 0,3 3 0,3-8 0,-4-8 0,0-7 0,-4-9-8191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56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49:57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3 24575,'-38'-1'0,"20"0"0,0 1 0,-27 2 0,40-1 0,0 0 0,0 0 0,0 0 0,0 1 0,0 0 0,1 0 0,-1 0 0,1 0 0,-1 1 0,1-1 0,0 1 0,-1 0 0,-3 5 0,-1 2 0,1 1 0,1-1 0,0 1 0,0 0 0,1 1 0,1-1 0,0 1 0,0 0 0,1 1 0,-2 14 0,-1 7 0,2 1 0,-2 54 0,7-83 0,0 0 0,0 1 0,0-1 0,1 0 0,0 1 0,0-1 0,1 0 0,0 0 0,0 0 0,4 7 0,-4-8 0,1-1 0,0 0 0,0-1 0,0 1 0,1 0 0,-1-1 0,1 0 0,0 0 0,0 0 0,0 0 0,0-1 0,0 1 0,1-1 0,4 2 0,13 4 0,1-1 0,0-1 0,1-1 0,-1-1 0,32 1 0,124-4 0,-123-2 0,223-3 0,-274 4 0,-1-1 0,1 1 0,-1 0 0,0 1 0,1-1 0,-1 1 0,0 0 0,1 0 0,-1 0 0,0 1 0,0-1 0,0 1 0,0 0 0,0 0 0,0 1 0,-1-1 0,1 1 0,-1 0 0,0 0 0,1 0 0,-1 0 0,-1 0 0,1 1 0,0-1 0,-1 1 0,0 0 0,0 0 0,0 0 0,0 0 0,0 0 0,-1 0 0,0 0 0,0 1 0,0-1 0,0 7 0,3 12 60,1 41 0,-5-56-209,0-1 1,0 1-1,-1 0 1,0-1-1,0 1 1,-1-1-1,0 1 1,-1-1-1,-3 8 1,-7 5-6678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0:00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24575,'0'37'0,"6"274"0,-1-236 0,4-1 0,20 84 0,-28-155 0,0 0 0,-1 0 0,1 0 0,0-1 0,1 1 0,-1 0 0,0-1 0,1 1 0,0-1 0,0 1 0,-1-1 0,1 0 0,0 0 0,1 0 0,-1 0 0,0 0 0,1 0 0,-1 0 0,5 1 0,-3-1 0,1 0 0,0-1 0,0 0 0,0 0 0,0 0 0,0-1 0,0 1 0,0-1 0,0-1 0,8 0 0,5-2 0,-1-2 0,0 1 0,0-2 0,-1 0 0,24-13 0,82-51-1365,-91 54-5461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0:01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710 0 24575,'-9'0'0,"-13"0"0,-11 0 0,-14 0 0,-13 10 0,-14 7 0,-4 5 0,-3 0 0,4-1 0,10 2 0,11-3 0,12-6 0,8 0 0,10-2-8191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0:11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544 761 24575,'2'-10'0,"0"1"0,1 0 0,-1 0 0,2 0 0,-1 0 0,6-9 0,-7 13 0,40-72 0,-33 63 0,0-1 0,0-1 0,-2 1 0,0-1 0,0-1 0,-2 1 0,0-1 0,5-33 0,-7-15 0,-8-109 0,4 168 0,1 1 0,-2 0 0,1 0 0,-1 0 0,1 0 0,-1 0 0,-1 0 0,1 0 0,-1 1 0,0-1 0,0 1 0,0-1 0,0 1 0,-1 0 0,0 1 0,0-1 0,0 1 0,0-1 0,0 1 0,-1 0 0,-5-2 0,-11-5 0,-1 1 0,1 0 0,-39-8 0,7 2 0,29 7 0,0 1 0,-1 1 0,0 2 0,0 0 0,0 1 0,0 2 0,-46 3 0,66-1 0,0 0 0,0 0 0,0 1 0,0 0 0,0 0 0,0 0 0,1 1 0,-1 0 0,1 0 0,0 0 0,-1 0 0,1 1 0,1-1 0,-1 1 0,0 0 0,1 0 0,0 0 0,-4 8 0,-6 10 0,1 0 0,-14 41 0,11-27 0,8-18 0,0 1 0,1-1 0,1 1 0,0 0 0,2 0 0,0 0 0,1 1 0,1-1 0,1 1 0,3 21 0,-2-36 0,-1-1 0,1 0 0,1 1 0,-1-1 0,1 0 0,-1 0 0,1 0 0,0 0 0,1 0 0,-1-1 0,1 1 0,-1 0 0,1-1 0,0 0 0,0 0 0,1 0 0,-1 0 0,7 4 0,4 1 0,1 0 0,0-1 0,29 8 0,-30-10 0,0 0 0,1 1 0,18 11 0,-23-9 0,0-1 0,-1 2 0,0-1 0,0 1 0,-1 1 0,0 0 0,-1 0 0,0 0 0,-1 1 0,6 12 0,-2-1 0,-1 1 0,-1 0 0,-1 0 0,5 28 0,-12-50 0,0 1 0,0-1 0,0 1 0,1-1 0,-1 1 0,1-1 0,-1 1 0,1-1 0,-1 1 0,1-1 0,0 1 0,0-1 0,-1 0 0,1 0 0,0 1 0,0-1 0,0 0 0,1 0 0,-1 0 0,0 0 0,0 0 0,3 1 0,-3-2 0,1 0 0,-1 0 0,1 0 0,-1 0 0,1 0 0,-1 0 0,1 0 0,-1 0 0,0-1 0,1 1 0,-1-1 0,1 1 0,-1-1 0,0 0 0,1 1 0,-1-1 0,0 0 0,2-1 0,7-6 0,-2 0 0,1 0 0,-1-1 0,10-13 0,1-5-455,-1 0 0,19-39 0,-29 49-6371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0:18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23839,'4433'0'0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0:21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1 189 23596,'2081'-189'0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0:27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1167 1625 24575,'1023'0'0,"-772"14"0,-18-1 0,580-13 0,-739-4 0,120-21 0,-22 1 0,123-6 0,-77 6 0,79-4 0,-269 26 0,-1-1 0,1 0 0,-1-2 0,0-2 0,-1 0 0,1-2 0,29-13 0,-42 14 0,0 0 0,-1 0 0,0-2 0,0 1 0,-1-2 0,0 0 0,-1 0 0,0-1 0,-1 0 0,0-1 0,10-19 0,10-19 0,37-91 0,-61 129 0,10-25 0,19-69 0,-30 89 0,-2 0 0,0 0 0,-1-1 0,0 1 0,-2-1 0,-2-21 0,1 32 0,-1 0 0,0 0 0,-1 1 0,1-1 0,-2 1 0,1 0 0,-1-1 0,-8-10 0,1 2 0,-1 1 0,-20-20 0,12 15 0,-1 1 0,0 1 0,-1 1 0,-1 1 0,-1 1 0,0 1 0,-1 1 0,0 1 0,-1 1 0,-35-9 0,-48-15 0,79 24 0,0 1 0,0 2 0,-1 0 0,-60-5 0,-332 12 0,196 3 0,-547-2 0,741-1 0,-54-10 0,-3-1 0,-32-2 0,-25-2 0,-80-9 0,184 18 0,-83-17 0,-177-57 0,-38-10 0,176 56 0,-323-50 0,363 78 0,-158 11 0,266-2 0,0 0 0,1 1 0,-1 0 0,1 2 0,-27 10 0,-72 43 0,56-26 0,48-25 0,0 0 0,1 0 0,0 1 0,0 0 0,1 0 0,0 1 0,-9 13 0,-52 77 0,43-57 0,13-22 0,0 0 0,2 2 0,1-1 0,0 1 0,2 1 0,0 0 0,2 0 0,0 1 0,2 0 0,0 0 0,2 0 0,-1 48 0,4-3 0,-2-31 0,3-1 0,9 75 0,-6-96 0,0-1 0,1 1 0,1-1 0,1 0 0,0-1 0,0 0 0,2 0 0,0-1 0,0 0 0,1 0 0,1-1 0,0 0 0,21 16 0,10 4 0,2-1 0,84 42 0,-57-33 0,24 11 0,115 43 0,109 24 0,-139-53 0,12-4 0,-158-53 0,0-2 0,1-1 0,61 1 0,-4-9-1365,-69 2-5461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07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24575,'0'5'0,"4"19"0,12 34 0,20 38 0,14 36 0,8 23 0,-2 8 0,-6 4 0,-2-18 0,-9-20 0,-6-22 0,-10-26 0,-3-21 0,-6-17 0,-5-11 0,-4-6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07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10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1 112 24575,'0'4'0,"0"1"0,0-1 0,1 0 0,-1 1 0,1-1 0,1 1 0,-1-1 0,2 5 0,5 13 0,279 813 0,-266-781 0,45 81 0,-59-119 0,2 4 0,-6-18 0,-2-10 0,-17-297 0,0 44 0,15 211 0,4-223 0,-1 259 0,0 0 0,1 0 0,1 0 0,1 1 0,-1-1 0,2 1 0,0 0 0,1 1 0,0-1 0,14-17 0,-8 13 0,0 1 0,1 1 0,1 0 0,0 1 0,1 1 0,29-20 0,-31 25 0,0 1 0,1 0 0,0 1 0,0 1 0,1 0 0,-1 1 0,21-3 0,0 3 0,1 2 0,40 2 0,-73 1 0,1-1 0,-1 1 0,1 0 0,-1 0 0,0 0 0,1 1 0,-1 0 0,0 0 0,0 0 0,0 0 0,0 0 0,-1 1 0,1 0 0,0 0 0,-1 0 0,0 0 0,0 0 0,0 1 0,0-1 0,-1 1 0,5 8 0,3 6 0,-2 1 0,0 0 0,8 31 0,-8-24 0,23 70 0,-5 1 0,22 151 0,-43-205 0,3 0 0,1-1 0,2-1 0,19 46 0,-21-62 0,7 34 0,-10-35 0,0-2 0,13 30 0,56 135 110,-33-76-1585,-27-76-5351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11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24575,'1'28'0,"1"-1"0,2 0 0,10 40 0,-2-10 0,128 567 0,-103-497 0,5-1 0,106 219 0,-102-253-1365,-33-62-5461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13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1089 28 24575,'-4'0'0,"-7"-4"0,-10-2 0,-20 0 0,-17 1 0,-22 2 0,-24 1 0,-9 1 0,-3 0 0,4 1 0,17 0 0,15 1 0,12-1 0,13 0 0,11 0 0,9 0 0,5 0 0,8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14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0 714 24575,'13'180'0,"-1"-48"0,-10-102 0,1 1 0,1-1 0,1 0 0,2 0 0,1-1 0,1 1 0,2-2 0,14 28 0,-25-55 0,0-1 0,0 0 0,0 0 0,0 0 0,0 0 0,0 0 0,0 1 0,0-1 0,0 0 0,0 0 0,0 0 0,0 0 0,0 0 0,0 0 0,0 1 0,0-1 0,0 0 0,0 0 0,0 0 0,0 0 0,0 0 0,1 0 0,-1 0 0,0 0 0,0 1 0,0-1 0,0 0 0,0 0 0,0 0 0,0 0 0,1 0 0,-1 0 0,0 0 0,0 0 0,0 0 0,0 0 0,0 0 0,0 0 0,1 0 0,-1 0 0,0 0 0,0 0 0,0 0 0,0 0 0,0 0 0,1 0 0,-1 0 0,0 0 0,0 0 0,0 0 0,0 0 0,0 0 0,0 0 0,0 0 0,1-1 0,-1 1 0,0 0 0,0 0 0,0 0 0,0 0 0,0 0 0,0 0 0,0 0 0,0 0 0,0-1 0,0 1 0,1 0 0,-1 0 0,0 0 0,3-17 0,0-21 0,-3 35 0,-1-61 0,4-1 0,20-126 0,-14 158 0,2-1 0,1 1 0,1 1 0,2 0 0,1 1 0,1 1 0,2 1 0,1 0 0,1 1 0,2 1 0,0 2 0,2 0 0,43-34 0,320-217 0,-317 234 0,1 3 0,3 3 0,135-45 0,-188 74-455,0 2 0,24-3 0,-17 5-6371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22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24575,'29'-1'0,"197"6"0,-170-1 0,111 22 0,-108-16 0,1-2 0,0-4 0,115-5 0,-60-1 0,-105 2 0,1-1 0,0 0 0,0 0 0,-1-1 0,21-7 0,-25 7 0,-1 0 0,0-1 0,1 1 0,-1-1 0,0 0 0,0-1 0,-1 1 0,1-1 0,-1 0 0,0 0 0,0-1 0,5-6 0,-3 3-227,0 1-1,1 0 1,0 0-1,0 0 1,15-10-1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1:56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0 110 24575,'1297'-27'0,"-935"5"0,-272 15 0,33-5 0,87-3 0,-141 15 0,126-15 0,-79 4-1365,-93 10-5461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00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1 693 24575,'16'-1'0,"0"-2"0,0 0 0,0-1 0,-1 0 0,24-10 0,-18 6 0,214-87 0,-175 69 0,62-14 0,-1 0 0,-9 2 0,-18 7 0,-44 13 0,-23 9 0,0-2 0,42-22 0,-28 9 0,-11 7 0,51-37 0,-34 22 0,-35 24 0,1 0 0,-1-1 0,13-13 0,-24 21 0,0 0 0,0 0 0,0 0 0,0 0 0,0 0 0,0 0 0,0-1 0,-1 1 0,1 0 0,-1 0 0,1-1 0,-1 1 0,1 0 0,-1-1 0,0 1 0,0-1 0,1 1 0,-1 0 0,0-1 0,0 1 0,-1-1 0,1-2 0,-1 2 0,0-1 0,0 1 0,-1-1 0,1 1 0,0 0 0,-1 0 0,0 0 0,1 0 0,-1 0 0,0 0 0,-3-3 0,-6-3 0,-1 0 0,0 1 0,-22-10 0,29 15 0,-4-2 0,0 0 0,-1 2 0,-14-4 0,-17-5 0,41 11 0,-1 0 0,1 0 0,0 0 0,-1 0 0,1 0 0,0 0 0,-1 0 0,1 0 0,0 0 0,-1 0 0,1-1 0,0 1 0,-1 0 0,1 0 0,0 0 0,0 0 0,-1-1 0,1 1 0,0 0 0,-1 0 0,1 0 0,0-1 0,0 1 0,0 0 0,-1 0 0,1-1 0,0 1 0,0 0 0,0-1 0,0 1 0,-1 0 0,1-1 0,0 1 0,0 0 0,0-1 0,0 0 0,14-1 0,25 4 0,-8 6 0,-2 1 0,1 1 0,-1 2 0,-1 1 0,32 19 0,-55-28 4,0-1-1,0 0 0,0 1 1,-1 0-1,1 0 0,-1 1 1,0-1-1,-1 1 0,1 0 1,-1 0-1,0 0 0,0 0 1,0 1-1,-1-1 0,1 1 1,-1 0-1,-1 0 0,1-1 1,0 8-1,1 11-115,-2 1-1,0-1 1,-3 36 0,0-14-871,1-23-5843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07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0 355 24575,'12'-2'0,"0"0"0,0-1 0,0 0 0,0-1 0,-1 0 0,16-8 0,4-1 0,86-33 0,154-84 0,-250 121 0,2 0 0,-1 1 0,1 1 0,0 2 0,0 0 0,1 1 0,31 0 0,-29 1 0,-24 3 0,0 0 0,0 0 0,-1-1 0,1 1 0,0 0 0,0-1 0,0 1 0,-1-1 0,1 0 0,0 1 0,-1-1 0,1 0 0,-1 0 0,1 0 0,-1 0 0,1 0 0,-1 0 0,0-1 0,1 1 0,-1-1 0,1-1 0,-2 3 0,0-1 0,0 1 0,0-1 0,1 1 0,-1-1 0,0 1 0,0-1 0,0 1 0,0-1 0,-1 1 0,1-1 0,0 1 0,0-1 0,0 0 0,0 1 0,0-1 0,-1 1 0,1 0 0,0-1 0,0 1 0,-1-1 0,1 1 0,0-1 0,-1 1 0,0-1 0,-21-10 0,9 8 0,0 1 0,1 0 0,-21 0 0,21 2 0,-1-1 0,0 0 0,-14-4 0,14-2 0,22 2 0,25-1 0,19 2 0,88 5 0,-138-1 0,0 0 0,0 1 0,1-1 0,-1 1 0,0 0 0,0 0 0,0 0 0,0 0 0,0 0 0,0 0 0,0 1 0,0 0 0,-1-1 0,1 1 0,-1 0 0,5 4 0,-6-4 0,0 0 0,0 0 0,0 0 0,0 0 0,0 1 0,0-1 0,-1 0 0,1 0 0,-1 1 0,1-1 0,-1 0 0,0 1 0,0-1 0,0 0 0,0 1 0,-1-1 0,1 0 0,-1 1 0,1-1 0,-1 0 0,0 0 0,1 0 0,-3 3 0,-4 10-30,-1 0 0,-1-1-1,0 0 1,-1 0 0,-1-1-1,0 0 1,0-1 0,-15 11-1,-2 5-1061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11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0 276 24575,'36'-3'0,"-1"-1"0,0-2 0,0-2 0,0-1 0,52-21 0,-62 22 0,12-7 0,-24 10 0,0 0 0,1 0 0,-1 1 0,22-2 0,17-3 0,66-17 0,-59 11 0,-56 15 0,0-1 0,0 0 0,0 0 0,0 0 0,0 0 0,0 0 0,-1-1 0,1 0 0,0 1 0,-1-1 0,1 0 0,-1 0 0,0 0 0,1 0 0,3-6 0,-6 7 0,1-1 0,0 0 0,-1 1 0,1-1 0,-1 0 0,0 1 0,0-1 0,1 0 0,-1 1 0,0-1 0,0 0 0,-1 0 0,1 1 0,0-1 0,0 0 0,-1 1 0,1-1 0,-1 0 0,0 1 0,1-1 0,-1 1 0,0-1 0,0 1 0,0-1 0,0 1 0,0 0 0,0-1 0,-1 1 0,1 0 0,-2-1 0,-12-9 0,12 9 0,1 1 0,-1 0 0,1-1 0,0 0 0,-1 1 0,1-1 0,0 0 0,0 0 0,1 0 0,-3-4 0,6 5 0,0 0 0,1 1 0,-1-1 0,1 0 0,-1 1 0,1-1 0,-1 1 0,1 0 0,-1 0 0,1 0 0,-1 0 0,4 1 0,-5-1 0,2-1 0,1 1 0,-1 0 0,1 0 0,-1 1 0,1-1 0,-1 1 0,0 0 0,1 0 0,-1 0 0,0 0 0,1 0 0,-1 1 0,0-1 0,0 1 0,0 0 0,0 0 0,0 0 0,-1 0 0,1 1 0,-1-1 0,1 1 0,-1-1 0,0 1 0,0 0 0,0 0 0,-1 0 0,1 0 0,0 0 0,-1 1 0,0-1 0,0 0 0,0 1 0,0-1 0,-1 1 0,1-1 0,-1 7 0,2 22-77,-4 44 1,1-46-1136,0-6-5614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1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15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25 24575,'0'-1'0,"0"0"0,0 0 0,-1 0 0,1 0 0,-1 0 0,1 0 0,-1 0 0,1 1 0,-1-1 0,1 0 0,-1 0 0,0 0 0,0 1 0,1-1 0,-1 0 0,0 1 0,0-1 0,0 1 0,1-1 0,-1 1 0,0-1 0,0 1 0,0 0 0,0-1 0,0 1 0,0 0 0,-2-1 0,-31-4 0,30 5 0,-5-1 0,-1 1 0,1 1 0,0 0 0,-1 0 0,1 1 0,0 0 0,0 0 0,0 1 0,0 0 0,0 1 0,1 0 0,-1 1 0,1-1 0,0 1 0,0 1 0,1 0 0,0 0 0,0 0 0,0 1 0,1 0 0,0 0 0,-6 9 0,2-1 0,1-1 0,0 1 0,1 0 0,1 1 0,0 0 0,1 0 0,1 1 0,1 0 0,0 0 0,1 0 0,-1 23 0,3-28 0,1 1 0,1 0 0,0-1 0,1 1 0,0-1 0,0 0 0,2 0 0,-1 0 0,10 21 0,-9-27 0,-1-1 0,1 1 0,0-1 0,0 0 0,0 0 0,1 0 0,-1 0 0,1-1 0,0 0 0,1 0 0,-1 0 0,1-1 0,0 0 0,0 0 0,0 0 0,0-1 0,0 0 0,0 0 0,1 0 0,8 0 0,61 2-1365,-53-4-5461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17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26 24575,'-1'16'0,"-1"1"0,-1-2 0,-1 1 0,-9 29 0,-4 15 0,15-52 0,-2 7 0,2 0 0,-1 1 0,2-1 0,0 26 0,1-38 0,0 0 0,0 1 0,1-1 0,0 0 0,-1 0 0,1 0 0,0 0 0,1 0 0,-1 0 0,0 0 0,1 0 0,0 0 0,-1-1 0,1 1 0,0-1 0,0 1 0,1-1 0,-1 0 0,0 0 0,1 0 0,0 0 0,-1 0 0,1 0 0,0-1 0,0 1 0,0-1 0,0 0 0,4 1 0,4 1 0,-1 0 0,1-1 0,0-1 0,0 0 0,0-1 0,-1 0 0,1 0 0,0-1 0,0 0 0,0-1 0,-1-1 0,1 1 0,-1-2 0,0 1 0,1-1 0,-2-1 0,1 0 0,0 0 0,-1-1 0,0-1 0,-1 1 0,1-1 0,-1 0 0,-1-1 0,1 0 0,-1 0 0,-1-1 0,1 0 0,-1 0 0,-1-1 0,0 1 0,0-1 0,-1 0 0,0 0 0,-1-1 0,0 1 0,-1-1 0,2-13 0,-3 17 0,0-1 0,0 1 0,-1 0 0,0-1 0,0 1 0,-1 0 0,-2-11 0,3 16 0,-1-1 0,0 1 0,0 0 0,0 0 0,-1 0 0,1 0 0,0 0 0,-1 0 0,1 0 0,-1 0 0,0 0 0,0 0 0,1 1 0,-1-1 0,0 1 0,-1 0 0,1-1 0,0 1 0,0 0 0,0 0 0,-1 0 0,1 1 0,0-1 0,-1 0 0,-3 0 0,-20-3 0,1-1 0,-49-18 0,66 19-114,0 1 1,0 0-1,-1 0 0,1 1 0,-1 1 1,1-1-1,-1 1 0,1 1 0,-1-1 1,0 1-1,-14 3 0,7 2-6712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19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24575,'3'62'0,"19"114"0,-20-166 7,1-1 0,-1 0-1,1 0 1,1-1 0,0 1-1,0-1 1,1 1-1,0-1 1,0 0 0,1-1-1,0 0 1,0 0 0,1 0-1,0 0 1,0-1 0,0 0-1,11 6 1,-5-5-142,-1 0 0,1 0 0,0-2 0,1 0 0,0 0 0,-1-1 0,1-1 0,0 0 0,1-1 0,22 1 0,-14-3-6691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20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513 2 24575,'-124'-2'0,"-132"5"0,251-2 0,0 0 0,0 0 0,0 0 0,0 1 0,0 0 0,1 0 0,-1 0 0,1 1 0,-1-1 0,1 1 0,0 0 0,0 0 0,0 1 0,0-1 0,0 1 0,1 0 0,0 0 0,0 0 0,0 0 0,0 0 0,0 1 0,1 0 0,-3 7 0,-3 8 0,2 0 0,0 1 0,1-1 0,-4 31 0,9-47 0,-1 0 0,1 0 0,-1-1 0,1 1 0,0 0 0,0 0 0,1-1 0,-1 1 0,1 0 0,0-1 0,0 1 0,0 0 0,0-1 0,3 5 0,-2-5 0,0-1 0,0 0 0,1 1 0,-1-1 0,1 0 0,0 0 0,0 0 0,0-1 0,0 1 0,0-1 0,0 1 0,0-1 0,0 0 0,0 0 0,1-1 0,4 1 0,15 4 0,6 0 0,0 1 0,0 2 0,50 20 0,-71-24 0,1 0 0,-1 1 0,-1 0 0,1 0 0,-1 1 0,0 0 0,0 0 0,-1 1 0,1 0 0,-2 0 0,1 0 0,-1 1 0,0 0 0,0 0 0,-1 0 0,5 15 0,-5-12 0,0-1 0,-1 1 0,-1 0 0,0 0 0,-1 0 0,0 0 0,0 12 0,-1-20 0,0 0 0,-1 1 0,1-1 0,-1 0 0,1 0 0,-1 0 0,0 0 0,-1 0 0,1 0 0,0 0 0,-1 0 0,1 0 0,-1-1 0,0 1 0,0 0 0,0-1 0,-1 0 0,1 0 0,0 1 0,-1-1 0,1 0 0,-1-1 0,0 1 0,0 0 0,1-1 0,-1 0 0,0 0 0,-4 2 0,-11 0-227,0 0-1,0-1 1,0-1-1,0 0 1,-25-3-1,15 0-6598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22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24575,'17'457'0,"-14"-412"0,-3-31 0,1 0 0,0 0 0,1-1 0,0 1 0,1-1 0,8 23 0,-9-33 3,0-1 0,0 1 0,0-1 0,0 0 0,0 1 0,1-1-1,-1 0 1,1 0 0,-1 0 0,1-1 0,0 1 0,0-1 0,0 1 0,0-1 0,0 0-1,0 0 1,0 0 0,0-1 0,0 1 0,0-1 0,5 1 0,11 0-142,-1-1 1,30-3-1,-21 1-874,-3 1-5813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23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0 275 24575,'5'-4'0,"10"-7"0,12-1 0,16-8 0,18-5 0,13-7 0,3-3 0,-3-1 0,-9 2 0,-11 7 0,-10 7 0,-8 8 0,-10 5-8191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25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24575,'6'7'0,"-1"1"0,1 0 0,-1 0 0,0 1 0,-1 0 0,0-1 0,-1 1 0,4 12 0,2 5 0,20 52 0,-3 2 0,24 134 0,-45-142 0,-6-59 0,1 0 0,1-1 0,0 1 0,1-1 0,0 1 0,8 21 0,-10-34 0,0 0 0,0 0 0,0 0 0,0 0 0,0 0 0,0 0 0,0 0 0,0 0 0,0 0 0,0 0 0,1 0 0,-1 0 0,0-1 0,0 1 0,0 0 0,0 0 0,0 0 0,0 0 0,0 0 0,0 0 0,0 0 0,0 0 0,0 0 0,0 0 0,1 0 0,-1 0 0,0 0 0,0 0 0,0 0 0,0 0 0,0 0 0,0 0 0,0 0 0,0 0 0,0 0 0,0 0 0,0 0 0,1 0 0,-1 0 0,0 0 0,0 0 0,0 0 0,0 0 0,0 0 0,0 0 0,0 0 0,0 0 0,0 0 0,0 0 0,0 0 0,0 1 0,1-1 0,-1 0 0,0 0 0,0 0 0,0 0 0,0 0 0,0 0 0,0 0 0,0 0 0,0 0 0,0 0 0,0 0 0,0 1 0,0-1 0,0 0 0,3-12 0,0-15 0,-2-1 0,-2 6 0,2 0 0,0 1 0,2-1 0,0 0 0,1 1 0,1-1 0,10-23 0,-9 31 0,7-17 0,1 1 0,18-29 0,-25 49 0,0 0 0,0 1 0,1 0 0,0 0 0,1 1 0,0 0 0,0 1 0,1-1 0,14-7 0,-12 8-170,1 1-1,0 0 0,0 1 1,0 0-1,1 1 0,0 1 1,23-3-1,-13 4-6655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27.4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3 24575,'-50'-1'0,"27"-1"0,0 2 0,0 1 0,0 0 0,0 2 0,-27 6 0,46-7 0,-1 0 0,1 0 0,0 0 0,0 1 0,1 0 0,-1-1 0,0 1 0,1 1 0,0-1 0,-1 0 0,1 1 0,1 0 0,-1-1 0,0 1 0,1 0 0,0 1 0,0-1 0,0 0 0,1 1 0,-1-1 0,0 6 0,-3 12 0,0 0 0,2 1 0,0 22 0,2-38 0,-1 246 0,4-144 0,0-88-105,1 0 0,0-1 0,2 1 0,0-1 0,9 20 0,-9-24-630,2 6-6091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28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0 24575,'-4'0'0,"-7"0"0,-5 0 0,-6 0 0,-2 0 0,-3 0 0,-1 0 0,0 0 0,0 0 0,5 5 0,1 1 0,0 0 0,4 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30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24575,'0'4'0,"0"7"0,0 6 0,5 4 0,1 4 0,-1 1 0,0 2 0,-2 0 0,-1 1 0,0-1 0,-2-5-8191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31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32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24575,'-1'82'0,"-2"-17"0,4 0 0,13 99 0,-14-159 0,1-1 0,0 1 0,0 0 0,1 0 0,-1-1 0,1 1 0,0-1 0,0 0 0,0 1 0,1-1 0,0 0 0,0 0 0,0-1 0,0 1 0,0 0 0,1-1 0,-1 0 0,1 0 0,0 0 0,0 0 0,0-1 0,1 0 0,-1 1 0,0-2 0,1 1 0,0 0 0,-1-1 0,9 2 0,9 1-273,0 0 0,1-1 0,-1-2 0,26 0 0,-24-2-6553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34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24575,'0'484'0,"-1"-474"0,2 0 0,-1 0 0,1 0 0,1-1 0,2 12 0,-3-18 0,0-1 0,0 0 0,0 1 0,0-1 0,0 0 0,0 0 0,1 0 0,-1 0 0,1 0 0,0 0 0,-1 0 0,1 0 0,0 0 0,0-1 0,0 1 0,0-1 0,1 0 0,-1 1 0,0-1 0,1 0 0,-1 0 0,0-1 0,1 1 0,4 0 0,25 2 0,-1-1 0,1-2 0,48-7 0,-27-4-1365,-33 5-5461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35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4 24575,'-74'-2'0,"35"0"0,-1 2 0,0 2 0,-65 11 0,79-8-273,1 2 0,0 1 0,0 1 0,-27 15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36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0 24575,'-11'13'0,"-1"0"0,2 0 0,0 1 0,1 1 0,0-1 0,1 1 0,1 1 0,0 0 0,1 0 0,1 0 0,1 0 0,0 1 0,1 0 0,0 0 0,1 18 0,2-32 0,0-1 0,0 1 0,0 0 0,1 0 0,-1-1 0,1 1 0,-1 0 0,1-1 0,0 1 0,0-1 0,0 1 0,1-1 0,-1 0 0,0 1 0,1-1 0,0 0 0,-1 0 0,4 3 0,-2-3 0,0 0 0,1 1 0,-1-1 0,1 0 0,0-1 0,-1 1 0,1-1 0,0 0 0,0 0 0,0 0 0,4 1 0,11-1 0,-1-1 0,0 0 0,1-1 0,23-5 0,-36 6 0,-4-1 5,1 1 0,0-1 0,-1 1 0,1-1 0,-1 0 0,1 0 0,-1 0 0,1 0 0,-1 0 0,0-1 0,1 1 0,-1-1 0,0 1 0,0-1 0,0 0 0,0 0 0,-1 0 0,1 0 0,0 0 0,-1 0 0,1-1 0,-1 1 0,2-4 0,-1-1-217,0-1 0,0 1 0,-1-1-1,0 0 1,0 1 0,-1-16 0,-1 0-6614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38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322 0 24575,'-5'0'0,"-5"0"0,-7 0 0,-4 0 0,-3 0 0,-3 0 0,-1 0 0,0 0 0,0 0 0,0 0 0,0 0 0,1 0 0,-1 0 0,6 0-8191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40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24575,'-2'139'0,"5"150"0,-2-276 0,1 0 0,1 0 0,1 0 0,-1-1 0,2 1 0,6 13 0,41 66 0,-49-88 3,0 1 0,1-1 0,0 1 0,0-1 0,0 0 0,1-1 0,-1 1 0,1-1 0,0 0 0,0 0 0,0 0 0,0-1 0,0 0 0,1 0 0,-1 0 0,1 0 0,-1-1 0,8 1 0,10 0-90,0-1 0,0-1 0,30-3 0,-2 0-987,-27 2-5752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40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24575,'0'14'0,"0"9"0,0 14 0,0 6 0,0 0 0,0 1 0,0-1 0,0-8-8191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41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44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0 24575,'-8'0'0,"1"0"0,0 1 0,0 0 0,0 0 0,0 1 0,1-1 0,-1 1 0,0 1 0,-12 5 0,15-5 0,0 0 0,0 0 0,0 0 0,1 0 0,-1 0 0,1 1 0,-1-1 0,1 1 0,1 0 0,-1 0 0,0 0 0,1 1 0,0-1 0,0 0 0,-2 8 0,2-6 0,-5 13 0,2 1 0,0 0 0,-3 29 0,8-45 0,-1 0 0,1 0 0,0 0 0,0 1 0,0-1 0,0 0 0,1 0 0,0 0 0,0 0 0,0 0 0,0 0 0,1 0 0,-1 0 0,1-1 0,0 1 0,0-1 0,0 1 0,1-1 0,-1 1 0,1-1 0,0 0 0,0 0 0,0-1 0,4 3 0,7 3 0,1-2 0,0 0 0,0 0 0,28 5 0,-23-6 0,1 1 0,21 10 0,-35-13 0,-1 0 0,1 1 0,-1 0 0,0 0 0,0 0 0,-1 1 0,0 0 0,1 0 0,-1 0 0,5 8 0,2 6 0,-2 0 0,1 1 0,-2 0 0,-1 1 0,-1 0 0,0 1 0,-2-1 0,0 1 0,-2 0 0,0 0 0,-1 33 0,-2-49-5,0 0-1,-1-1 0,0 1 0,0 0 1,-1-1-1,1 1 0,-1-1 0,-1 1 1,1-1-1,-1 0 0,0 0 0,0 0 1,-6 8-1,2-7 28,1 1 0,-1-1 1,1-1-1,-1 0 0,-1 0 0,1 0 1,-1-1-1,-10 5 0,-4-1-234,0-1 0,0-1 0,-1 0-1,1-2 1,-1-1 0,-24 0 0,14-2-6614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45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24575,'3'111'0,"22"134"0,36 106 0,-58-334 0,5 30 0,-5-23 0,1 0 0,2 0 0,0-1 0,13 32 0,-18-52 6,1-1-1,-1 0 1,0 0-1,1 0 1,0 0-1,-1 0 1,1 0-1,0 0 1,0-1-1,0 1 1,0-1-1,0 1 1,0-1-1,1 0 1,-1 0-1,0 0 1,1 0-1,-1 0 1,1 0-1,2 0 1,4 0-274,0 0 1,0-1 0,0 0 0,12-2 0,-19 2 122,21-3-6681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47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53 24575,'1'-1'0,"0"0"0,0 0 0,0 1 0,0-2 0,0 1 0,0 0 0,0 0 0,0 0 0,0 0 0,0-1 0,0 1 0,-1 0 0,1 0 0,-1-1 0,1 1 0,-1-1 0,1 1 0,-1-1 0,0 1 0,0-1 0,0 1 0,0 0 0,0-1 0,0-2 0,-1 3 0,0-1 0,-1 1 0,1 0 0,-1-1 0,1 1 0,-1 0 0,1 0 0,-1 0 0,0 0 0,0 0 0,1 0 0,-1 0 0,0 1 0,0-1 0,0 1 0,0-1 0,0 1 0,-3 0 0,-6-1 0,-1 0 0,1 1 0,-1 1 0,1 0 0,0 1 0,0 0 0,-15 5 0,-41 5 0,-80-10-159,106-2-1047,18-1-5620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49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24575,'-2'144'0,"4"161"0,20-126 0,-17-154 0,6 17-1365,-5-26-5461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50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24575,'0'5'0,"0"10"0,0 17 0,0 17 0,0 9 0,0 8 0,0 2 0,4-5 0,3-9 0,-1-10 0,-1-7 0,3-5 0,0-4 0,-1-2 0,-2-1 0,-2-4-8191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2:52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23830,'28'675'0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00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1026 24575,'104'-4'0,"-1"-4"0,0-5 0,163-41 0,286-116 0,-305 73 0,-237 91 0,0-1 0,0 0 0,-1-1 0,0 0 0,0 0 0,-1-1 0,13-18 0,6-5 0,84-95 0,-105 119 0,0 0 0,-1 0 0,0 0 0,0-1 0,-1 0 0,0 0 0,-1 0 0,0 0 0,0-1 0,-1 1 0,2-16 0,-1-11 0,-2-63 0,-2 73 0,1 17 0,0 0 0,-1 1 0,0-1 0,0 0 0,-1 1 0,0-1 0,-4-8 0,4 12 0,0 1 0,-1 0 0,1 0 0,-1 0 0,0 0 0,0 1 0,-1-1 0,1 1 0,-1 0 0,0 0 0,0 0 0,0 0 0,0 1 0,-6-4 0,0 1 0,0 1 0,-1 0 0,1 0 0,-1 1 0,-17-3 0,83 35 0,42 17 0,117 47 0,-156-75 0,-36-13 0,-2 2 0,1 0 0,-1 1 0,36 20 0,-50-23 0,0 0 0,-1 0 0,0 0 0,0 0 0,0 1 0,0 0 0,-1 0 0,0 0 0,-1 1 0,1 0 0,-1-1 0,-1 1 0,1 0 0,-1 0 0,0 0 0,1 15 0,1 10 0,-2 0 0,-3 51 0,1-62 0,0-11-170,-1 1-1,0-1 0,0 1 1,-1-1-1,0 0 0,-1 0 1,-6 14-1,-3 0-6655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03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1162 24523,'1918'-1162'0,"-2199"1185"0,562-46 0,-431 262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9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21389,'1730'0'0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22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21389,'838'0'0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31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0 164 24575,'1077'0'0,"-645"-34"0,-211 9 0,16 4 0,777-57 0,-517 73 0,-298 6 0,-184 0 12,-1 1 1,0 0-1,21 6 0,1 0-1426,-17-5-5412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20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1250 2276 24575,'5'-1'0,"-1"0"0,0 0 0,0 0 0,0-1 0,0 1 0,0-1 0,0 0 0,-1 0 0,1 0 0,5-5 0,6-3 0,142-89 0,-134 82 0,-8 8 0,-1-1 0,-1 0 0,0-1 0,0-1 0,-1 0 0,-1 0 0,0-1 0,-1-1 0,10-16 0,85-130 0,-76 121 0,-2-2 0,-2 0 0,-1-2 0,18-46 0,-35 68 0,-2 0 0,0-1 0,-1 1 0,2-42 0,-8-92 0,-1 77 0,3-93 0,-2-89 0,-1 235 0,-1-1 0,0 1 0,-2 0 0,-2 1 0,0 0 0,-1 0 0,-1 0 0,-1 1 0,-2 1 0,0 0 0,-28-35 0,-17-14 0,-125-116 0,180 184 0,-16-15 0,0 0 0,-1 2 0,-1 0 0,-1 2 0,0 0 0,-1 1 0,0 2 0,-1 0 0,0 1 0,0 2 0,-1 0 0,-35-5 0,-43 2 0,-1 4 0,-145 9 0,84 2 0,158-4 0,0 0 0,0 1 0,0 0 0,0 0 0,0 0 0,0 1 0,0 0 0,1 1 0,-1-1 0,-11 8 0,8-4 0,1 1 0,1 0 0,0 1 0,0 0 0,0 0 0,-8 12 0,-19 29 0,1 2 0,-51 108 0,-30 119 0,-7 37 0,115-297 0,1 1 0,1 0 0,0 0 0,2 1 0,-2 35 0,7 101 0,1-107 0,0-1 0,3 1 0,2-1 0,2 0 0,24 69 0,-8-47 0,3-2 0,49 85 0,-70-139 0,0 0 0,1 0 0,1-1 0,0-1 0,1 1 0,13 10 0,-16-17 0,-1 0 0,1 0 0,1-1 0,-1-1 0,1 1 0,0-1 0,0-1 0,0 0 0,0 0 0,0 0 0,17 1 0,72 3 0,145-7 0,-114-3 0,-2 3-1365,-96 0-5461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26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2 488 24575,'-1'-112'0,"3"-121"0,-2 227 0,1-1 0,0 1 0,1-1 0,-1 1 0,1-1 0,1 1 0,-1 0 0,1 0 0,0 0 0,0 0 0,1 1 0,-1-1 0,1 1 0,1 0 0,-1 0 0,1 0 0,0 1 0,0-1 0,0 1 0,0 0 0,1 1 0,0-1 0,-1 1 0,1 0 0,1 1 0,-1 0 0,0-1 0,0 2 0,1-1 0,-1 1 0,1 0 0,0 0 0,-1 1 0,1 0 0,-1 0 0,1 1 0,0 0 0,7 1 0,-7 1 0,0 0 0,-1 0 0,1 0 0,-1 1 0,1 0 0,-1 0 0,0 0 0,-1 1 0,1 0 0,-1 0 0,0 0 0,0 1 0,-1 0 0,1 0 0,-1 0 0,4 8 0,2 5 0,-1 0 0,-1 0 0,-1 1 0,8 31 0,-1 19 0,-2 0 0,2 90 0,-11 144 0,-4-198 0,2-88 0,-1 0 0,-2-1 0,1 1 0,-2-1 0,0 0 0,-1 0 0,-1 0 0,-1 0 0,-8 18 0,-2-1 0,-21 72 0,8-21 0,29-84 0,-1 1 0,0-1 0,1 0 0,-1 0 0,1 0 0,0 0 0,-1 1 0,1-1 0,0 0 0,0 0 0,0 1 0,0-1 0,0 0 0,0 0 0,0 1 0,0-1 0,0 0 0,0 0 0,1 1 0,-1-1 0,1 0 0,0 2 0,0-2 0,0-1 0,0 1 0,0-1 0,0 1 0,0-1 0,0 0 0,0 1 0,0-1 0,0 0 0,0 0 0,0 0 0,1 0 0,-1 0 0,0 0 0,0 0 0,0 0 0,0 0 0,0 0 0,0-1 0,1 1 0,10-4 0,0-1 0,0 0 0,14-8 0,60-38-92,-43 24 197,58-25 0,-85 45-290,0 1-1,0 0 1,1 2-1,0 0 1,0 0 0,0 2-1,28-1 1,-21 4-6641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50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24575,'978'0'-1365,"-956"0"-5461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4:02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24092,'2649'0'0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4:31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2 369 24575,'0'76'0,"-2"-6"0,4 0 0,15 106 0,-16-172 0,0 1 0,0-1 0,0 0 0,0 0 0,1 0 0,0 0 0,0 0 0,0 0 0,0 0 0,1 0 0,-1-1 0,1 1 0,0-1 0,4 4 0,-5-6 0,0 1 0,1-1 0,-1 1 0,1-1 0,-1 0 0,1 0 0,-1-1 0,1 1 0,0 0 0,-1-1 0,1 0 0,0 1 0,0-1 0,-1 0 0,1 0 0,0-1 0,-1 1 0,1-1 0,0 1 0,-1-1 0,1 0 0,-1 0 0,1 0 0,2-1 0,18-12 0,-1 0 0,0-1 0,-1 0 0,-1-2 0,22-24 0,3 0 0,-27 25 0,303-254 0,-253 218 0,3 4 0,144-74 0,41 9 0,-180 65-1365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4:34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24575,'25'1'0,"37"6"0,0 1 0,530 4 0,-474-13 0,54-13 124,-8 0-1613,-143 14-5337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4:36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1 579 24575,'1'-6'0,"-1"-1"0,1 0 0,1 1 0,0-1 0,0 1 0,0 0 0,0 0 0,1 0 0,0 0 0,1 0 0,4-7 0,9-9 0,25-28 0,-28 35 0,34-39 0,2 2 0,3 3 0,94-70 0,-121 101 0,0 2 0,1 0 0,1 2 0,0 1 0,1 1 0,0 2 0,0 1 0,2 1 0,-1 1 0,0 2 0,35-2 0,-59 7 0,0-1 0,0 1 0,0 1 0,0-1 0,0 1 0,-1 0 0,1 0 0,0 1 0,0 0 0,-1 0 0,1 0 0,-1 1 0,1 0 0,-1 0 0,7 5 0,-8-4 0,0 1 0,0 0 0,0 0 0,-1 0 0,1 0 0,-1 0 0,-1 1 0,1 0 0,-1-1 0,0 1 0,0 0 0,0 0 0,-1 0 0,1 12 0,4 43 0,-3 0 0,-3 0 0,-12 99 0,5-115 0,-3-1 0,-1 0 0,-2-1 0,-2 0 0,-27 53 0,11-35 0,-3-1 0,-76 100 0,-61 30 0,64-75 0,75-77 0,20-21 0,-30 28 0,29-36 0,11-13 0,18-19 0,85-63 0,217-144 0,-284 208 0,1 2 0,63-28 0,-77 40 0,0 1 0,1 1 0,-1 1 0,1 1 0,0 0 0,33 0 0,327 12 0,-366-8 0,-1 2 0,1 0 0,-1 1 0,0 0 0,1 1 0,-2 1 0,1 0 0,0 1 0,15 9 0,-23-10 0,1 0 0,-1 0 0,0 1 0,0 0 0,0 0 0,-1 1 0,0 0 0,0 0 0,-1 0 0,0 0 0,0 1 0,-1 0 0,0 0 0,0 0 0,-1 1 0,0-1 0,2 11 0,0 7 0,-1 1 0,-1-1 0,-2 0 0,0 1 0,-2 0 0,-1-1 0,-1 0 0,-1 1 0,-1-1 0,-2-1 0,0 1 0,-2-1 0,-1 0 0,-18 33 0,6-20 0,-3 0 0,0-1 0,-3-2 0,-1-1 0,-1-1 0,-2-1 0,-61 46 0,51-45 0,-2-2 0,-2-2 0,0-2 0,-1-2 0,-2-2 0,-1-3 0,-85 24 0,81-27-1365,36-11-5461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4:40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24575,'3003'0'0,"-2947"-2"0,70-13 0,-39 3 0,-9 0 0,-37 6 0,49-2 0,24 8-1365,-90 0-5461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4:41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24575,'1976'0'-1365,"-1953"0"-5461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15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4 212 24575,'-2'38'0,"1"25"0,1-58 0,0 0 0,1 0 0,-1 0 0,1-1 0,1 1 0,-1 0 0,1 0 0,-1-1 0,5 7 0,-5-9 0,1 0 0,0 0 0,0 0 0,0 0 0,0 0 0,0-1 0,0 1 0,0-1 0,1 1 0,-1-1 0,0 0 0,1 0 0,-1 0 0,1 0 0,0-1 0,-1 1 0,1-1 0,0 1 0,-1-1 0,1 0 0,0 0 0,-1 0 0,1 0 0,4-2 0,4 1 0,0-2 0,-1 0 0,1 0 0,18-9 0,264-145 0,-3 1 0,-189 118-95,-69 27-1175,-14 5-5556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39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0 925 24575,'266'-464'0,"-154"279"0,-67 117 0,-27 43 0,23-44 0,-40 67 0,0 1 0,0-1 0,-1 1 0,1-1 0,-1 1 0,1-1 0,-1 0 0,1 1 0,-1-1 0,0 1 0,0-1 0,0 0 0,0 1 0,0-1 0,0 0 0,0 1 0,-1-1 0,1 0 0,0 1 0,-2-3 0,0 1 0,1 1 0,-1 0 0,0-1 0,0 1 0,-1 0 0,1 1 0,0-1 0,-5-2 0,4 2 0,0 0 0,1 0 0,-1 0 0,0 0 0,1-1 0,0 1 0,-1-1 0,1 1 0,-3-6 0,4 7 0,1 1 0,0-1 0,0 1 0,0-1 0,0 1 0,0-1 0,0 1 0,-1-1 0,1 1 0,1-1 0,-1 1 0,0-1 0,0 1 0,0-1 0,0 0 0,0 1 0,0-1 0,1 1 0,-1 0 0,0-1 0,0 1 0,1-1 0,-1 1 0,0-1 0,0 1 0,1 0 0,-1-1 0,1 1 0,-1-1 0,0 1 0,1 0 0,-1 0 0,1-1 0,-1 1 0,1 0 0,-1 0 0,1-1 0,-1 1 0,1 0 0,-1 0 0,1 0 0,0 0 0,26-5 0,-24 5 0,25-4 0,0 2 0,1 1 0,-1 2 0,30 4 0,-54-5 0,-1 2 0,0-1 0,0 0 0,0 0 0,0 1 0,0 0 0,-1 0 0,1-1 0,0 1 0,-1 1 0,0-1 0,1 0 0,-1 1 0,0-1 0,0 1 0,0 0 0,0-1 0,-1 1 0,1 0 0,-1 0 0,0 0 0,2 6 0,2 8 0,-1 0 0,-1 0 0,2 19 0,-3-17 0,9 111-1365,-10-100-5461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41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0 356 24575,'1'-5'0,"-1"0"0,1-1 0,0 1 0,1 0 0,-1-1 0,1 1 0,0 0 0,1 0 0,-1 0 0,1 1 0,5-8 0,42-48 0,-36 45 0,11-13 0,1 2 0,1 1 0,2 0 0,35-21 0,-52 37 0,2 1 0,-1 1 0,1 0 0,0 1 0,0 1 0,0 0 0,1 0 0,0 2 0,0 0 0,0 1 0,0 0 0,31 1 0,-39 2 0,0 0 0,0 0 0,0 1 0,0 0 0,0 0 0,0 1 0,-1 0 0,1 0 0,-1 0 0,0 1 0,0 0 0,7 6 0,-4-2 0,-1 0 0,0 0 0,-1 1 0,0 0 0,0 1 0,-1-1 0,6 12 0,0 6 0,-1 0 0,-2 1 0,0 1 0,-2-1 0,5 34 0,-3 31 0,-3 1 0,-8 106 0,2-183 0,0-6 0,-1 1 0,0 0 0,-1-1 0,0 1 0,0-1 0,-1 1 0,-1-1 0,0 0 0,-1 0 0,0 0 0,0-1 0,-1 0 0,-1 0 0,1 0 0,-15 14 0,-77 77 0,-127 99 0,-53 53 0,259-227 0,19-26 0,0 1 0,-1-1 0,1 1 0,0 0 0,0-1 0,0 1 0,0-1 0,0 1 0,0 0 0,0-1 0,0 1 0,0-1 0,0 1 0,0 0 0,0-1 0,1 1 0,-1-1 0,0 1 0,0-1 0,0 1 0,1 0 0,-1-1 0,0 1 0,1-1 0,-1 0 0,1 1 0,-1-1 0,0 1 0,1-1 0,-1 1 0,1-1 0,-1 0 0,1 1 0,-1-1 0,1 0 0,-1 0 0,1 1 0,0-1 0,-1 0 0,1 0 0,-1 0 0,1 0 0,0 0 0,-1 0 0,1 0 0,-1 0 0,1 0 0,0 0 0,-1 0 0,2 0 0,7 0 0,0-1 0,1 0 0,-1 0 0,0-1 0,1 0 0,-1-1 0,16-6 0,0 0 0,397-118 0,-299 96 0,191-22 0,-264 49-1365,-13 2-5461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42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308 0 24575,'0'5'0,"0"19"0,0 25 0,-5 18 0,-11 15 0,-6 8 0,-10 2 0,-3-1 0,-1-6 0,1-13 0,2-19 0,3-9 0,-4-8 0,4-10-8191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43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 29 24575,'3'-3'0,"0"1"0,1-1 0,0 1 0,-1 0 0,1 0 0,0 0 0,0 1 0,0-1 0,0 1 0,0 0 0,9-1 0,50-2 0,-48 4 0,-12-1 0,1 1 0,-1 0 0,1 0 0,-1 0 0,1 0 0,-1 1 0,1-1 0,-1 1 0,0 0 0,1 0 0,-1 0 0,0 0 0,0 1 0,0 0 0,0-1 0,0 1 0,0 0 0,0 0 0,0 1 0,-1-1 0,1 0 0,-1 1 0,0 0 0,0-1 0,0 1 0,0 0 0,0 0 0,-1 0 0,1 0 0,-1 1 0,0-1 0,0 0 0,1 6 0,5 16 0,-1 1 0,-1 0 0,-2 1 0,1 29 0,-10 109 0,1-120 0,-2 0 0,-2-1 0,-2 1 0,-2-2 0,-2 0 0,-2-1 0,-1 0 0,-2-2 0,-2 0 0,-2-1 0,-48 59 0,53-76 0,-1-2 0,-46 36 0,61-48 0,11-7 0,23-6 0,-18 2 0,67-9 0,1 3 0,128 1 0,-201 8 0,1 0 0,0 1 0,-1 0 0,1 0 0,0 0 0,-1 1 0,0 0 0,12 5 0,-15-6 0,-1 1 0,1 0 0,-1 0 0,0 0 0,0 0 0,0 0 0,0 1 0,0-1 0,0 1 0,-1-1 0,1 1 0,-1 0 0,1 0 0,-1-1 0,0 1 0,0 0 0,-1 0 0,1 0 0,0 0 0,-1 0 0,0 4 0,3 60 0,-7 87 0,3-129 0,-1 4 0,0 0 0,-3 0 0,0 0 0,-2-1 0,-1 1 0,-1-2 0,-1 1 0,-2-1 0,0-1 0,-2 0 0,-1-1 0,-1-1 0,-1 0 0,-1-1 0,-1-1 0,-1 0 0,-1-2 0,-1 0 0,-33 22 0,22-20 0,0-1 0,-2-2 0,0-2 0,-1-1 0,0-1 0,-1-3 0,-1 0 0,-70 10 0,103-21-68,-1-1 0,1 1-1,-1-1 1,1 0 0,-1-1 0,1 1-1,0-1 1,-1 0 0,1 0 0,0-1-1,-1 0 1,1 0 0,0 0 0,0 0-1,1-1 1,-1 0 0,0 0-1,1 0 1,-7-6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45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370 1 24575,'-13'0'0,"0"0"0,-1 0 0,1 1 0,-20 3 0,27-2 0,1-1 0,0 1 0,-1 1 0,1-1 0,0 1 0,0-1 0,0 1 0,1 1 0,-1-1 0,1 1 0,-6 6 0,-7 11 0,2 1 0,1 0 0,0 2 0,2-1 0,-16 43 0,28-65 0,-11 21 0,-21 32 0,21-37 0,1 0 0,0 1 0,-7 22 0,-5 44-1365,16-67-5461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49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24575,'9'0'0,"13"0"0,20 5 0,22 6 0,18 0 0,14 4 0,4-1 0,4-2 0,-3-5 0,-9-2 0,-10-2 0,-11-2 0,-13-1 0,-11-1 0,-14 0-8191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50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24575,'0'9'0,"0"8"0,0 20 0,0 25 0,0 26 0,4 26 0,7 25 0,5 7 0,10 3 0,9 2 0,-1-9 0,-2-21 0,-2-21 0,-5-19 0,-8-18 0,-6-15 0,-6-12 0,-3-11-8191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6:52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1215 403 24575,'-8'1'0,"0"-1"0,-1 2 0,1-1 0,0 1 0,0 0 0,1 1 0,-1 0 0,-9 5 0,-59 37 0,47-27 0,-339 183 0,318-178 0,-1-3 0,-1-2 0,0-3 0,-1-1 0,-1-3 0,0-3 0,-1-1 0,-84-2 0,136-5 0,0-1 0,0 1 0,0-1 0,0 0 0,-1 0 0,1 0 0,0 0 0,1 0 0,-1 0 0,0-1 0,0 0 0,1 1 0,-1-1 0,0 0 0,1 0 0,0-1 0,0 1 0,-1 0 0,1-1 0,1 1 0,-1-1 0,0 0 0,1 1 0,-1-1 0,1 0 0,0 0 0,0 0 0,0 0 0,0 0 0,0-4 0,-3-13 0,1 1 0,1-1 0,1-35 0,1 35 0,5-436 0,-6 441 33,-1 1-1,0-1 1,-6-21-1,-4-19-1527,10 34-5331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7:29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9:01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1007 27 24575,'-36'-9'0,"1"2"0,-1 2 0,0 1 0,0 2 0,-39 3 0,16-2 0,-125 4 0,153-1 0,0 2 0,0 1 0,-56 16 0,79-17 0,-1 0 0,1 0 0,0 1 0,0 0 0,1 0 0,0 1 0,0 0 0,0 0 0,0 1 0,1 0 0,0 0 0,1 0 0,0 1 0,-9 15 0,-2 9 0,2 1 0,-15 48 0,25-70 0,-21 66 0,-68 188 0,86-244 0,0 0 0,1 0 0,1 1 0,0 0 0,2 0 0,0 24 0,2-31 0,1-1 0,1 0 0,1 0 0,0 0 0,1 0 0,0 0 0,1 0 0,0-1 0,1 1 0,10 16 0,-15-29 0,1 0 0,-1 0 0,1 1 0,-1-1 0,1 0 0,0 0 0,0 0 0,0-1 0,-1 1 0,1 0 0,0 0 0,0 0 0,0-1 0,0 1 0,0 0 0,1-1 0,-1 1 0,0-1 0,0 1 0,0-1 0,0 0 0,1 1 0,-1-1 0,0 0 0,0 0 0,1 0 0,-1 0 0,0 0 0,0 0 0,0 0 0,1 0 0,-1-1 0,0 1 0,0 0 0,0-1 0,1 1 0,-1-1 0,0 1 0,0-1 0,0 0 0,0 1 0,0-1 0,0 0 0,1-1 0,5-5 0,0 1 0,0-2 0,-1 1 0,8-12 0,-10 15 0,10-17 0,2 1 0,0 0 0,33-29 0,-41 43 0,-1 0 0,1 1 0,0 0 0,1 0 0,-1 1 0,1 0 0,0 1 0,0-1 0,0 2 0,0-1 0,1 1 0,-1 1 0,12-1 0,209 3 0,-80 3 0,-137-4 0,0 0 0,0 1 0,0 0 0,23 7 0,-30-6 0,0 0 0,0 0 0,0 1 0,-1 0 0,1 0 0,-1 1 0,0-1 0,0 1 0,0 0 0,0 0 0,-1 1 0,5 5 0,11 21 0,0 0 0,-2 1 0,-2 2 0,-1-1 0,12 40 0,-14-37 0,-5-16 0,-1 1 0,-1 0 0,-1 0 0,4 35 0,-8-48 0,-1 1 0,0-1 0,0 1 0,-1-1 0,0 0 0,0 1 0,-1-1 0,0 0 0,0 0 0,-1 0 0,0 0 0,-1 0 0,0-1 0,-8 14 0,2-9 0,-1-1 0,0 0 0,-1 0 0,0-1 0,-1-1 0,0 0 0,0-1 0,-1 0 0,0-1 0,0 0 0,0-1 0,-21 5 0,-19 3 0,-2-2 0,-59 4 0,80-11 0,-38 3-682,-85-1-1,135-7-6143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9:03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1704 24575,'5'-1'0,"-1"0"0,0 0 0,1 0 0,-1-1 0,0 0 0,0 0 0,0 0 0,0 0 0,0-1 0,0 1 0,4-5 0,10-6 0,255-176 0,-82 54 0,-80 59 0,569-370 0,-244 228 0,-214 115 0,-159 71 0,-1-2 0,-1-3 0,-2-3 0,-2-2 0,59-56 0,-113 95 0,0 1 0,0-1 0,-1-1 0,1 1 0,-1 0 0,1-1 0,-1 1 0,0-1 0,-1 0 0,3-5 0,-4 7 0,0 1 0,1-1 0,-1 0 0,0 0 0,0 0 0,-1 0 0,1 1 0,0-1 0,0 0 0,-1 0 0,1 0 0,-1 1 0,0-1 0,0 0 0,1 1 0,-1-1 0,0 0 0,0 1 0,-1-1 0,1 1 0,0 0 0,0-1 0,-1 1 0,-2-2 0,-9-8 0,-1 1 0,0 1 0,-1 0 0,0 1 0,0 0 0,-1 1 0,0 1 0,-22-5 0,-18-2 0,-65-6 0,4 0 0,205 24 0,5 12 0,121 39 0,-203-53 0,0 1 0,0 0 0,-1 0 0,0 1 0,0 0 0,15 10 0,-22-12 0,1 0 0,-1 1 0,1-1 0,-1 1 0,0 0 0,0-1 0,-1 1 0,1 1 0,-1-1 0,0 0 0,0 0 0,0 1 0,0-1 0,-1 1 0,0 0 0,0-1 0,0 10 0,0 216 0,-4-100 0,0-72 0,-11 65 0,6-65 0,3-19-341,-1 0 0,-1-1-1,-15 40 1,15-60-6485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9:44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24575,'1'0'0,"-1"-1"0,0 0 0,0 1 0,1-1 0,-1 1 0,0-1 0,1 1 0,-1-1 0,0 0 0,1 1 0,-1-1 0,1 1 0,-1 0 0,1-1 0,-1 1 0,1-1 0,-1 1 0,1 0 0,-1-1 0,1 1 0,0 0 0,-1 0 0,1-1 0,0 1 0,-1 0 0,1 0 0,0 0 0,24-4 0,-20 3 0,309-10 0,-225 11 0,3405-2 0,-1681 5 0,-1707-4 0,538 18 0,54-4 0,-440-16 0,-209 1 0,0-3 0,65-14 0,58-7 0,120 23 49,-158 5-1463,-111-2-5412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09:49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0 139 24575,'477'1'0,"541"-3"0,-683-14 0,462-81 0,-707 85 0,99 0 0,90 13 0,-105 1 0,-121-1 0,0 4 0,88 17 0,100 40 0,-159-39 0,119 28 0,77 22 0,-210-50 0,-47-15 0,1 0 0,0-2 0,1 0 0,-1-2 0,43 4 0,-43-8 0,-11 1 0,-1 0 0,1-1 0,0-1 0,0 1 0,-1-2 0,1 0 0,-1 0 0,1 0 0,-1-2 0,11-4 0,194-118 0,-158 78-1365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3:10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24575,'1108'0'-1365,"-1083"0"-5461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4:46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24575,'125'-9'0,"-35"1"0,500-5 0,-1-1 0,-116 2 0,-318 0 0,43-2 0,501 15-1365,-675-1-5461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4:47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24575,'5'0'0,"19"5"0,25 1 0,17 0 0,25 4 0,12-1 0,5-1 0,4-2 0,-4-2 0,-11-2 0,-13-1 0,-16-1 0,-10 0 0,-11-1 0,-8 1 0,-12 0-8191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5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24312,'2864'406'0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35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24575,'14'0'0,"32"10"0,40 20 0,56 29 0,46 37 0,41 38 0,23 28 0,9 11-893,3-2 893,-7-7 0,-29-22 0,-35-26 0,-41-28 0,-42-25 0,-35-22 0,-25-19 0,-22-13-7298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36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569 1 24575,'1'16'0,"0"1"0,1 0 0,1 0 0,1-1 0,7 24 0,38 77 0,-30-77 0,16 54 0,-31-80 0,0 0 0,-1 1 0,-1-1 0,0 1 0,-1-1 0,-1 1 0,-3 27 0,2-35 0,0-1 0,-1 0 0,0 0 0,0-1 0,-1 1 0,1 0 0,-1-1 0,-1 1 0,1-1 0,-1 0 0,0 0 0,0 0 0,0-1 0,-1 1 0,1-1 0,-1 0 0,0-1 0,-9 6 0,-8 3 0,-1-1 0,0 0 0,-31 8 0,39-13 0,-197 51 0,6-2 0,149-39-1365,34-12-5461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37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24575,'0'962'0,"0"-957"-5,0-1 0,0 0 0,1 0 0,-1 1 0,1-1 0,0 0 1,0 0-1,1 0 0,-1 0 0,1 0 0,0 0 0,0 0 0,0-1 0,1 1 0,-1-1 0,6 6 0,-3-4 25,1-1 0,-1 0-1,1-1 1,-1 1 0,1-1 0,0 0 0,1 0 0,-1-1-1,12 3 1,8 0-279,1-1 0,0-1 0,0-2 0,32-2-1,-52 1 77,16-1-6643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39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58 24575,'-1'79'0,"2"91"0,0-164 0,-1 0 0,1 1 0,0-1 0,1 0 0,-1 0 0,1 0 0,1 0 0,-1-1 0,1 1 0,0 0 0,0-1 0,0 0 0,1 0 0,0 0 0,6 6 0,-3-5 0,0 0 0,0 0 0,1-1 0,0 0 0,0-1 0,0 0 0,0 0 0,1-1 0,13 4 0,4-2 0,-1-1 0,1-1 0,0-1 0,0-1 0,-1-1 0,40-6 0,-62 6 0,1 0 0,0-1 0,0 0 0,-1 1 0,1-1 0,-1-1 0,1 1 0,-1 0 0,1-1 0,-1 0 0,0 0 0,1 0 0,-1 0 0,0-1 0,-1 1 0,1-1 0,0 1 0,2-4 0,-2 1 0,-1-1 0,1 1 0,-1 0 0,-1 0 0,1-1 0,0 1 0,-1-1 0,0 0 0,-1 1 0,1-1 0,-1-7 0,0-11 0,0 0 0,-2 0 0,-1 0 0,-6-27 0,7 41 0,-1 1 0,0 0 0,-1-1 0,0 1 0,0 1 0,-1-1 0,0 1 0,-1 0 0,1 0 0,-2 0 0,1 1 0,-15-13 0,8 10 0,-1 0 0,0 1 0,-1 0 0,0 1 0,0 1 0,-1 0 0,0 1 0,0 1 0,-1 1 0,1 0 0,-1 1 0,0 1 0,0 0 0,-32 2 0,23 0-1365,2 1-5461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41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4 24575,'-1'4'0,"0"1"0,0-1 0,0 1 0,-1-1 0,0 0 0,-2 5 0,-5 14 0,0 3 0,2 1 0,1 0 0,1 0 0,2 0 0,0 1 0,3 50 0,0-74 0,1 0 0,0 0 0,0 0 0,0 0 0,0-1 0,1 1 0,-1 0 0,1-1 0,0 1 0,0-1 0,0 0 0,0 0 0,1 1 0,0-2 0,5 6 0,-2-3 0,0-1 0,0 0 0,0 0 0,1-1 0,0 1 0,0-1 0,13 3 0,3-1 0,1 0 0,0-2 0,0-1 0,28-1 0,-12-1 0,82-3 0,-119 3 0,0-1 0,0 0 0,-1 1 0,1-1 0,0 0 0,-1 0 0,1-1 0,-1 1 0,1-1 0,-1 1 0,0-1 0,0 0 0,1 1 0,-1-1 0,0-1 0,-1 1 0,1 0 0,0 0 0,-1-1 0,1 1 0,-1 0 0,0-1 0,1 0 0,-1 1 0,0-1 0,-1 0 0,1 1 0,0-1 0,-1-5 0,3-10 0,-2 0 0,-1 0 0,-2-31 0,0 22 0,2 3 0,0 10 0,0 0 0,-1 0 0,-1 0 0,0 0 0,-6-18 0,7 27 0,-2 0 0,1 1 0,0-1 0,-1 1 0,0 0 0,0 0 0,0 0 0,0 0 0,-1 0 0,1 1 0,-1-1 0,0 1 0,0 0 0,0 0 0,-1 1 0,1-1 0,-1 1 0,-9-4 0,-1 2 10,0-1 0,0 2 1,-1 0-1,1 1 0,-18-1 0,-81 4-394,68 1-658,22-2-5784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43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56 468 24575,'-40'1075'0,"29"-951"0,9-111 0,1-16 0,0-25 0,1-930 0,2 395 0,-3 559 0,1-1 0,0 0 0,0 1 0,1-1 0,0 1 0,0-1 0,0 0 0,0 1 0,0 0 0,1-1 0,0 1 0,0 0 0,0 0 0,1 0 0,-1 0 0,1 0 0,0 0 0,0 1 0,0 0 0,0-1 0,1 1 0,-1 0 0,1 1 0,0-1 0,0 0 0,0 1 0,0 0 0,0 0 0,1 1 0,-1-1 0,1 1 0,-1 0 0,9-1 0,33-4 0,1 2 0,-1 2 0,1 2 0,54 7 0,-95-6 0,1 0 0,-1 0 0,0 0 0,1 1 0,-1 0 0,0 0 0,0 1 0,0 0 0,0 0 0,0 0 0,-1 1 0,0 0 0,1 0 0,6 7 0,-6-4 0,-1 0 0,1 0 0,-1 1 0,-1-1 0,1 1 0,-1 0 0,-1 1 0,0-1 0,4 13 0,-1 12 0,-1 0 0,-2 0 0,-1 0 0,-3 50 0,1-78 0,0 5 0,0 1 0,-1 0 0,-1-1 0,-4 19 0,4-24 0,0 0 0,0 0 0,-1 0 0,0-1 0,0 1 0,0-1 0,0 0 0,-1 1 0,1-1 0,-1-1 0,-5 5 0,-26 19 0,-59 36 0,77-55-273,0 0 0,0-1 0,-1-1 0,-33 6 0,29-7-6553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46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24575,'3'1'0,"1"0"0,-1 0 0,0 0 0,0 1 0,1-1 0,-1 1 0,-1 0 0,1 0 0,0 0 0,0 0 0,-1 1 0,1-1 0,2 5 0,8 4 0,45 45 0,57 71 0,43 61 0,217 284-1031,120 145 469,27-29 590,-405-469-127,170 133 1,-232-210 85,1-3 1,2-2 0,1-3 0,2-2 0,125 45-1,-170-71 46,1-1-1,1-1 0,-1 0 1,0-1-1,1-1 0,22-1 1,-15-3-6615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48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24575,'1'3'0,"0"1"0,0-1 0,1 0 0,-1 0 0,1 0 0,0 0 0,0 0 0,0-1 0,0 1 0,0 0 0,0-1 0,1 1 0,-1-1 0,7 4 0,1 3 0,443 452 0,-186-184 0,-195-206 0,4-3 0,2-3 0,141 89 0,-217-152 0,23 13 0,45 21 0,-60-32 0,0-1 0,0 0 0,1-1 0,-1 1 0,1-2 0,0 0 0,20 0 0,26-1 0,69 11 0,22 0 0,252-12 0,-386 2-273,0 1 0,0 0 0,0 1 0,19 6 0,-16-4-6553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54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2 762 24575,'0'93'0,"0"-75"0,0-63 0,-2-79 0,5-144 0,-2 254 0,1-1 0,1 1 0,1 0 0,0 0 0,1 0 0,0 1 0,8-14 0,56-87 0,-30 53 0,-37 57 0,0 1 0,0 0 0,0 0 0,0 0 0,0 0 0,1 0 0,-1 1 0,1-1 0,0 1 0,0-1 0,0 1 0,0 0 0,0 0 0,1 1 0,-1-1 0,1 1 0,-1-1 0,5 0 0,-5 2 0,1 0 0,-1 0 0,0 0 0,1 1 0,-1-1 0,0 1 0,1 0 0,-1 0 0,0 0 0,0 0 0,0 0 0,0 1 0,0 0 0,0-1 0,0 1 0,0 0 0,-1 0 0,1 1 0,-1-1 0,3 4 0,4 3 0,-1 1 0,0 0 0,-1 1 0,0-1 0,-1 1 0,0 1 0,-1-1 0,0 1 0,-1 0 0,4 17 0,-3-6 0,-1 1 0,-2 0 0,0 0 0,-3 38 0,1-62 0,0 0 0,0 0 0,0 1 0,0-1 0,0 0 0,-1 1 0,1-1 0,0 0 0,0 0 0,0 1 0,0-1 0,0 0 0,0 1 0,0-1 0,0 0 0,0 0 0,0 1 0,0-1 0,0 0 0,0 1 0,0-1 0,1 0 0,-1 1 0,0-1 0,0 0 0,0 0 0,0 1 0,0-1 0,1 0 0,-1 0 0,0 1 0,0-1 0,0 0 0,1 0 0,-1 0 0,0 0 0,0 1 0,1-1 0,-1 0 0,0 0 0,0 0 0,1 0 0,11-12 0,16-38 0,-22 38 0,49-104 0,-39 78 0,2 0 0,38-59 0,-52 92 0,1 0 0,-1 0 0,1 0 0,0 1 0,0 0 0,0 0 0,1 0 0,0 1 0,-1-1 0,1 1 0,0 1 0,1-1 0,-1 1 0,0 0 0,1 1 0,-1-1 0,1 1 0,-1 1 0,1-1 0,0 1 0,-1 0 0,1 1 0,10 1 0,-13-1 0,-1 0 0,0 1 0,0-1 0,0 1 0,0-1 0,0 1 0,0 0 0,0 0 0,0 1 0,-1-1 0,1 0 0,-1 1 0,0 0 0,0-1 0,1 1 0,-2 0 0,1 0 0,0 0 0,1 6 0,4 7 0,-1 1 0,6 27 0,-11-40 0,19 87-341,-4 2 0,-4-1-1,1 131 1,-13-196-6485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56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197 191 24575,'0'-28'0,"1"13"0,-1 1 0,0-1 0,-1 0 0,-1 1 0,-3-16 0,4 27 0,0 0 0,0-1 0,0 1 0,-1 0 0,1 0 0,-1 1 0,0-1 0,0 0 0,0 0 0,0 1 0,0-1 0,0 1 0,-1 0 0,1 0 0,-1-1 0,0 2 0,1-1 0,-1 0 0,0 0 0,0 1 0,0 0 0,0 0 0,0 0 0,-1 0 0,1 0 0,0 0 0,-6 0 0,5 1 0,0 0 0,0 0 0,0 0 0,1 0 0,-1 0 0,0 1 0,0 0 0,1-1 0,-1 2 0,0-1 0,1 0 0,-1 1 0,1-1 0,-1 1 0,1 0 0,0 0 0,0 0 0,0 1 0,0-1 0,0 1 0,0 0 0,1 0 0,-1 0 0,1 0 0,0 0 0,-2 4 0,0 2 0,0 0 0,0 0 0,1 0 0,0 1 0,1-1 0,0 1 0,0-1 0,1 1 0,0 10 0,1 6 0,-2-6 0,2 1 0,0 0 0,1-1 0,1 1 0,7 26 0,-7-41 0,1 0 0,0 0 0,1 0 0,-1-1 0,1 1 0,0-1 0,0 0 0,1-1 0,-1 1 0,1-1 0,0 1 0,0-1 0,1-1 0,-1 1 0,1-1 0,0 0 0,7 3 0,-2-2 0,1 0 0,-1 0 0,1-1 0,0 0 0,0-1 0,0-1 0,0 0 0,17 0 0,-27-1 0,1 0 0,-1-1 0,0 1 0,0-1 0,1 1 0,-1-1 0,0 0 0,0 0 0,0 0 0,0 0 0,0 0 0,0 0 0,0-1 0,0 1 0,-1 0 0,1-1 0,3-3 0,-3 1 0,1 1 0,-1-1 0,0 0 0,0 0 0,-1 0 0,1 0 0,-1-1 0,2-7 0,-1-8 0,0 1 0,-2-1 0,-2-28 0,1 29 0,-3-118 0,7 123 0,4 16 0,12 25 0,-15-21 0,61 96-96,175 252-1173,-205-311-5557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5:59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24575,'1'205'0,"29"205"0,-24-344 0,-4-43 0,0 1 0,1-1 0,1-1 0,14 45 0,-15-63 0,-1 1 0,1-1 0,-1 0 0,1 0 0,1 0 0,-1 0 0,1-1 0,-1 1 0,1-1 0,0 0 0,0 0 0,0 0 0,1-1 0,-1 1 0,9 3 0,7 1 0,0 0 0,30 5 0,-36-9 0,27 5-341,1-2 0,0-2-1,60-2 1,-78-2-6485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00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755 145 24575,'-4'-3'0,"0"0"0,0 0 0,0 0 0,-1 0 0,1 1 0,-1 0 0,0 0 0,0 0 0,-7-1 0,-49-9 0,48 10 0,-150-12 0,104 11 0,-63-11 0,-57-24 0,162 34-341,1 0 0,0 0-1,-21-10 1,17 5-6485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02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1 24575,'-27'0'0,"11"-1"0,-1 1 0,0 1 0,0 0 0,-25 6 0,38-6 0,-1 1 0,1-1 0,0 1 0,0 0 0,0 0 0,0 0 0,0 0 0,0 1 0,1 0 0,-1 0 0,1 0 0,0 0 0,0 0 0,0 1 0,0-1 0,0 1 0,1 0 0,-1-1 0,1 1 0,0 1 0,-2 6 0,2-6 0,0 1 0,1-1 0,-1 0 0,1 1 0,1-1 0,-1 0 0,1 1 0,0-1 0,0 1 0,0-1 0,1 1 0,0-1 0,0 1 0,0-1 0,2 6 0,0-7 0,-1 1 0,1-1 0,0 0 0,0 0 0,0 0 0,1-1 0,-1 1 0,1-1 0,0 0 0,0 0 0,0 0 0,0 0 0,0-1 0,1 1 0,-1-1 0,9 3 0,-2-1 0,1-1 0,0 0 0,0 0 0,0-1 0,19 1 0,-28-2 0,1-1 0,0 0 0,-1 0 0,1-1 0,0 1 0,-1-1 0,1 0 0,-1 0 0,1 0 0,-1 0 0,1 0 0,-1-1 0,0 1 0,0-1 0,1 0 0,-1 0 0,-1-1 0,1 1 0,0 0 0,0-1 0,-1 0 0,3-3 0,-4 4 0,0 1 0,0-1 0,0 1 0,0-1 0,0 0 0,0 1 0,1 0 0,-1-1 0,1 1 0,-1 0 0,1 0 0,-1 0 0,1 0 0,0 0 0,-1 0 0,1 0 0,0 0 0,0 1 0,-1-1 0,1 1 0,3-1 0,-3 1 0,1 1 0,-1-1 0,1 1 0,-1-1 0,0 1 0,1 0 0,-1 0 0,0 0 0,1 0 0,-1 0 0,0 0 0,0 1 0,0-1 0,2 3 0,8 8 0,0 1 0,-1 0 0,-1 0 0,9 17 0,-11-19 0,148 255 127,-53-84-1619,-83-150-5334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04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95 24575,'-1'-2'0,"1"0"0,-1 0 0,0 0 0,0 0 0,0 0 0,-1 1 0,1-1 0,0 0 0,-1 1 0,1-1 0,-1 1 0,1-1 0,-1 1 0,0 0 0,0 0 0,-2-2 0,-2-1 0,-1-1 0,-8-7 0,0 1 0,-18-9 0,30 18 0,0 0 0,0 1 0,0-1 0,0 1 0,0 0 0,-1 0 0,1 0 0,0 0 0,-1 0 0,1 1 0,-1-1 0,1 1 0,0 0 0,-1 0 0,1 1 0,-1-1 0,1 1 0,-6 1 0,6-1 0,1 1 0,0 0 0,0 0 0,1 0 0,-1 0 0,0 0 0,1 0 0,-1 0 0,1 0 0,0 0 0,-1 1 0,1-1 0,0 1 0,1-1 0,-1 1 0,0-1 0,1 1 0,-1-1 0,1 1 0,0 4 0,-1 5 0,1 1 0,2 23 0,0-26 0,0 0 0,1 0 0,-1-1 0,2 1 0,0 0 0,0-1 0,0 0 0,1 0 0,1-1 0,-1 1 0,2-1 0,-1 0 0,1-1 0,0 1 0,0-1 0,1-1 0,0 0 0,0 0 0,10 5 0,32 30 0,-44-34 0,0-1 0,1 0 0,0 0 0,0-1 0,0 0 0,1 0 0,-1-1 0,1 0 0,0 0 0,1-1 0,-1 0 0,16 4 0,26-5-1365,-27-2-5461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06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24575,'3'2'0,"0"-1"0,0 1 0,0 0 0,0 0 0,0 0 0,0 0 0,0 1 0,-1-1 0,1 1 0,-1 0 0,1 0 0,-1 0 0,3 6 0,3 1 0,34 43 0,-1 3 0,-3 1 0,-3 1 0,-2 2 0,47 122 0,-77-173 0,16 38 0,-19-47 0,0 0 0,0 1 0,0-1 0,0 0 0,1 0 0,-1 0 0,0 0 0,0 1 0,0-1 0,0 0 0,0 0 0,0 0 0,0 0 0,0 0 0,0 0 0,1 1 0,-1-1 0,0 0 0,0 0 0,0 0 0,0 0 0,0 0 0,0 0 0,1 0 0,-1 0 0,0 0 0,0 0 0,0 0 0,0 0 0,1 0 0,-1 0 0,0 0 0,0 0 0,0 0 0,0 0 0,1 0 0,-1 0 0,0 0 0,0 0 0,0 0 0,0 0 0,0 0 0,1 0 0,-1 0 0,0 0 0,0 0 0,0 0 0,0 0 0,4-11 0,0-21 0,-4 27 0,1 2 0,-1 0 0,1-1 0,0 1 0,0 0 0,0 0 0,0-1 0,1 1 0,-1 0 0,1 0 0,0 0 0,0 1 0,0-1 0,0 0 0,1 1 0,-1-1 0,1 1 0,-1 0 0,1 0 0,0 0 0,0 0 0,0 0 0,0 1 0,0-1 0,0 1 0,0 0 0,1 0 0,-1 0 0,0 0 0,6 0 0,7-1 0,0 0 0,0 2 0,0 0 0,0 1 0,17 2 0,-30-2-114,0-1 1,0 1-1,1 0 0,-1 0 0,0 0 1,0 0-1,0 0 0,0 1 0,0-1 1,-1 1-1,5 3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09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24575,'0'9'0,"4"3"0,7 9 0,6 10 0,0 4 0,1 1 0,-2-2 0,-3-1 0,-5-6-8191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11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1 142 24575,'0'-22'0,"-1"13"0,1 0 0,0-1 0,1 1 0,0 0 0,3-14 0,-3 21 0,0-1 0,0 1 0,0-1 0,0 1 0,0 0 0,1 0 0,-1-1 0,1 1 0,0 0 0,-1 0 0,1 0 0,0 1 0,0-1 0,0 0 0,0 1 0,1-1 0,-1 1 0,0 0 0,1 0 0,-1 0 0,1 0 0,-1 0 0,6-1 0,19-1 0,0 0 0,0 2 0,0 1 0,0 1 0,28 5 0,-50-6-65,-1 1 0,1 0 0,0 0 0,0 0 0,0 1 0,-1-1 0,1 1 0,-1 0 0,1 1 0,-1-1 0,0 1 0,0 0 0,0 0 0,0 0 0,0 0 0,-1 1 0,0-1 0,1 1 0,-1 0 0,3 6 0,4 9-6761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12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 0 24575,'0'9'0,"0"22"0,-4 32 0,-7 30 0,-5 21 0,-10 5 0,-5-4 0,-2-7 0,6-18 0,6-15 0,3-16 0,-1-12 0,3-11 0,5-11-8191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13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922 249 24575,'-124'-60'0,"34"21"0,-180-65 0,232 92 0,1 2 0,-2 2 0,1 2 0,-1 1 0,-54 0 0,88 5 0,0 0 0,1 1 0,-1-1 0,1 1 0,-1 0 0,1 0 0,-1 1 0,1-1 0,0 1 0,0 0 0,0 0 0,0 0 0,0 1 0,0-1 0,0 1 0,1 0 0,-1 0 0,1 0 0,-6 8 0,4-2 0,-1 0 0,1 1 0,1-1 0,-1 1 0,2 1 0,0-1 0,-4 16 0,-3 28 0,2 1 0,-1 67 0,8 113 0,2-191 0,-1-38 0,0-1 0,0 1 0,0 0 0,1-1 0,0 1 0,0-1 0,0 0 0,1 1 0,0-1 0,0 0 0,0 0 0,1 0 0,-1 0 0,1 0 0,0-1 0,1 1 0,-1-1 0,1 0 0,0 0 0,0 0 0,0-1 0,1 1 0,-1-1 0,10 5 0,1 0 0,1-2 0,-1 0 0,1 0 0,1-2 0,31 5 0,92 3 0,-69-7 0,18 3 0,99 21 0,-160-23 0,0 2 0,0 0 0,-1 2 0,0 1 0,-1 1 0,0 2 0,38 26 0,-58-35 0,0 0 0,-1 0 0,0 1 0,0 0 0,0 0 0,-1 0 0,0 0 0,0 1 0,-1-1 0,1 1 0,-1 0 0,-1 0 0,0 0 0,0 0 0,2 14 0,0 8 0,-2 0 0,-4 52 0,1-41 0,1-23 0,-1-1 0,-1 1 0,0-1 0,-1 0 0,-1 1 0,-1-1 0,-10 25 0,10-31 0,0-1 0,-1 1 0,0-1 0,-1 0 0,0-1 0,0 1 0,-1-1 0,0-1 0,0 0 0,-1 0 0,0 0 0,-14 7 0,9-6 0,-1-2 0,0 0 0,-1 0 0,0-2 0,1 0 0,-1 0 0,-30 1 0,-116-4 0,118-3 0,20 1-227,-1-1-1,1-1 1,-1-1-1,1-1 1,-31-11-1,26 5-6598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15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275 370 24575,'-1'-12'0,"0"0"0,-1 0 0,-1 0 0,1 0 0,-2 1 0,0-1 0,0 1 0,-1 0 0,0 0 0,-10-14 0,-10-12 0,-42-50 0,42 56 0,13 16 0,-20-24 0,30 37 0,1 0 0,-1 1 0,0-1 0,-1 0 0,1 1 0,0-1 0,0 1 0,-1 0 0,1 0 0,0 0 0,-1 0 0,1 0 0,-1 0 0,-5 0 0,7 1 0,0 0 0,0 1 0,0-1 0,0 0 0,0 0 0,0 1 0,0-1 0,-1 1 0,1-1 0,1 1 0,-1 0 0,0-1 0,0 1 0,0 0 0,0 0 0,0-1 0,0 1 0,1 0 0,-1 0 0,0 0 0,1 0 0,-1 0 0,1 0 0,-1 0 0,1 0 0,0 0 0,-1 0 0,1 0 0,-1 3 0,-3 35 0,3-36 0,6 274 0,-4-263 0,0-1 0,1 1 0,1-1 0,0 0 0,1 0 0,0 0 0,1-1 0,1 1 0,0-1 0,0 0 0,1-1 0,1 0 0,0 0 0,1 0 0,0-1 0,0 0 0,1-1 0,0 0 0,1-1 0,-1 0 0,2 0 0,-1-1 0,1-1 0,0 0 0,1-1 0,-1 0 0,27 6 0,15 2-455,1-3 0,64 3 0,-87-11-6371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17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28 24575,'1'22'0,"1"0"0,2 0 0,0 0 0,1-1 0,1 1 0,0-1 0,2 0 0,1-1 0,1 0 0,0 0 0,1-1 0,17 21 0,-12-18 0,1-1 0,2-1 0,0 0 0,1-1 0,1-1 0,0-1 0,1-1 0,1-1 0,37 18 0,-50-29 0,0 1 0,-1-2 0,1 0 0,1 0 0,-1 0 0,0-1 0,19 0 0,-26-1 0,0-2 0,0 1 0,0 0 0,0 0 0,0-1 0,0 0 0,0 1 0,0-1 0,-1 0 0,1-1 0,0 1 0,-1 0 0,1-1 0,-1 1 0,1-1 0,-1 0 0,0 0 0,1 0 0,-1 0 0,0 0 0,-1-1 0,1 1 0,0 0 0,-1-1 0,1 1 0,-1-1 0,0 0 0,1 0 0,-2 1 0,1-1 0,1-3 0,2-18 0,-1 0 0,-1-1 0,-1 1 0,-1-1 0,-5-38 0,4 57 0,0 0 0,-1 0 0,0 0 0,0 1 0,0-1 0,0 1 0,-1 0 0,0-1 0,0 1 0,-1 1 0,0-1 0,1 0 0,-2 1 0,1 0 0,0 0 0,-10-7 0,-8-4 0,0 1 0,-40-17 0,22 11 0,-22-12 0,-1 3 0,-96-30 0,130 51-1365,4 3-5461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18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24575,'3'0'0,"0"0"0,0 1 0,-1-1 0,1 1 0,-1 0 0,1-1 0,0 1 0,-1 0 0,0 1 0,1-1 0,-1 0 0,0 1 0,1-1 0,2 4 0,28 31 0,-7-7 0,186 143 0,-114-98 0,-74-56-682,48 26-1,-55-35-6143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19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24575,'0'6'0,"1"-1"0,1 0 0,-1 0 0,1 0 0,0 0 0,0 0 0,0 0 0,1 0 0,-1 0 0,8 7 0,5 13 0,428 809 0,-303-555 0,-127-261 0,-8-13 0,-5-14 0,-10-25 0,-2 1 0,-17-32 0,4 7 0,-6-12 0,16 40 0,2 1 0,1-2 0,2 0 0,1 0 0,1-1 0,-3-34 0,5-147 0,7 179 0,2 0 0,2 0 0,1 0 0,13-39 0,-17 65 0,1 0 0,0 0 0,1 0 0,-1 0 0,1 1 0,1 0 0,-1 0 0,2 0 0,-1 0 0,0 1 0,1 0 0,0 0 0,1 0 0,-1 1 0,1 0 0,0 0 0,1 1 0,-1 0 0,1 0 0,-1 1 0,1 0 0,0 0 0,0 1 0,1 0 0,15-2 0,40-3-86,0 4 0,85 5-1,-84 0-1019,-36-1-5720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21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439 0 24575,'-8'6'0,"0"0"0,-1 0 0,1-1 0,-1-1 0,0 1 0,-1-1 0,-10 3 0,-5 2 0,-41 18 0,1 4 0,-79 49 0,139-76 0,0 0 0,1 0 0,-1 0 0,1 0 0,0 1 0,0 0 0,1 0 0,0 0 0,0 0 0,0 0 0,0 1 0,1-1 0,0 1 0,0 0 0,0 0 0,1 0 0,0 0 0,0 0 0,0 0 0,1 0 0,1 9 0,-1-6 0,1-1 0,0 0 0,0 0 0,1 0 0,0-1 0,0 1 0,1 0 0,0-1 0,0 1 0,1-1 0,0 0 0,0 0 0,1 0 0,0-1 0,9 10 0,6 0 0,-1-1 0,2-1 0,0 0 0,1-2 0,32 14 0,120 36 0,-150-56-273,0 0 0,1-2 0,0 0 0,33 0 0,-30-4-6553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22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24575,'568'1055'0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24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3 598 24575,'-2'-142'0,"5"-150"0,-3 286 0,1 0 0,0 0 0,0 0 0,1 0 0,-1 1 0,1-1 0,1 0 0,-1 1 0,1-1 0,0 1 0,0 0 0,0 0 0,1 0 0,0 0 0,6-6 0,-3 5 0,1 0 0,0 1 0,0-1 0,0 1 0,1 1 0,0 0 0,0 0 0,17-4 0,8 0 0,0 3 0,0 0 0,1 3 0,41 1 0,-57 1 0,-1 0 0,0 2 0,1 0 0,-1 1 0,22 7 0,-33-8 0,0 1 0,0 0 0,-1 0 0,1 1 0,0-1 0,-1 2 0,0-1 0,0 1 0,0-1 0,-1 2 0,0-1 0,0 1 0,0-1 0,0 1 0,4 9 0,14 30-682,31 84-1,-44-102-6143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33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3629 531 24497,'-1'21'0,"-3"0"0,-3 0 0,-3-1 0,-3 1 0,-2-1 0,-3 0 0,-3 0 0,-2 0 0,-3-1 0,-2 0 0,-4 0 0,-1 0 0,-3-1 0,-3-1 0,-1 0 0,-3 0 0,-3-1 0,-1 0 0,-2-1 0,-3-1 0,-1 0 0,-2-1 0,-2 0 0,-1-1 0,-2-1 0,-2-1 0,0 0 0,-3-1 0,0 0 0,-1-2 0,-2 0 0,0-1 0,-1-1 0,0 0 0,-1-2 0,-1 0 0,0-1 0,0 0 0,0-2 0,0 0 0,-1-2 0,2 0 0,-1-1 0,1 0 0,0-2 0,1 0 0,1-1 0,1-1 0,0 0 0,2-2 0,1 0 0,1-1 0,2 0 0,1-1 0,1-1 0,3-1 0,0 0 0,3-1 0,2 0 0,1-1 0,3-1 0,2 0 0,2-1 0,2 0 0,3 0 0,2-1 0,2-1 0,3 0 0,3 0 0,2 0 0,2-1 0,4 0 0,2 0 0,2 0 0,4-1 0,2 1 0,3-1 0,3 0 0,2 0 0,4 0 0,2 1 0,3-1 0,3 0 0,2 1 0,4-1 0,2 1 0,2 0 0,4 0 0,2 1 0,2 0 0,3 0 0,3 1 0,2 0 0,2 0 0,3 1 0,2 1 0,2-1 0,2 2 0,3 0 0,1 0 0,2 2 0,3-1 0,0 2 0,3 0 0,1 1 0,1 0 0,2 1 0,1 1 0,1 1 0,2 0 0,0 1 0,1 1 0,1 1 0,1 1 0,0 0 0,1 1 0,-1 1 0,2 1 0,-1 0 0,0 2 0,0 0 0,0 1 0,0 1 0,-1 1 0,-1 0 0,0 1 0,-1 1 0,0 1 0,-2 1 0,-1 0 0,0 1 0,-3 1 0,0 1 0,-2 0 0,-2 1 0,-1 0 0,-2 2 0,-2-1 0,-1 2 0,-3 0 0,-2 0 0,-1 2 0,-3-1 0,-3 1 0,-1 1 0,-3 0 0,-3 0 0,-1 1 0,-4 0 0,-2 0 0,-3 1 0,-2 0 0,-3 0 0,-3 1 0,-2-1 0,-3 1 0,-3 0 0,-3-1 0,-3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36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23973,'3000'2379'0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48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24575,'1'57'0,"1"-1"0,4 0 0,12 55 0,-12-84 0,1 0 0,1-1 0,2 0 0,1 0 0,0-1 0,2-1 0,1 0 0,20 26 0,-27-42 0,2 0 0,-1 0 0,1-1 0,0 0 0,0 0 0,1-1 0,0 0 0,0-1 0,0 0 0,1-1 0,0 0 0,0-1 0,0 0 0,0 0 0,0-1 0,1-1 0,-1 0 0,19-1 0,-26 0 0,-1-1 0,1 0 0,0-1 0,0 1 0,0-1 0,-1 1 0,1-1 0,0 0 0,-1-1 0,0 1 0,0-1 0,1 1 0,-1-1 0,-1 0 0,1 0 0,0 0 0,-1 0 0,0-1 0,1 1 0,-1-1 0,-1 1 0,1-1 0,2-7 0,3-8 0,-1 0 0,0-1 0,3-26 0,-3-5 0,-2 1 0,-2 0 0,-8-92 0,4 130 0,-1 0 0,0 0 0,0 0 0,-1 0 0,-1 0 0,-6-11 0,8 15 0,5 7 0,12 12 0,16 22 0,177 199 0,-188-211-455,0 1 0,22 35 0,-27-33-6371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38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58 870 24575,'0'611'0,"0"-637"0,-17-684 0,12 637 0,1 4 0,-16-89 0,16 137 0,1-1 0,0 0 0,2 0 0,2-36 0,0 46 0,0 1 0,1 0 0,1 0 0,0 0 0,0 0 0,1 0 0,1 1 0,0-1 0,0 1 0,11-15 0,-2 6 0,0 0 0,2 1 0,0 0 0,1 1 0,36-27 0,-48 40 0,1 1 0,0-1 0,0 1 0,0 0 0,0 1 0,0-1 0,1 1 0,-1 0 0,1 1 0,0-1 0,-1 2 0,1-1 0,0 0 0,0 1 0,-1 1 0,1-1 0,0 1 0,0 0 0,-1 1 0,1-1 0,-1 1 0,1 0 0,-1 1 0,0 0 0,9 5 0,1 3 0,-2 0 0,1 1 0,-1 0 0,-1 1 0,-1 1 0,0 0 0,17 26 0,-1 3 0,32 71 0,-53-99 0,0 1 0,-2-1 0,0 1 0,0 1 0,-2-1 0,0 1 0,1 19 0,-4-27 0,0-1 0,0 1 0,0-1 0,-1 1 0,-1-1 0,1 0 0,-2 0 0,1 1 0,-1-1 0,0-1 0,0 1 0,-1 0 0,0-1 0,-1 0 0,-9 13 0,-2-4 0,0-1 0,-1-1 0,0 0 0,-1-1 0,-1-1 0,0-1 0,-40 18 0,34-16 0,-1 1 0,-43 34 0,2-2 0,17-11-1365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39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24575,'0'5'0,"9"1"0,8 5 0,15 9 0,10 11 0,13 4 0,6 6 0,6 4 0,2-4 0,-8-6 0,-13-3 0,-10-3 0,-8-6 0,-4-7 0,-6-2 0,-2-3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41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191 817 24575,'1'-5'0,"1"0"0,-1 0 0,1 0 0,-1 0 0,1 0 0,1 1 0,-1-1 0,1 0 0,0 1 0,5-6 0,3-7 0,27-46 0,235-430 0,-264 474 0,11-38 0,-19 52 0,1 0 0,-1 0 0,0 0 0,-1-1 0,1 1 0,-1 0 0,0 0 0,0-1 0,-1 1 0,1 0 0,-1 0 0,-3-11 0,2 14 0,1 0 0,0 0 0,-1 0 0,0 0 0,1 0 0,-1 0 0,0 1 0,0-1 0,0 1 0,0-1 0,0 1 0,0 0 0,0-1 0,-1 1 0,1 0 0,0 1 0,-1-1 0,1 0 0,-1 1 0,-3-1 0,-7-1 0,0 1 0,-23 2 0,23-1 0,0 0 0,-1 0 0,1 1 0,-1 1 0,1 0 0,0 1 0,0 0 0,0 1 0,0 0 0,1 1 0,-1 1 0,1 0 0,0 0 0,1 1 0,0 1 0,0 0 0,1 0 0,-14 14 0,11-8 0,-74 77 0,74-75 0,0 0 0,1 1 0,-19 35 0,22-33 0,2 1 0,0 0 0,2 0 0,0 1 0,1-1 0,-2 29 0,5 129 0,2-101 0,-1-75 0,0 20 0,1-1 0,0 0 0,6 25 0,-6-40 0,1 0 0,-1 0 0,2 0 0,-1-1 0,0 1 0,1 0 0,0-1 0,1 0 0,-1 0 0,1 0 0,0 0 0,0 0 0,0-1 0,1 1 0,8 5 0,5 1 14,1-1-1,1 0 0,0-2 0,0 0 1,1-1-1,-1-1 0,2-1 1,36 4-1,10-3-756,97-5 1,-140-1-6084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43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517 163 24575,'2'58'0,"3"1"0,2-1 0,20 79 0,64 161 0,-86-270 0,-5-27 0,0 0 0,0-1 0,0 1 0,0 0 0,0-1 0,0 1 0,0 0 0,-1-1 0,1 1 0,0-1 0,0 1 0,-1-1 0,1 1 0,-1 0 0,1-1 0,0 1 0,-1-1 0,1 0 0,-1 1 0,1-1 0,-1 1 0,0 0 0,-2-1 0,0 1 0,0-1 0,0 0 0,0 0 0,0 0 0,0 0 0,0 0 0,0-1 0,0 1 0,0-1 0,1 0 0,-1 0 0,0 0 0,-2-2 0,-134-59 0,-21-10 0,142 66 0,0 0 0,0 1 0,-1 1 0,1 1 0,-1 1 0,-37-1 0,52 3 0,-1 1 0,1 0 0,-1-1 0,1 1 0,-1 1 0,1-1 0,0 1 0,0-1 0,0 1 0,0 0 0,0 1 0,0-1 0,0 1 0,-5 5 0,4-3 0,0 1 0,0 0 0,1 0 0,0 0 0,0 0 0,1 0 0,0 1 0,-4 10 0,1 6 0,0 1 0,1 0 0,2 0 0,-2 36 0,5-48 0,-2 21 0,3 38 0,0-60 0,0-1 0,1 1 0,0 0 0,1-1 0,0 0 0,1 1 0,8 14 0,0-5 0,1-2 0,0 1 0,2-2 0,0 0 0,1 0 0,1-2 0,0 0 0,1-1 0,39 23 0,-46-31 0,-1-2 0,1 1 0,0-1 0,1-1 0,-1 0 0,1-1 0,-1 0 0,18 0 0,4-1 0,58-6 0,-83 3 0,-1 1 0,1-1 0,-1 0 0,1-1 0,-1 1 0,0-2 0,0 1 0,0-1 0,-1 0 0,1 0 0,10-10 0,3-4 0,-1-2 0,17-23 0,0 1 0,-31 36 0,-1 0 0,0 0 0,0 0 0,0 0 0,-1-1 0,0 1 0,-1-1 0,1 0 0,-1 0 0,-1 0 0,1 0 0,0-13 0,0-8 0,-5-57 0,0 30 0,3 47 0,0-11 0,0 1 0,-1 0 0,-1-1 0,-1 1 0,0 0 0,-10-27 0,-31-58 0,22 53 0,-30-95 0,29 55 0,-53-128 0,28 118-1365,41 79-5461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53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24575,'6'8'0,"0"-1"0,0 0 0,0 0 0,1-1 0,12 10 0,8 5 0,431 353 0,-69-58 0,-218-175 0,226 191 0,-397-331 0,4 2 0,-1 0 0,1 0 0,-1 0 0,0 0 0,0 1 0,4 6 0,-7-9 0,1-1 0,-1 0 0,0 1 0,0-1 0,0 1 0,0-1 0,0 1 0,0-1 0,0 1 0,0-1 0,0 1 0,0-1 0,0 1 0,0-1 0,0 1 0,0-1 0,0 1 0,0-1 0,0 1 0,-1-1 0,1 1 0,0-1 0,0 0 0,-1 1 0,1 0 0,-20 8 0,-20-2 0,1-2 0,-1-2 0,-47-2 0,-10 2 0,-67 6 0,-221 43 0,368-48-195,0-1 0,0 2 0,1 0 0,0 2 0,0-1 0,-21 13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54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24575,'9'0'0,"22"9"0,46 35 0,52 43 0,68 38 0,61 26 0,45 14-1576,23-2 1576,1-19 0,-14-26 0,-27-28 0,-40-29 0,-38-26 382,-42-18-382,-43-12 0,-34-7 0,-28-3 0,-23-1-6997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6:58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24575,'8'0'0,"-1"2"0,1-1 0,-1 1 0,0 0 0,0 0 0,0 1 0,0 0 0,10 5 0,1 1 0,120 55 0,210 93 0,-55-8 0,-33-14 0,34-22 0,-210-82 0,-52-22 0,-1-1 0,1-2 0,1-1 0,46 0 0,-5 1 0,96 5 0,-95-8 0,136 22 0,-145-12 0,-18-4 0,76 24 0,-106-25 0,-1 0 0,24 16 0,-5-3 0,-23-12 0,-1 1 0,1 0 0,-2 0 0,0 1 0,0 1 0,-1 0 0,0 0 0,-1 1 0,9 18 0,20 24 0,-27-40-1365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05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05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07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897 224 24575,'-8'-1'0,"0"0"0,0 0 0,0-1 0,0 0 0,0-1 0,0 0 0,1 0 0,-14-8 0,-3 0 0,-68-32 0,-101-42 0,158 72 0,-1 1 0,-1 2 0,-56-9 0,82 18 0,0 0 0,0 0 0,-1 1 0,1 0 0,0 1 0,0 0 0,-16 4 0,20-2 0,1-1 0,-1 1 0,1 0 0,0 1 0,-1-1 0,2 1 0,-1 1 0,0-1 0,1 1 0,0 0 0,0 0 0,-7 10 0,-9 12 0,-27 46 0,42-62 0,0 0 0,1 1 0,0 0 0,1 0 0,0 0 0,1 0 0,-3 22 0,-1 96 0,11 136 0,-3-252 0,0 1 0,1-1 0,0 1 0,1-1 0,1 0 0,0 0 0,11 24 0,-9-28 0,-1-1 0,1 0 0,1 0 0,0 0 0,0-1 0,1 0 0,0 0 0,0-1 0,1 0 0,16 10 0,1-1 0,-1-1 0,2-1 0,0-1 0,1-1 0,0-2 0,0-1 0,1-1 0,1-2 0,-1 0 0,45 1 0,142-8-1365,-185 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0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56 356 24575,'0'21'0,"-1"-1"0,1 0 0,2 0 0,4 24 0,-5-37 0,1 0 0,1 0 0,-1 0 0,1 0 0,0-1 0,1 1 0,-1-1 0,1 0 0,1 0 0,-1 0 0,1 0 0,8 7 0,6 3 0,1 0 0,1-2 0,0 0 0,1-1 0,24 10 0,-29-16 0,-1 0 0,1-1 0,1-1 0,-1 0 0,1-2 0,-1 0 0,36 1 0,-51-4 0,0 0 0,0 0 0,-1-1 0,1 1 0,0 0 0,0-1 0,0 0 0,0 1 0,-1-1 0,1 0 0,0 0 0,-1 0 0,1 0 0,-1 0 0,1 0 0,-1 0 0,1-1 0,1-1 0,-1 0 0,0-1 0,0 1 0,0-1 0,0 1 0,0-1 0,-1 0 0,0 0 0,2-5 0,0-9 0,-1 1 0,-1-1 0,-1-21 0,0 22 0,1-18 0,-2-1 0,-2 1 0,-10-55 0,7 69 0,0 1 0,-1-1 0,0 1 0,-2 1 0,-1 0 0,0 0 0,-16-21 0,2 5 0,12 16 0,-1 0 0,-27-29 0,35 44 0,1-1 0,-1 1 0,-1 0 0,1 0 0,0 1 0,-1-1 0,0 1 0,0 0 0,0 1 0,0-1 0,0 1 0,0 1 0,-1-1 0,-6 0 0,1 1 0,0 0 0,0 1 0,0 0 0,0 1 0,-23 4 0,30-4 0,0 1 0,0 0 0,0 0 0,0 0 0,0 1 0,0-1 0,1 1 0,-1 0 0,1 0 0,0 1 0,0 0 0,0-1 0,1 1 0,-1 0 0,-4 8 0,1-1 10,1 1 1,1 0-1,0-1 0,0 2 0,1-1 0,1 1 0,0-1 1,-2 20-1,2 8-407,3 56 0,1-67-266,-1-4-6163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1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24575,'4'0'0,"11"0"0,8 9 0,0 13 0,4 6 0,8 13 0,7 13 0,5 7 0,0 1 0,-5 5 0,-3 5 0,-5 3 0,-3-6 0,-3-6 0,-5-8 0,-3-10 0,-4-12-8191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2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24575,'0'4'0,"0"7"0,0 20 0,9 17 0,17 25 0,18 23 0,10 12 0,15 7 0,0-2 0,-7-11 0,-9-19 0,-10-18 0,-7-21 0,-10-13 0,-9-12-8191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3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249 493 24575,'4'0'0,"0"-1"0,1 0 0,-1 0 0,1 0 0,-1 0 0,0-1 0,0 1 0,1-1 0,-1 0 0,-1 0 0,7-5 0,41-36 0,-30 24 0,4-2 0,-1-1 0,42-48 0,-60 61 0,0 0 0,0 0 0,0-1 0,-1 1 0,-1-1 0,0 0 0,0-1 0,-1 1 0,0-1 0,-1 0 0,0 1 0,1-20 0,-3 24 0,0 1 0,-1 0 0,1-1 0,-1 1 0,0 0 0,-1-1 0,1 1 0,-1 0 0,0 0 0,0 0 0,-1 0 0,0 1 0,1-1 0,-2 1 0,1-1 0,0 1 0,-1 0 0,0 0 0,0 1 0,0-1 0,0 1 0,0 0 0,-1 0 0,0 0 0,1 0 0,-1 1 0,0 0 0,-10-3 0,-6-1 0,-1 1 0,0 0 0,0 2 0,0 0 0,-36 1 0,47 2 0,-1 0 0,1 1 0,0 0 0,0 1 0,0 0 0,0 1 0,0 0 0,-16 7 0,20-6 0,-1 1 0,0 0 0,1 0 0,0 0 0,0 1 0,1 0 0,0 0 0,0 1 0,0 0 0,0 0 0,-5 10 0,-1 4 0,1 1 0,0 1 0,2 0 0,1 1 0,0-1 0,2 1 0,-6 43 0,8-19 0,1 0 0,3 0 0,5 51 0,-3-88 0,0-1 0,0 0 0,2 1 0,-1-1 0,1-1 0,0 1 0,1-1 0,0 1 0,1-1 0,0-1 0,0 1 0,1-1 0,0 0 0,13 11 0,3 1 0,1-1 0,1-1 0,48 26 0,-59-38 0,0 0 0,0-1 0,1-1 0,-1 0 0,30 3 0,3 1 0,-21-4-455,1-1 0,42-1 0,-45-2-6371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5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490 4 24575,'-86'-2'0,"38"0"0,0 2 0,-66 9 0,105-7 0,0 0 0,1 0 0,-1 1 0,1 0 0,0 0 0,0 1 0,0 0 0,0 1 0,0-1 0,1 1 0,0 1 0,0 0 0,1 0 0,0 0 0,0 0 0,0 1 0,0 0 0,1 1 0,1-1 0,-1 1 0,1 0 0,0 0 0,1 0 0,-3 10 0,-2 11 0,1 0 0,2 0 0,1 1 0,1 0 0,2 55 0,1-7 0,3 83 0,-2-158 0,-1 0 0,0-1 0,1 1 0,-1 0 0,1-1 0,0 1 0,0-1 0,0 1 0,0-1 0,1 1 0,-1-1 0,1 0 0,-1 0 0,1 1 0,0-1 0,0 0 0,0-1 0,0 1 0,0 0 0,0 0 0,0-1 0,1 0 0,-1 1 0,1-1 0,-1 0 0,1 0 0,-1 0 0,1 0 0,-1-1 0,5 1 0,8 1 0,0-1 0,0 0 0,0-1 0,23-3 0,-7 0 0,42 3 0,-40 1 0,0-2 0,51-7 0,-74 5-48,0-1 0,-1 1 0,1-1 0,-1-1 0,0 0 0,-1 0 0,1-1 1,-1 0-1,0 0 0,12-13 0,-5 6-790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6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24575,'34'547'0,"41"-9"0,-37-287 0,-32-192 0,-4-38 0,0 0 0,2 0 0,7 26 0,-10-44 0,0 0 0,0-1 0,0 1 0,1-1 0,-1 1 0,1-1 0,0 0 0,-1 0 0,1 0 0,0 0 0,0 0 0,1 0 0,-1 0 0,0-1 0,0 1 0,1-1 0,-1 1 0,1-1 0,-1 0 0,6 2 0,4-1 0,-1 1 0,0-2 0,23 1 0,-8 0 0,64 6 0,180-8 0,-221-10-1365,-31 4-5461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7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749 1 24575,'-5'0'0,"-6"0"0,-5 0 0,-6 0 0,-2 0 0,-7 0 0,-12 0 0,-4 0 0,-11 0 0,-10 0 0,-3 0 0,-3 0 0,2 0 0,9 0 0,5 0 0,9 0 0,12 0-8191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22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19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28 24575,'0'-4'0,"-5"-2"0,-10 0 0,-12 1 0,-6 2 0,-2 1 0,0 1 0,2 0 0,2 1 0,1 5 0,1 1 0,2 0 0,4 4 0,3-1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20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29 24575,'-6'0'0,"0"0"0,0 1 0,1-1 0,-1 1 0,0 0 0,1 0 0,-1 1 0,1 0 0,0 0 0,-1 0 0,1 1 0,0-1 0,0 1 0,0 0 0,1 1 0,-6 4 0,5-3 0,1 0 0,0 0 0,0 1 0,1-1 0,0 1 0,0 0 0,0 0 0,1 0 0,-1 1 0,1-1 0,1 1 0,-1-1 0,0 13 0,-1 11 0,1 0 0,1 0 0,1-1 0,2 1 0,8 41 0,-9-66 0,1-1 0,0 1 0,1-1 0,-1 1 0,1-1 0,0 0 0,0 0 0,0 0 0,0-1 0,1 1 0,-1-1 0,1 0 0,0 0 0,0 0 0,0 0 0,1-1 0,7 4 0,4 1 0,0 0 0,0-2 0,31 7 0,-10-6 0,-1-1 0,1-2 0,-1-2 0,61-6 0,-93 5 0,0-1 0,0 1 0,-1-1 0,1 0 0,0 0 0,0-1 0,-1 1 0,1-1 0,-1 0 0,1 0 0,-1 0 0,0-1 0,0 1 0,0-1 0,0 1 0,0-1 0,0 0 0,-1 0 0,1 0 0,-1-1 0,0 1 0,0 0 0,0-1 0,-1 1 0,1-1 0,-1 0 0,0 0 0,0 1 0,0-1 0,0-6 0,2-12 0,-2 1 0,0-1 0,-2 0 0,-4-30 0,3 32 0,1 7 11,-1 0 0,-1 0 0,0 0 0,-1 0 0,0 1 0,-1 0-1,0 0 1,-1 0 0,-1 0 0,-10-15 0,11 19-117,-1 0 0,0 1 0,0 0 0,0 0 0,-1 0 0,0 1-1,0 0 1,-1 0 0,0 1 0,0 0 0,0 1 0,0 0 0,-20-6 0,5 5-6720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21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24575,'4'0'0,"7"0"0,6 0 0,0 4 0,6 16 0,8 9 0,4 8 0,5 8 0,-4 5 0,-4-6 0,-8-6 0,-7-5 0,-2-7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25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1 166 24575,'5'0'0,"0"1"0,1-1 0,-1 1 0,0 1 0,0-1 0,1 1 0,-1 0 0,0 0 0,-1 0 0,9 5 0,43 36 0,-35-25 0,37 34 0,86 101 0,-33-33 0,-68-77 0,-11-12 0,-1 1 0,51 67 0,-76-90 0,-8-17 0,-12-23 0,-163-293 0,149 272 0,9 17 0,-23-55 0,38 78 0,0 0 0,1 0 0,0-1 0,1 1 0,0-1 0,1 0 0,0 1 0,2-24 0,0 33 0,-1-1 0,1 1 0,0-1 0,0 1 0,0 0 0,1 0 0,-1 0 0,1 0 0,0 0 0,-1 0 0,1 0 0,1 0 0,-1 1 0,0-1 0,3-2 0,1 0 0,0 1 0,0 0 0,0 1 0,0-1 0,0 1 0,14-5 0,4 2 0,0 0 0,1 1 0,28-1 0,-51 6 0,42-4 0,1 2 0,67 6 0,-104-3 0,1 1 0,-1 0 0,0 0 0,0 1 0,0 0 0,0 0 0,0 1 0,-1 0 0,14 10 0,2 4 0,33 32 0,-14-10 0,-24-25 0,-2 0 0,0 2 0,0 0 0,-2 1 0,0 1 0,-1 0 0,-1 0 0,-1 1 0,15 36 0,-21-44 0,1-1 0,13 19 0,-14-23 0,0 0 0,0 1 0,-1-1 0,0 1 0,0 0 0,2 10 0,-37-78 0,8 7-1365,11 32-5461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8:17:5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91 24233,'6569'0'0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0:02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0:08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28 897 24575,'382'0'0,"-362"-1"0,0-1 0,36-9 0,-35 7 0,1 0 0,26-1 0,504 3 0,-266 4 0,558-2 0,-793-3 0,-1-3 0,0-2 0,82-25 0,-74 19 0,92-37 0,-23 8 0,-117 39 0,1-1 0,-1 1 0,0-1 0,-1-1 0,1 0 0,-1 0 0,8-9 0,15-8 0,-29 21 0,1 0 0,-1-1 0,-1 1 0,1-1 0,0 1 0,0-1 0,-1 0 0,0 0 0,1 0 0,-1-1 0,-1 1 0,1 0 0,0-1 0,-1 1 0,1-1 0,-1 0 0,0 1 0,0-1 0,-1 0 0,1 0 0,-1 1 0,0-1 0,0 0 0,0 0 0,0 0 0,-1 1 0,1-1 0,-2-4 0,-1 1 0,1-1 0,-2 1 0,1 0 0,-1 0 0,0 0 0,0 0 0,-1 1 0,1-1 0,-2 1 0,1 0 0,-1 1 0,-8-8 0,-5-1 0,0 0 0,-1 2 0,-1 0 0,0 1 0,0 1 0,-35-10 0,-7-2 0,32 10 0,-1 1 0,1 2 0,-2 1 0,1 1 0,-59-3 0,-225-15 0,108-9 0,86 11 0,-45 4 0,115 16 0,0-3 0,1-2 0,0-2 0,-63-21 0,85 22 0,-1 2 0,0 1 0,0 1 0,-1 2 0,-34 1 0,-44-6 0,-20-5 0,-112-18 0,183 20 0,1 2 0,-2 3 0,1 3 0,-114 7 0,163-3 0,1 0 0,0 1 0,0 0 0,0 1 0,0-1 0,1 1 0,-1 1 0,1-1 0,0 1 0,0 1 0,0-1 0,0 1 0,1 1 0,-1-1 0,2 1 0,-1 0 0,0 0 0,1 1 0,0-1 0,1 1 0,0 0 0,0 1 0,0-1 0,1 1 0,-4 11 0,-18 52 0,10-30 0,1 0 0,-8 46 0,11-32 0,3 0 0,-1 81 0,10-82-1365,-1-31-5461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4:12.9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1 531 24575,'29'-1'0,"0"-2"0,0-1 0,0-1 0,0-1 0,-1-2 0,29-12 0,156-76 0,-204 91 0,0 1 0,19-9 0,-1-1 0,-1-1 0,0-2 0,27-22 0,-52 38 0,0 0 0,0 0 0,0 0 0,0 0 0,-1 0 0,1-1 0,0 1 0,0 0 0,-1 0 0,1-1 0,-1 1 0,1-1 0,-1 1 0,1-1 0,-1 1 0,0-1 0,0 1 0,0 0 0,0-1 0,0 1 0,0-1 0,0 1 0,0-1 0,-1 1 0,1-1 0,0 1 0,-1-1 0,1 1 0,-1 0 0,0-1 0,1 1 0,-1 0 0,0 0 0,0-1 0,0 1 0,0 0 0,0 0 0,-2-2 0,-5-4 0,0 0 0,0 0 0,0 1 0,-12-7 0,18 12 0,-237-143 0,237 144 0,0-1 0,1 0 0,-1 0 0,1 0 0,-1 0 0,1 0 0,0 0 0,0 0 0,-1-1 0,1 1 0,0 0 0,0-1 0,0 1 0,0-1 0,0 1 0,1-1 0,-1 1 0,0-1 0,1 0 0,-1 1 0,0-3 0,2 3 0,-1 1 0,0-1 0,0 1 0,0-1 0,1 1 0,-1-1 0,0 1 0,1-1 0,-1 1 0,1-1 0,-1 1 0,0-1 0,1 1 0,-1 0 0,1-1 0,-1 1 0,1 0 0,-1-1 0,1 1 0,-1 0 0,1 0 0,0 0 0,0-1 0,27-1 0,13 7 0,0 2 0,0 2 0,-1 1 0,64 27 0,15 3 0,-48-22 0,104 13 0,-172-30 0,0-1 0,0 0 0,1 1 0,-1-1 0,0 1 0,0 0 0,-1 0 0,1 0 0,0 1 0,0-1 0,0 1 0,-1-1 0,1 1 0,-1 0 0,1 0 0,-1 0 0,4 5 0,-4-3 0,0 0 0,-1 0 0,1 0 0,-1 0 0,0 0 0,0 0 0,0 1 0,-1-1 0,1 0 0,-1 1 0,0-1 0,-1 5 0,-11 263 0,11-250-273,-1 0 0,0-1 0,-2 1 0,-12 37 0,7-39-6553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4:18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21389,'1892'0'0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4:23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4:26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0 137 24575,'705'0'0,"-678"-1"0,-1-2 0,32-7 0,-29 5 0,46-3 0,-24 3 0,-1-2 0,0-2 0,52-16 0,32-7 0,-123 30 0,45-9 0,0 3 0,71-3 0,-56 12 0,122 16 0,-53-4 0,16 3 0,-109-8-120,23 4-502,133 6-1,-180-18-6203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4:27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24575,'1514'0'-1365,"-1491"0"-5461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4:31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1170 24575,'25'-1'0,"0"-1"0,0-1 0,47-12 0,71-31 0,-105 32 0,906-361 0,-607 234 0,-233 97 0,178-66 0,-233 94 0,0 3 0,2 2 0,96-9 0,-105 17 0,1-1 0,-2-3 0,56-15 0,-60 13 0,25-7 0,-58 15 0,0-1 0,0 1 0,0-1 0,0 0 0,-1 0 0,1-1 0,-1 1 0,0-1 0,1 0 0,-1 1 0,4-7 0,-6 8 0,-1 0 0,1 0 0,0-1 0,-1 1 0,1 0 0,-1 0 0,0-1 0,1 1 0,-1 0 0,0-1 0,0 1 0,0-1 0,0 1 0,0 0 0,0-1 0,0 1 0,-1 0 0,1-1 0,0 1 0,-1 0 0,1-1 0,-1 1 0,1 0 0,-1-1 0,0 1 0,1 0 0,-1 0 0,0 0 0,0 0 0,0 0 0,0 0 0,-2-2 0,-4-3 0,0 1 0,0-1 0,-14-7 0,21 13 0,-55-30 0,-77-28 0,-15-8 0,144 65 0,-21-14 0,23 15 0,1 0 0,0 0 0,-1 0 0,1 0 0,0 0 0,0-1 0,-1 1 0,1 0 0,0 0 0,-1 0 0,1-1 0,0 1 0,0 0 0,0 0 0,-1-1 0,1 1 0,0 0 0,0 0 0,0-1 0,0 1 0,0 0 0,-1-1 0,1 1 0,0 0 0,0-1 0,0 1 0,0 0 0,0-1 0,0 1 0,0 0 0,0 0 0,0-1 0,0 1 0,0 0 0,0-1 0,0 1 0,1 0 0,-1-1 0,0 1 0,0 0 0,0-1 0,0 1 0,0 0 0,1 0 0,-1-1 0,0 1 0,0 0 0,1 0 0,-1 0 0,0-1 0,0 1 0,1 0 0,-1 0 0,0 0 0,0 0 0,1-1 0,-1 1 0,0 0 0,1 0 0,-1 0 0,0 0 0,1 0 0,-1 0 0,0 0 0,1 0 0,-1 0 0,0 0 0,1 0 0,-1 0 0,20-3 0,-1 0 0,1 1 0,0 1 0,26 3 0,80 13 0,-125-15 0,17 2 0,0 1 0,0 1 0,-1 0 0,1 2 0,-1 0 0,25 13 0,-39-17 0,0 1 0,-1-1 0,1 1 0,-1 0 0,1 0 0,-1 0 0,0 1 0,0-1 0,0 0 0,-1 1 0,1-1 0,-1 1 0,0 0 0,0-1 0,0 1 0,0 0 0,-1 0 0,1 5 0,-1 11 0,0 1 0,-4 25 0,2-24 0,-3 27 24,-3-1 0,-2 0 0,-2-1 0,-19 52 0,-88 175-1509,99-234-5341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4:47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24575,'0'9'0,"0"0"0,0 0 0,1 1 0,0-1 0,1 0 0,0 0 0,5 14 0,-4-18 0,-1-1 0,1 0 0,0 1 0,0-1 0,0-1 0,0 1 0,1 0 0,0-1 0,0 0 0,0 1 0,0-1 0,0-1 0,0 1 0,1-1 0,7 3 0,1 0 0,0 0 0,0-2 0,1 0 0,-1 0 0,1-1 0,17 0 0,88-5 0,-41 0 0,-31 3 0,11-2 0,0 3 0,107 16 0,-68 0 0,172 6 0,102-23 0,-158-2 0,95 2-1365,-281 0-5461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5:09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0 807 24477,'2622'-755'0,"-2900"703"0,556 104 0,-486 139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5:11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24575,'0'4'0,"0"7"0,0 6 0,0 4 0,0 4 0,0 1 0,0 2 0,0 0 0,0 1 0,0-6-8191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5:15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623 82 24575,'-1'-2'0,"1"0"0,0 1 0,-1-1 0,1 0 0,-1 1 0,1-1 0,-1 0 0,0 1 0,0-1 0,0 1 0,0-1 0,0 1 0,0-1 0,0 1 0,0 0 0,-1 0 0,1-1 0,-1 1 0,1 0 0,0 0 0,-1 0 0,-1 0 0,-41-18 0,34 16 0,-9-4 0,-1 2 0,1 0 0,-1 1 0,-34-1 0,-81 4 0,73 2 0,53 0 0,0 0 0,0 0 0,1 1 0,-1 0 0,1 0 0,0 1 0,-1 0 0,1 1 0,0 0 0,1 0 0,-1 1 0,1-1 0,0 2 0,0-1 0,0 1 0,1 0 0,0 0 0,0 1 0,0 0 0,1 0 0,0 0 0,1 1 0,0-1 0,0 1 0,0 0 0,1 1 0,0-1 0,-3 15 0,-3 54 0,1-25 0,2 1 0,3 0 0,4 64 0,0-108 0,1 1 0,0-1 0,1 0 0,-1 0 0,2 0 0,-1-1 0,1 1 0,1-1 0,-1 0 0,2 0 0,-1 0 0,1-1 0,0 0 0,0 0 0,9 7 0,-4-5 0,0 0 0,1-1 0,0 0 0,0-1 0,0 0 0,1-1 0,0-1 0,1 0 0,18 4 0,48 13 0,37 6 0,-101-25 0,0-1 0,0 0 0,0-2 0,0 0 0,31-4 0,-37 2 0,-1 0 0,1-1 0,-1 0 0,1 0 0,-1-1 0,0-1 0,-1 1 0,1-2 0,-1 1 0,14-12 0,0-4 0,25-32 0,-6 6 0,-35 40 0,-1 0 0,0 0 0,0-1 0,0 1 0,-1-1 0,0 0 0,-1-1 0,1 1 0,-2-1 0,1 1 0,-1-1 0,2-16 0,-2-7 0,-1-1 0,-5-40 0,1 4 0,3 53 0,0-3 0,-1 0 0,-4-26 0,4 38 0,-1 0 0,0 0 0,-1 0 0,0 0 0,0 1 0,0-1 0,0 1 0,-1 0 0,-8-10 0,-18-15-1365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5:47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23839,'1271'0'0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5:51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 24575,'37'-2'0,"0"-2"0,-1-1 0,39-11 0,-30 5 0,53-4 0,-13 10 0,152 9 0,-214-1 0,-1 1 0,-1 2 0,25 7 0,-24-5 0,1-2 0,36 6 0,25 2-98,-51-8 171,1-1 0,49 1 0,-73-7-187,1 1-1,-1-1 1,0-1 0,0 1-1,0-2 1,0 0 0,0 0-1,-1 0 1,1-1 0,-1-1 0,0 0-1,13-8 1,-4-2-6712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5:54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 24575,'0'-4'0,"-1"1"0,1 0 0,0 0 0,0-1 0,1 1 0,-1 0 0,1 0 0,-1 0 0,1-1 0,0 1 0,0 0 0,0 0 0,1 0 0,-1 0 0,1 0 0,0 1 0,-1-1 0,1 0 0,0 1 0,1 0 0,-1-1 0,0 1 0,1 0 0,-1 0 0,1 0 0,0 0 0,0 1 0,-1-1 0,1 1 0,0-1 0,6 0 0,23-10 0,2 1 0,-1 2 0,1 2 0,1 1 0,46-3 0,182 9 0,-125 2 0,23-2-1365,-138 0-5461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5:55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1 161 24575,'4'0'0,"7"0"0,10 0 0,11 0 0,10-5 0,6-1 0,8-5 0,10-4 0,-3-5 0,-7-4 0,-9 4 0,-7 3 0,-6 6 0,-9 0 0,-4 1 0,-1 4 0,0 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6:01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2033 1785 24575,'7'-1'0,"-1"0"0,0-1 0,0 0 0,1 0 0,-1-1 0,-1 0 0,1 0 0,0 0 0,-1 0 0,0-1 0,1 0 0,6-7 0,2 0 0,33-27 0,-1-1 0,54-62 0,70-101 0,-133 156 0,-14 18 0,-1-1 0,22-40 0,-38 56 0,1 1 0,-2-1 0,0-1 0,0 1 0,-2-1 0,1 0 0,-2 0 0,2-26 0,-2-35 0,-5 0 0,-2 1 0,-18-87 0,12 109 0,-3 0 0,-1 0 0,-3 2 0,-2 0 0,-30-53 0,44 92 0,0 0 0,-1 1 0,0-1 0,0 2 0,-1-1 0,0 1 0,-1 0 0,0 1 0,-1 0 0,1 0 0,-1 1 0,-1 0 0,-18-9 0,-29-7 0,0 2 0,-81-18 0,-124-10 0,108 34 0,-256 7 0,323 9 0,63 0 0,0 2 0,0 0 0,0 2 0,1 1 0,-1 0 0,-41 19 0,-133 76 0,145-71 0,-46 26 0,-117 84 0,184-115 0,1 2 0,1 1 0,2 1 0,1 1 0,1 2 0,-45 68 0,44-53 0,2 1 0,3 1 0,1 1 0,-21 74 0,39-107 0,0 1 0,1 0 0,1 0 0,1 0 0,0 0 0,3 27 0,-1-36 0,1 0 0,0 0 0,0 0 0,1 0 0,0 0 0,1-1 0,-1 0 0,2 1 0,-1-1 0,1-1 0,0 1 0,1-1 0,0 0 0,11 11 0,34 23 0,1-2 0,1-2 0,114 57 0,-116-71 0,1-2 0,1-2 0,0-3 0,91 16 0,-62-20 0,1-4 0,123-4 0,-167-3 0,67 10 0,7 1 0,130 6 0,13-7-1365,-232-12-5461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6:01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6:04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0 163 24575,'69'-3'0,"114"-20"0,-75 7 0,214-21 0,380 6 0,-641 32 0,-1-3 0,67-11 0,-47 4 0,0 3 0,103 7 0,-70 1 0,2555-1 0,-2318-15 0,-31 0 0,580 15-1365,-876-1-5461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6:06.4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24575,'358'28'0,"20"-1"0,-352-27-1365,-5-1-5461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6:22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732 1629 24575,'60'2'0,"-35"0"0,0-2 0,0 0 0,0-2 0,26-5 0,-42 4 0,0 0 0,0-1 0,-1-1 0,1 1 0,-1-1 0,-1-1 0,1 1 0,-1-1 0,9-9 0,36-26 0,-26 25 0,36-33 0,15-9 0,-57 46 0,-1-2 0,0 1 0,-1-2 0,-1-1 0,-1 0 0,0-1 0,-1-1 0,0 0 0,-2-1 0,0 0 0,10-22 0,65-113 0,-83 146 0,-1-1 0,0 0 0,0 0 0,-1-1 0,0 1 0,0-1 0,-1 0 0,-1 0 0,1-12 0,0-16 0,-5-42 0,0 18 0,5 5 0,-1 35 0,0 1 0,-1-1 0,-2 0 0,-6-34 0,5 45 0,-1 1 0,0 0 0,0 0 0,-1 1 0,-1-1 0,0 1 0,0 0 0,-1 0 0,1 1 0,-11-9 0,-10-7 0,-50-36 0,28 24 0,-178-125 0,180 134 0,0 1 0,-2 2 0,-59-20 0,73 35 0,-1 1 0,0 2 0,0 2 0,0 1 0,0 1 0,-1 2 0,1 2 0,-43 8 0,63-8 0,0 2 0,0 0 0,0 1 0,1 1 0,0 0 0,0 1 0,1 1 0,-1 0 0,2 1 0,-1 0 0,1 1 0,-20 21 0,7-3 0,1 2 0,1 0 0,1 1 0,-22 44 0,23-34 0,3 0 0,1 1 0,2 1 0,2 0 0,2 1 0,-13 88 0,14-18 0,6 179 0,6-278 0,-2-2 0,1 0 0,0 0 0,1 0 0,1 0 0,0-1 0,1 1 0,0-1 0,0 1 0,2-1 0,9 20 0,81 121 0,-76-125 0,2-1 0,1 0 0,32 28 0,-8-15 0,62 43 0,-78-60-1365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12.8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24221,'4620'162'0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16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23629,'1866'-26'0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24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0 680 24416,'2351'-622'0,"-2627"565"0,552 114 0,-488 130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30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24575,'0'-4'0,"1"0"0,-1 0 0,1-1 0,0 1 0,1 0 0,-1 0 0,1 0 0,-1 0 0,1 0 0,0 1 0,1-1 0,-1 0 0,1 1 0,0 0 0,-1-1 0,1 1 0,1 0 0,-1 1 0,0-1 0,1 0 0,-1 1 0,1 0 0,0 0 0,0 0 0,5-2 0,3 0 0,-1 0 0,1 0 0,0 1 0,0 1 0,0 0 0,0 0 0,24 1 0,-31 1 0,0 1 0,0-1 0,0 1 0,0 0 0,0 1 0,-1-1 0,1 1 0,0 0 0,-1 0 0,0 0 0,1 0 0,-1 1 0,0 0 0,0 0 0,0 0 0,4 5 0,-2-1 0,-1 0 0,0 0 0,0 1 0,-1-1 0,0 1 0,0 0 0,-1 0 0,4 14 0,0 7 0,-2 0 0,-1 0 0,-1 0 0,-2 45 0,-1-65 0,-1 0 0,1 0 0,-2 1 0,1-1 0,-1 0 0,0 0 0,-1-1 0,0 1 0,-1 0 0,1-1 0,-2 0 0,1 0 0,-1 0 0,0 0 0,-1-1 0,0 0 0,0 0 0,0 0 0,-14 9 0,3-1 0,9-10 0,1 1 0,0 0 0,1 1 0,-8 8 0,14-14 0,-1-1 0,1 1 0,-1-1 0,1 1 0,0-1 0,0 1 0,-1-1 0,1 1 0,0-1 0,0 1 0,0 0 0,-1-1 0,1 1 0,0-1 0,0 1 0,0-1 0,0 1 0,0 0 0,0-1 0,0 1 0,1-1 0,-1 1 0,0 0 0,0-1 0,0 1 0,0-1 0,1 1 0,-1-1 0,0 1 0,1-1 0,-1 1 0,20 10 0,28-6 0,-3-6 66,59-11-1,1-1-1561,-76 12-5330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32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356 1 24575,'-26'0'0,"0"2"0,-1 1 0,1 1 0,0 1 0,1 1 0,-1 2 0,1 0 0,-46 23 0,66-28 0,0 0 0,0 0 0,0 1 0,1-1 0,-1 1 0,1 0 0,0 0 0,0 0 0,1 1 0,-1-1 0,1 1 0,0 0 0,0 0 0,1 0 0,-1 0 0,1 1 0,0-1 0,1 1 0,-3 9 0,1 8 0,1 0 0,0 1 0,4 36 0,-1-24 0,-1-7 0,3 33 0,-3-61 0,0 0 0,0-1 0,0 1 0,1-1 0,-1 1 0,0-1 0,1 1 0,-1 0 0,0-1 0,1 1 0,-1-1 0,1 1 0,-1-1 0,1 0 0,-1 1 0,1-1 0,-1 0 0,1 1 0,-1-1 0,1 0 0,0 1 0,-1-1 0,1 0 0,0 0 0,-1 0 0,1 0 0,-1 1 0,1-1 0,0 0 0,-1 0 0,1 0 0,0 0 0,-1-1 0,1 1 0,0 0 0,-1 0 0,1 0 0,1-1 0,34-11 0,-14 4 0,1 4 0,1 0 0,-1 2 0,1 0 0,0 2 0,-1 1 0,27 3 0,-48-3 0,1-1 0,-1 1 0,0 0 0,1 0 0,-1 0 0,0 0 0,0 1 0,1-1 0,-1 0 0,0 1 0,0 0 0,0-1 0,-1 1 0,1 0 0,0 0 0,-1 0 0,3 3 0,-1 0 0,-1 1 0,0-1 0,1 1 0,-2-1 0,1 1 0,-1 0 0,1 7 0,0 6 0,-1 1 0,-1-1 0,-4 30 0,3-37 0,-1-1 0,0 0 0,0 0 0,-1 0 0,-1 0 0,0 0 0,-1 0 0,-8 14 0,10-20 0,0-1 0,0 0 0,-1 0 0,0 0 0,1 0 0,-1-1 0,0 0 0,-1 0 0,1 0 0,-1 0 0,1 0 0,-1-1 0,0 0 0,0 0 0,0 0 0,0-1 0,0 0 0,0 0 0,0 0 0,-10 0 0,8-1-170,-1 0-1,1-1 0,0 0 1,-1 0-1,1-1 0,0 0 1,-10-4-1,-1-1-6655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37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3 275 24575,'-1'38'0,"0"-19"0,1 0 0,0 0 0,6 31 0,-5-45 0,0 0 0,0 0 0,1-1 0,-1 1 0,1 0 0,0-1 0,1 1 0,-1-1 0,1 0 0,0 0 0,0 0 0,0 0 0,1-1 0,-1 1 0,1-1 0,0 0 0,0 0 0,7 5 0,3-1 0,1 0 0,-1-1 0,1-1 0,0 0 0,0-1 0,1-1 0,-1 0 0,1-1 0,31 0 0,-45-2 0,1 0 0,0-1 0,-1 0 0,1 1 0,-1-1 0,1 0 0,-1 0 0,0-1 0,1 1 0,-1 0 0,0-1 0,0 1 0,0-1 0,0 0 0,0 0 0,0 0 0,0 0 0,-1 0 0,1 0 0,-1 0 0,1-1 0,-1 1 0,0 0 0,0-1 0,2-4 0,1-7 0,-1 0 0,0 0 0,2-23 0,-3 20 0,6-48 0,-3 0 0,-6-124 0,0 185 0,1-1 0,-1 1 0,0 0 0,0 0 0,0 0 0,0 0 0,-1 0 0,0 0 0,0 1 0,0-1 0,0 1 0,0-1 0,-1 1 0,1-1 0,-1 1 0,0 0 0,0 0 0,-1 1 0,-3-4 0,4 4 0,0 1 0,0-1 0,-1 1 0,1 0 0,0 0 0,0 0 0,-1 0 0,1 1 0,0-1 0,-1 1 0,1 0 0,0 0 0,-1 0 0,1 1 0,0-1 0,-1 1 0,1-1 0,0 1 0,0 0 0,-1 0 0,1 1 0,0-1 0,0 1 0,-4 3 0,-5 4 0,0 0 0,0 1 0,2 1 0,-1 0 0,1 0 0,1 1 0,0 0 0,1 1 0,0 0 0,-8 17 0,-3 14 0,-27 87 0,39-104-1365,1-3-5461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33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24575,'0'9'0,"0"8"0,0 6 0,0 3 0,0 1 0,0 2 0,0 0 0,0-5-8191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35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80 279 24575,'1'-5'0,"0"0"0,0 0 0,1 1 0,0-1 0,0 0 0,0 1 0,0 0 0,1-1 0,0 1 0,0 0 0,0 0 0,0 1 0,4-4 0,2-4 0,13-17 0,2 2 0,0 0 0,40-31 0,-54 49 0,0 1 0,1 0 0,0 0 0,0 1 0,1 1 0,0 0 0,0 0 0,0 1 0,0 1 0,1 0 0,-1 0 0,26 0 0,-34 3 0,0 0 0,0 0 0,0 0 0,0 1 0,0-1 0,0 1 0,-1 0 0,1 1 0,0-1 0,0 1 0,-1-1 0,1 1 0,-1 0 0,0 0 0,1 1 0,4 4 0,-4-2 0,0-1 0,0 1 0,-1 0 0,0 0 0,0 0 0,-1 0 0,1 1 0,-1-1 0,0 1 0,1 7 0,2 13 0,-2-1 0,-1 1 0,-1 0 0,-3 32 0,1-38 0,1-12 0,-1 0 0,1 0 0,-1-1 0,-1 1 0,0 0 0,0 0 0,0-1 0,-1 1 0,0-1 0,-1 0 0,1 0 0,-1 0 0,-1 0 0,1 0 0,-1-1 0,0 0 0,-1 0 0,1-1 0,-13 10 0,-3 0 0,-19 18 0,38-31 0,1-1 0,-1 1 0,0 1 0,1-1 0,0 0 0,-1 0 0,1 0 0,0 1 0,0-1 0,0 1 0,1-1 0,-1 1 0,0-1 0,1 1 0,0-1 0,-1 1 0,1 2 0,4 31 0,-3-27 0,1 0 0,-1 0 0,-1 1 0,0-1 0,0 0 0,-1 1 0,0-1 0,0 0 0,-1 1 0,-1-1 0,1 0 0,-1-1 0,-9 18 0,1-8 0,-2-1 0,0-1 0,0 0 0,-2 0 0,0-2 0,-24 19 0,-2-3 0,-66 37 0,96-61-227,1-1-1,-2 0 1,1-1-1,0 0 1,-15 3-1,3-3-6598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39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 1 24575,'-4'0'0,"-7"0"0,-10 0 0,-11 0 0,-9 0 0,-7 0 0,0 0 0,4 0 0,5 0 0,4 0 0,8 0-8191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44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575 1272 24575,'249'13'0,"-51"-1"0,230-8 0,72 3 0,-3 33 0,-346-21 0,1-7 0,243-10 0,-352-6 0,0-1 0,0-2 0,-1-2 0,0-2 0,-1-1 0,0-3 0,-1-1 0,67-38 0,-94 46 0,0 0 0,1 1 0,0 0 0,0 1 0,0 1 0,1 0 0,0 1 0,0 0 0,0 2 0,0 0 0,1 0 0,19 1 0,41 4 0,144-2 0,-208-3 0,0 0 0,0-1 0,-1-1 0,1 0 0,-1-1 0,1 0 0,-2 0 0,1-1 0,-1-1 0,1 0 0,13-13 0,-9 8 0,0 2 0,1-1 0,0 2 0,18-8 0,33-7 0,-40 16 0,-1-2 0,46-23 0,-65 28 0,0 0 0,0-1 0,0 0 0,-1-1 0,1 1 0,-2-1 0,1 0 0,-1 0 0,0-1 0,0 0 0,-1 0 0,0 0 0,-1 0 0,1-1 0,-2 1 0,4-18 0,0-10 0,-1 0 0,-1-67 0,-3 83 0,-1-18 0,2 6 0,-2 0 0,-1 0 0,-9-50 0,9 78 0,0 0 0,0-1 0,-1 1 0,1 0 0,-1 0 0,0 0 0,0 1 0,-1-1 0,1 0 0,-1 1 0,0-1 0,0 1 0,0 0 0,0 0 0,0 0 0,-1 0 0,1 1 0,-1-1 0,0 1 0,0 0 0,0 0 0,-7-2 0,-6 0 0,1 0 0,-1 1 0,0 1 0,-28 0 0,-4-1 0,-421-13 0,449 16 0,-3 0 0,1-2 0,0-1 0,1-1 0,-1-1 0,-30-10 0,-106-51 0,110 43 0,-105-32 0,81 35 0,-2 3 0,0 3 0,-123-6 0,133 16 0,-127-25 0,116 15 0,18 3 0,13 2 0,-80-4 0,-428 11 0,262 4 0,199 3 0,-132 22 0,61-5 0,101-15 0,-163 15 0,162-17 0,0 2 0,-69 18 0,92-14 0,1 1 0,0 2 0,1 1 0,-48 28 0,-49 42 0,117-72 0,11-8 0,0 1 0,1 0 0,-1 1 0,2-1 0,-1 1 0,1 0 0,-7 12 0,1 1 0,-15 35 0,18-34 0,2-1 0,0 1 0,1 1 0,1-1 0,1 1 0,1 0 0,1 0 0,1-1 0,3 33 0,-1-36 0,1-1 0,1 0 0,1 0 0,0 0 0,1-1 0,1 1 0,0-1 0,1-1 0,1 1 0,0-2 0,1 1 0,14 14 0,-1-5 0,2-1 0,1-2 0,1 0 0,51 29 0,125 52 0,-201-101-15,124 53 152,-105-47-434,0-1-1,0 0 1,1-1-1,25 1 1,-24-4-6529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49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24575,'22'0'0,"75"0"0,189 22 0,-231-13 0,79 16 0,-114-20 0,0 1 0,0 1 0,0 1 0,25 14 0,6 0 130,-15-8-1625,-19-6-5331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53.4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24575,'1091'21'0,"155"12"0,-917-33-1365,-298 0-5461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56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24012,'2811'80'0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7:58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2461 54 23619,'-2460'-53'0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01.0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23599,'1999'28'0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04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1 136 23861,'3324'-135'0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12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5492 966 24514,'-2'38'0,"-4"0"0,-5-1 0,-4 1 0,-4-1 0,-4 0 0,-4 0 0,-4-1 0,-5 0 0,-3 0 0,-4-2 0,-4 0 0,-4 0 0,-4-1 0,-3-2 0,-3 1 0,-5-2 0,-2-1 0,-4-1 0,-2 0 0,-4-2 0,-3-1 0,-2-1 0,-3-1 0,-2-1 0,-3-2 0,-2-1 0,-2-1 0,-2-1 0,-2-2 0,-2-1 0,0-2 0,-3-1 0,0-1 0,-1-2 0,-1-1 0,-1-2 0,-1-1 0,1-2 0,-1-1 0,0-2 0,1-1 0,-1-2 0,1-1 0,1-2 0,1-1 0,1-2 0,0-1 0,3-1 0,0-2 0,2-1 0,2-2 0,2-1 0,2-1 0,2-1 0,3-2 0,2-1 0,3-1 0,2-1 0,3-1 0,4-2 0,2 0 0,4-1 0,2-1 0,5-2 0,3 1 0,3-2 0,4-1 0,4 0 0,4 0 0,4-2 0,3 0 0,5 0 0,4-1 0,4 0 0,4 0 0,4-1 0,4 1 0,5-1 0,4 0 0,4 0 0,4 0 0,5 1 0,4-1 0,4 1 0,4 0 0,4 0 0,4 1 0,5 0 0,3 0 0,4 2 0,4 0 0,4 0 0,4 1 0,3 2 0,3-1 0,5 2 0,2 1 0,4 1 0,2 0 0,4 2 0,3 1 0,2 1 0,3 1 0,2 1 0,3 2 0,2 1 0,2 1 0,2 1 0,2 2 0,2 1 0,0 2 0,3 1 0,0 1 0,1 2 0,1 1 0,1 2 0,1 1 0,-1 2 0,1 1 0,0 2 0,-1 1 0,1 2 0,-1 1 0,-1 2 0,-1 1 0,-1 2 0,0 1 0,-3 1 0,0 2 0,-2 1 0,-2 2 0,-2 1 0,-2 1 0,-2 1 0,-3 2 0,-2 1 0,-3 1 0,-2 1 0,-3 1 0,-4 2 0,-2 0 0,-4 1 0,-2 1 0,-5 2 0,-3-1 0,-3 2 0,-4 1 0,-4 0 0,-4 0 0,-4 2 0,-3 0 0,-5 0 0,-4 1 0,-4 0 0,-4 0 0,-4 1 0,-4-1 0,-5 1 0,-4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16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24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 24575,'-60'0'0,"-69"1"0,120 0 0,0 0 0,1 1 0,-1 0 0,1 0 0,0 1 0,0 0 0,0 1 0,0 0 0,0 0 0,1 0 0,-1 1 0,1 0 0,0 1 0,1-1 0,0 1 0,-9 10 0,9-8 0,0 1 0,0 0 0,0 0 0,1 0 0,1 1 0,-1 0 0,2 0 0,-1 0 0,1 0 0,1 0 0,0 1 0,0-1 0,1 12 0,5 188 0,-4-202 0,1-1 0,0 1 0,1-1 0,0 1 0,0-1 0,0 0 0,1 0 0,4 8 0,-5-12 0,0 0 0,0-1 0,0 1 0,1-1 0,-1 1 0,1-1 0,-1 0 0,1 0 0,0 0 0,0 0 0,0 0 0,0 0 0,0-1 0,0 0 0,0 0 0,0 1 0,1-2 0,-1 1 0,6 0 0,22 2 0,1-2 0,-1-1 0,37-5 0,-62 4 0,0-1 0,0 0 0,0 1 0,-1-2 0,1 1 0,0-1 0,-1 0 0,0 0 0,1 0 0,-1-1 0,-1 1 0,1-1 0,0-1 0,-1 1 0,0-1 0,0 1 0,0-1 0,-1 0 0,0-1 0,1 1 0,-2 0 0,5-11 0,-1-1 0,-1 1 0,0 0 0,-1-1 0,-1 0 0,0 0 0,0-34 0,-7-83 0,4 132 0,0 1 0,0-1 0,0 1 0,0-1 0,0 1 0,0-1 0,1 1 0,-1-1 0,0 1 0,1 0 0,-1-1 0,1 1 0,1-2 0,-2 2 0,0 1 0,1 0 0,-1-1 0,0 1 0,1 0 0,-1 0 0,1-1 0,-1 1 0,0 0 0,1 0 0,-1 0 0,1 0 0,-1 0 0,1-1 0,-1 1 0,0 0 0,1 0 0,-1 0 0,1 0 0,-1 0 0,1 0 0,-1 0 0,1 1 0,-1-1 0,0 0 0,1 0 0,-1 0 0,1 0 0,3 2 0,-1 0 0,0 1 0,1-1 0,-1 0 0,0 1 0,0 0 0,-1 0 0,5 5 0,38 54 0,-3 3 0,45 92 0,-76-132-1365,-3-5-5461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25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307 53 24575,'-25'-8'0,"-84"-26"0,95 31 0,-1 0 0,1 1 0,0 0 0,-1 1 0,-22 2 0,35-1 0,-1 0 0,1 1 0,0-1 0,-1 1 0,1 0 0,-1 0 0,1 0 0,0 0 0,0 0 0,-1 0 0,1 1 0,0-1 0,0 1 0,0-1 0,1 1 0,-1 0 0,0 0 0,-1 2 0,0 0 0,1 0 0,-1 1 0,1-1 0,0 1 0,1 0 0,-1 0 0,1-1 0,-2 10 0,2-2 0,0 0 0,1 0 0,0 0 0,1 0 0,0-1 0,1 1 0,3 12 0,-3-17 0,1 0 0,0-1 0,0 1 0,1-1 0,0 0 0,0 0 0,0 0 0,1-1 0,-1 0 0,1 0 0,1 0 0,10 8 0,6 2 0,1-1 0,27 12 0,-31-17 0,-7-4 0,1 0 0,0-2 0,1 1 0,-1-2 0,0 0 0,1 0 0,19-1 0,-19-1 0,1 1 0,-1 0 0,1 1 0,-1 1 0,23 7 0,-33-8 0,1 0 0,-1 1 0,1-1 0,-1 1 0,0 0 0,0 1 0,0-1 0,0 0 0,0 1 0,-1 0 0,0 0 0,0 0 0,0 1 0,0-1 0,-1 1 0,0-1 0,1 1 0,-2 0 0,1 0 0,1 6 0,0 1 12,0 1 0,-1 0 0,0 0 0,-1 0 0,0 0 0,-1 0 0,-1 0 0,0 0 0,-6 25 0,6-32-65,-1-1 0,1-1 0,-1 1 0,0 0 0,0 0 0,-1-1 0,1 1 0,-1-1 0,0 0 0,0 0 0,-1 0 0,1 0 0,-1 0-1,0-1 1,0 1 0,0-1 0,0 0 0,-1-1 0,1 1 0,-1-1 0,0 0 0,0 0 0,1 0 0,-1 0 0,0-1 0,0 0 0,-6 0 0,-11 1-6773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27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 24575,'-6'0'0,"0"0"0,1 0 0,-1 0 0,1 1 0,-1 0 0,1 0 0,-1 0 0,1 1 0,0-1 0,0 1 0,-1 1 0,1-1 0,1 1 0,-1 0 0,0 0 0,1 0 0,-1 1 0,1-1 0,0 1 0,0 0 0,1 0 0,-1 1 0,1-1 0,0 1 0,0 0 0,0 0 0,1 0 0,-1 0 0,1 0 0,1 0 0,-1 0 0,1 1 0,0-1 0,0 1 0,0-1 0,1 1 0,0 6 0,-2 12 0,2 0 0,0 1 0,2-1 0,5 27 0,-6-44 0,1 0 0,0 0 0,0 0 0,1-1 0,0 1 0,0-1 0,1 1 0,-1-1 0,1 0 0,1-1 0,-1 1 0,1-1 0,0 0 0,0 0 0,1 0 0,-1-1 0,1 0 0,10 6 0,1 0 0,0-1 0,0-1 0,0 0 0,1-2 0,1 0 0,-1-1 0,1 0 0,-1-2 0,32 2 0,85-7-1365,-111 2-5461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8:35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24575,'18'5'0,"0"-1"0,1-1 0,25 2 0,-1 0 0,500 68 0,799 89 0,-905-124 0,-411-36 0,44-4 0,-59 1 0,-1 0 0,1-1 0,-1-1 0,0 0 0,0 0 0,19-10 0,-13 4 0,0 1 0,1 1 0,0 0 0,0 1 0,1 1 0,-1 1 0,1 0 0,0 1 0,0 1 0,25 1 0,40 3 0,-41 1 0,-1-2 0,0-2 0,76-12 0,-116 13-3,13-3-192,1 0 1,0-1-1,-1 0 1,0-1-1,0-1 1,23-13-1,-20 7-6631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9:26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6237 796 24469,'-2'31'0,"-5"0"0,-5 0 0,-5 0 0,-5 0 0,-4-1 0,-5 1 0,-4-1 0,-5-1 0,-5 0 0,-4 0 0,-4-1 0,-5-1 0,-4 0 0,-4 0 0,-4-2 0,-4 0 0,-4-1 0,-3 0 0,-4-2 0,-3 0 0,-4-2 0,-2 0 0,-4-1 0,-3-1 0,-2-1 0,-2-1 0,-3-2 0,-2 0 0,-3-2 0,-1 0 0,-1-2 0,-3-1 0,0-1 0,-2-1 0,0-2 0,-1-1 0,-1 0 0,-1-3 0,1 0 0,0-2 0,-1 0 0,1-3 0,1 0 0,1-1 0,0-2 0,2-1 0,0-1 0,3-1 0,1-2 0,1 0 0,3-2 0,2 0 0,3-2 0,2-1 0,2-1 0,3-1 0,4-1 0,2 0 0,4-2 0,3 0 0,4-2 0,3 0 0,4-1 0,4 0 0,4-2 0,4 0 0,4 0 0,5-1 0,4-1 0,4 0 0,5 0 0,5-1 0,4-1 0,5 1 0,4-1 0,5 0 0,5 0 0,5 0 0,5 0 0,4 0 0,5-1 0,5 1 0,5 0 0,5 1 0,4-1 0,5 1 0,4 0 0,5 1 0,5-1 0,4 2 0,4 0 0,5 0 0,4 1 0,4 1 0,4 0 0,4 1 0,4 1 0,3 1 0,4 1 0,3 0 0,4 1 0,2 1 0,4 1 0,3 2 0,2 0 0,2 1 0,3 1 0,2 2 0,3 0 0,1 2 0,1 1 0,3 0 0,0 3 0,2 0 0,0 1 0,1 2 0,1 1 0,1 1 0,-1 2 0,0 0 0,1 2 0,-1 1 0,-1 1 0,-1 2 0,0 1 0,-2 0 0,0 3 0,-3 0 0,-1 1 0,-1 2 0,-3 0 0,-2 2 0,-3 1 0,-2 1 0,-2 0 0,-3 2 0,-4 1 0,-2 1 0,-4 1 0,-3 0 0,-4 1 0,-3 1 0,-4 1 0,-4 1 0,-4 0 0,-4 1 0,-4 1 0,-5 0 0,-4 0 0,-4 2 0,-5-1 0,-5 1 0,-4 0 0,-5 1 0,-4-1 0,-5 1 0,-5 0 0,-5 1 0,-5-1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9:31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1 599 24575,'0'-1'0,"0"0"0,1 0 0,-1-1 0,1 1 0,-1 0 0,1 0 0,0 0 0,-1 0 0,1 0 0,0 0 0,0 0 0,0 0 0,0 0 0,-1 0 0,1 0 0,1 1 0,-1-1 0,0 0 0,0 1 0,0-1 0,2 0 0,33-12 0,-29 10 0,271-66 0,-141 38 0,-6 1 0,385-107 0,-509 135 0,-1-1 0,1 1 0,-1-1 0,1 0 0,-1-1 0,0 0 0,0 0 0,10-8 0,-15 10 0,1 1 0,-1-1 0,0 0 0,0 1 0,0-1 0,-1 0 0,1 0 0,0 1 0,0-1 0,-1 0 0,1 0 0,-1 0 0,0 0 0,0 0 0,1 0 0,-1 0 0,-1 1 0,1-1 0,0 0 0,0 0 0,-1 0 0,1 0 0,-1 0 0,1 0 0,-1 1 0,0-1 0,0 0 0,0 0 0,0 1 0,0-1 0,0 1 0,0-1 0,0 1 0,-1-1 0,1 1 0,-2-2 0,-20-19 0,-1 1 0,-1 1 0,-1 1 0,0 2 0,-30-16 0,-20-13 0,76 46 0,1 0 0,-1 0 0,0 0 0,0 0 0,1 0 0,-1 0 0,0-1 0,0 1 0,1 0 0,-1 0 0,0 0 0,0 0 0,1 0 0,-1 0 0,0-1 0,0 1 0,0 0 0,1 0 0,-1 0 0,0-1 0,0 1 0,0 0 0,0 0 0,0-1 0,1 1 0,-1 0 0,0 0 0,0-1 0,0 1 0,0 0 0,0 0 0,0-1 0,0 1 0,0 0 0,0 0 0,0-1 0,0 1 0,0 0 0,0 0 0,0-1 0,0 1 0,0 0 0,0 0 0,0-1 0,0 1 0,-1 0 0,1 0 0,0-1 0,0 1 0,0 0 0,0 0 0,-1-1 0,1 1 0,0 0 0,0 0 0,0 0 0,-1 0 0,1-1 0,0 1 0,-1 0 0,32-2 0,-27 2 0,384 18 0,-313-8 0,1 3 0,-2 3 0,79 28 0,-150-43 0,1 0 0,-1 0 0,0 1 0,0-1 0,0 1 0,0 0 0,0 0 0,0 0 0,0 0 0,-1 0 0,1 1 0,-1-1 0,1 1 0,-1-1 0,0 1 0,0 0 0,0 0 0,-1 0 0,1 0 0,-1 0 0,2 4 0,-1 3 0,0 1 0,-1-1 0,-1 0 0,0 1 0,-1 18 0,0-27 0,0 12 0,-1-1 0,0 0 0,-2 0 0,1 0 0,-2 0 0,1-1 0,-2 0 0,0 0 0,0 0 0,-14 18 0,-1-2 0,-2 0 0,-47 43 0,28-40 85,34-26-375,0 1 0,0 0 0,0 0 0,-9 11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9:41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24575,'12'0'0,"199"5"0,-165-1 0,0 1 0,69 19 0,97 49 0,-18-5 0,-162-62 0,-1-1 0,1-1 0,-1-2 0,1-1 0,49-6 0,7 2 0,-55 2-170,-1-2-1,1-1 0,-1-2 1,0 0-1,-1-3 0,1 0 1,29-15-1,-42 15-6655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9:42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24575,'575'0'0,"-552"2"0,1 0 0,-1 2 0,0 1 0,23 7 0,-17-4 0,55 8 0,198-10 0,-200-7 0,-72 1-85,0-1 0,0 0-1,0 0 1,0-1 0,0-1-1,0 0 1,-1 0 0,1 0-1,-1-1 1,0-1 0,0 0-1,0 0 1,-1-1 0,0 0-1,8-7 1,1-4-6741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09:43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0 139 24575,'30'-1'0,"-1"-2"0,0-1 0,51-13 0,-25 4 0,405-66 0,-333 66 0,219 4 0,-341 10 0,1-1 0,-1 1 0,0 0 0,0 0 0,1 1 0,-1-1 0,0 1 0,0 0 0,-1 1 0,1-1 0,0 1 0,-1 0 0,0 0 0,1 0 0,-1 1 0,6 6 0,14 11 0,-20-19-195,0 1 0,0-1 0,0 0 0,0 0 0,0 0 0,7 2 0,8 1-6631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23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24283,'5728'53'0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32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3 410 24575,'-2'208'0,"4"213"0,-2-414 0,1-1 0,0 1 0,0 0 0,0 0 0,0-1 0,5 10 0,-5-14 0,0 0 0,0 0 0,0 0 0,0 0 0,0 0 0,1-1 0,-1 1 0,1 0 0,-1-1 0,1 0 0,0 1 0,0-1 0,-1 0 0,1 0 0,0 0 0,0 0 0,0 0 0,0 0 0,0 0 0,0-1 0,0 1 0,1-1 0,2 1 0,5-1 0,0 0 0,0 0 0,1-1 0,-1 0 0,0 0 0,0-1 0,0-1 0,0 0 0,-1 0 0,1-1 0,-1 0 0,0 0 0,15-10 0,6-8 0,-1-1 0,40-38 0,-38 31 0,24-20 0,315-281 0,26 33 0,-259 212-682,195-90-1,-312 167-6143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35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0 247 24575,'180'-11'0,"-54"1"0,396 4 0,-374 6 0,-140 1 0,0-2 0,0 1 0,-1-1 0,1 0 0,-1-1 0,1 0 0,-1 0 0,1-1 0,-1 0 0,0 0 0,12-8 0,-16 10 0,-1-1 0,1-1 0,-1 1 0,0 0 0,0-1 0,0 1 0,0-1 0,0 1 0,-1-1 0,1 0 0,-1 0 0,0 0 0,1 0 0,-1 0 0,-1 0 0,1 0 0,0 0 0,-1 0 0,0-1 0,1 1 0,-1 0 0,0 0 0,-1 0 0,1-1 0,-1 1 0,1 0 0,-1 0 0,0 0 0,0 0 0,0 0 0,-2-3 0,0 0 0,0-1 0,-1 1 0,0 0 0,0 0 0,-1 0 0,1 1 0,-1 0 0,0 0 0,-1 0 0,1 0 0,-1 1 0,0 0 0,0 0 0,0 0 0,0 1 0,-1 0 0,0 0 0,1 1 0,-1 0 0,0 0 0,0 0 0,0 1 0,-1 0 0,-10 0 0,7 4 0,15 4 0,22 11 0,-25-17 0,202 119 0,-154-95 0,2-1 0,66 21 0,-111-43 0,0 0 0,0 0 0,0 0 0,0 1 0,0 0 0,-1 0 0,1 1 0,-1 0 0,0 0 0,6 6 0,-9-8 0,-1 0 0,1 1 0,0-1 0,-1 1 0,0 0 0,0-1 0,0 1 0,0 0 0,0 0 0,0 0 0,-1 0 0,1 0 0,-1 0 0,0 0 0,0-1 0,0 1 0,0 0 0,-1 0 0,1 0 0,-1 0 0,1 0 0,-1 0 0,0 0 0,-2 3 0,-2 4 0,0 0 0,0 0 0,-1 0 0,-1-1 0,1 0 0,-2 0 0,1-1 0,-10 9 0,-75 56 0,68-55 0,-50 40-1365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39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1 416 24575,'0'-33'0,"2"-1"0,1 1 0,2-1 0,10-35 0,-11 53 0,1-1 0,1 1 0,1 0 0,0 1 0,1-1 0,1 2 0,0-1 0,1 1 0,21-23 0,-26 33 0,-1 0 0,1 1 0,0-1 0,0 1 0,1 0 0,-1 1 0,0-1 0,1 1 0,0 0 0,-1 1 0,10-2 0,-12 2 0,0 0 0,1 1 0,-1 0 0,0 0 0,1 0 0,-1 0 0,1 0 0,-1 0 0,0 1 0,1 0 0,-1 0 0,0 0 0,1 0 0,-1 0 0,0 1 0,0-1 0,0 1 0,0 0 0,-1 0 0,1 0 0,3 3 0,2 5 0,-1 0 0,0 1 0,-1 0 0,0 0 0,-1 0 0,5 13 0,21 78 0,-27-87 0,12 45 0,-2 1 0,-3 1 0,-2 0 0,-3 0 0,-5 115 0,-2-161 0,-2 0 0,0-1 0,-1 1 0,0-1 0,-1 0 0,-9 18 0,-51 82 0,57-100 0,-2 3 0,2 0 0,0 1 0,1-1 0,1 2 0,-5 24 0,11-41 0,-1-1 0,1 1 0,-1-1 0,1 1 0,0 0 0,0-1 0,0 1 0,0-1 0,1 1 0,-1-1 0,1 1 0,-1-1 0,1 1 0,0-1 0,0 1 0,0-1 0,0 0 0,1 1 0,-1-1 0,1 0 0,-1 0 0,1 0 0,0 0 0,0 0 0,-1 0 0,1-1 0,1 1 0,-1-1 0,0 1 0,0-1 0,0 0 0,1 0 0,3 2 0,8 1 0,-1 0 0,1-1 0,0 0 0,26 1 0,-36-3 0,184 6 93,38 5-1551,-193-7-5368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41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2 24575,'-31'0'0,"13"-1"0,-1 1 0,-31 4 0,44-3 0,0 1 0,0-1 0,1 1 0,-1 0 0,1 0 0,-1 1 0,1-1 0,0 1 0,0 0 0,0 1 0,0-1 0,-7 9 0,-1 2 0,1 2 0,1-1 0,0 2 0,1-1 0,-14 36 0,13-25 0,1 0 0,2 1 0,-7 39 0,10-33 0,-1 57 0,6-75 0,1 0 0,0 0 0,1 0 0,1 0 0,8 27 0,-8-37 0,0 1 0,1-1 0,0 0 0,1 0 0,-1 0 0,1-1 0,0 1 0,0-1 0,1 0 0,-1-1 0,1 1 0,0-1 0,7 3 0,3 2 0,1 0 0,0-1 0,34 10 0,-25-13 0,0 0 0,0-2 0,0-1 0,1-1 0,-1-1 0,38-6 0,-58 6 0,0-1 0,-1 0 0,1-1 0,0 0 0,-1 0 0,1 0 0,-1 0 0,1-1 0,-1 0 0,0 0 0,0 0 0,-1-1 0,7-5 0,-5 2 0,1 0 0,-1 0 0,-1-1 0,0 0 0,0 0 0,0 0 0,6-15 0,-4 2 0,-1-1 0,0 1 0,-2-1 0,0 0 0,-1 0 0,-1-31 0,-2 34 0,1 0 0,-2 0 0,0 0 0,-4-23 0,4 36 0,-1-1 0,0 1 0,0 0 0,-1 1 0,0-1 0,1 0 0,-2 1 0,1-1 0,-1 1 0,0 0 0,0 0 0,0 0 0,-8-6 0,-36-26-10,24 19-667,-42-42-1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47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1 220 24575,'0'-2'0,"0"0"0,1 1 0,-1-1 0,1 0 0,-1 1 0,1-1 0,0 1 0,0-1 0,-1 1 0,1-1 0,0 1 0,0 0 0,0-1 0,1 1 0,-1 0 0,0 0 0,0 0 0,2-1 0,30-19 0,-24 16 0,21-11 0,0 1 0,1 1 0,1 2 0,-1 1 0,2 2 0,61-10 0,-21 11 0,-1 2 0,83 6 0,-113-2 0,-1-1 0,0-2 0,51-12 0,-49 8 0,0 1 0,73-2 0,-69 9 0,1 2 0,-1 2 0,-1 2 0,68 16 0,70 24-1365,-161-40-5461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49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22982,'3026'-27'0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57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1 405 24575,'-1'69'0,"3"74"0,-2-141 0,0 1 0,0 0 0,1-1 0,-1 1 0,1-1 0,-1 1 0,1-1 0,0 1 0,0-1 0,0 1 0,1-1 0,-1 0 0,0 0 0,1 0 0,-1 1 0,1-1 0,3 2 0,-3-3 0,-1 0 0,1 0 0,1 0 0,-1 0 0,0 0 0,0 0 0,0-1 0,0 1 0,0-1 0,1 1 0,-1-1 0,0 0 0,0 0 0,1 0 0,-1 0 0,3-1 0,7-2 0,-1-1 0,1 1 0,-1-2 0,0 0 0,0 0 0,11-8 0,560-373 0,-479 313 0,76-52 0,-145 94-1365,-19 14-5461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0:5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3 368 24575,'-1'24'0,"0"-11"0,1 1 0,0-1 0,2 17 0,-2-28 0,0 0 0,1 0 0,-1 0 0,0 0 0,1 0 0,-1-1 0,1 1 0,0 0 0,0 0 0,0 0 0,0-1 0,0 1 0,0 0 0,0-1 0,0 1 0,0-1 0,1 1 0,-1-1 0,1 0 0,-1 0 0,1 0 0,0 1 0,-1-1 0,1-1 0,0 1 0,0 0 0,0 0 0,2 0 0,2-1 0,1 1 0,-1-1 0,1-1 0,0 1 0,-1-1 0,0 0 0,1-1 0,-1 0 0,0 0 0,1 0 0,5-3 0,12-8 0,31-19 0,-35 20 0,448-321 0,-396 278 0,-40 30-1365,-10 5-5461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01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24575,'6'-1'0,"0"1"0,1-2 0,-1 1 0,0-1 0,0 0 0,7-3 0,10-3 0,23-3 0,1 3 0,82-5 0,97 11 0,-209 2 0,-9 0 0,-1 0 0,1 0 0,-1-1 0,1 0 0,13-5 0,-20 6 0,1-1 0,-1 1 0,0 0 0,0-1 0,0 0 0,0 1 0,0-1 0,0 0 0,-1 1 0,1-1 0,0 0 0,0 0 0,0 0 0,-1 1 0,1-1 0,0 0 0,-1 0 0,1 0 0,0-2 0,-1 2 0,0-1 0,0 1 0,0-1 0,0 1 0,0-1 0,-1 1 0,1-1 0,0 1 0,-1 0 0,1-1 0,-1 1 0,0-1 0,1 1 0,-1 0 0,0-1 0,0 1 0,1 0 0,-1 0 0,-2-2 0,-21-23 0,-1 1 0,-28-22 0,25 23 0,-29-19 0,28 24 0,29 19 0,0 0 0,-1 0 0,1 0 0,0 0 0,0 0 0,0 0 0,0 0 0,-1 0 0,1-1 0,0 1 0,0 0 0,0 0 0,-1 0 0,1 0 0,0 0 0,0 0 0,0 0 0,0-1 0,0 1 0,-1 0 0,1 0 0,0 0 0,0 0 0,0 0 0,0-1 0,0 1 0,0 0 0,0 0 0,0 0 0,0-1 0,0 1 0,-1 0 0,1 0 0,0 0 0,0 0 0,0-1 0,0 1 0,0 0 0,0 0 0,1 0 0,-1-1 0,0 1 0,0 0 0,0 0 0,0 0 0,0-1 0,0 1 0,0 0 0,0 0 0,0 0 0,0 0 0,0-1 0,1 1 0,-1 0 0,0 0 0,16-2 0,21 6 0,-15 2 0,0 0 0,-1 1 0,0 1 0,0 1 0,0 1 0,27 17 0,-44-23 0,-1-1 0,1 1 0,-1-1 0,0 1 0,0 0 0,0 1 0,0-1 0,-1 0 0,1 1 0,-1-1 0,0 1 0,-1 0 0,1 0 0,-1-1 0,0 1 0,1 10 0,-1 6 0,0 1 0,-5 36 0,1-19 0,2-10 0,2-20 0,-1 0 0,0 0 0,-1 0 0,0 0 0,0 0 0,-1 0 0,0 0 0,-1 0 0,0-1 0,0 1 0,-6 9 0,-11 16-1365,13-19-5461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06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24575,'0'5'0,"0"6"0,0 9 0,0 8 0,0 2 0,0 6 0,0 1 0,0-1 0,0-7-8191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07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24575,'516'0'0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09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0 24575,'69'63'0,"-35"-34"0,-2 1 0,-2 1 0,50 65 0,-77-92 0,-1 0 0,1 0 0,-1 0 0,0 0 0,0 0 0,0 1 0,-1-1 0,0 1 0,0-1 0,0 1 0,0 0 0,0-1 0,-1 1 0,0 0 0,0-1 0,0 1 0,-1 0 0,-1 7 0,-1-5 0,0-1 0,0 0 0,0 0 0,0 0 0,-1 0 0,0 0 0,0-1 0,-1 0 0,0 0 0,0 0 0,0 0 0,-7 4 0,-55 41-682,-117 67-1,142-96-6143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11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13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1 161 24575,'1'-4'0,"1"1"0,0-1 0,0 1 0,0 0 0,0 0 0,0 0 0,0 0 0,1 0 0,-1 0 0,1 1 0,5-5 0,0 0 0,7-7 0,1 1 0,0 0 0,31-18 0,-36 25 0,0 0 0,1 0 0,0 1 0,0 1 0,0 0 0,1 0 0,14-1 0,-23 4 0,0 1 0,0 0 0,0 0 0,-1 0 0,1 1 0,0-1 0,0 1 0,-1 0 0,1 0 0,-1 0 0,1 0 0,-1 1 0,1 0 0,-1-1 0,0 1 0,1 0 0,2 3 0,-1 0 0,-1 0 0,1 0 0,-1 0 0,0 0 0,0 1 0,-1-1 0,1 1 0,-2 0 0,4 7 0,1 7 0,-1 1 0,-1 0 0,-1 0 0,-1 0 0,1 23 0,-1 13 0,-3-1 0,-11 102 0,6-135 0,-1-1 0,-1 1 0,0-2 0,-2 1 0,-1-1 0,-1-1 0,-14 22 0,-1-3 0,-3-1 0,-47 51 0,31-45 0,45-43 0,0-1 0,0 0 0,-1 0 0,1 1 0,0-1 0,0 0 0,0 0 0,-1 1 0,1-1 0,0 0 0,0 1 0,0-1 0,0 0 0,0 1 0,0-1 0,-1 0 0,1 1 0,0-1 0,0 0 0,0 1 0,0-1 0,0 0 0,0 1 0,1-1 0,-1 0 0,0 1 0,0-1 0,0 0 0,0 1 0,0-1 0,0 0 0,1 0 0,-1 1 0,0-1 0,0 0 0,0 0 0,1 1 0,-1-1 0,0 0 0,0 0 0,1 1 0,-1-1 0,0 0 0,0 0 0,1 0 0,-1 1 0,19 2 0,-18-2 0,79 3 0,101-7 0,-74-1 0,92 2-1365,-156 2-5461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15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23 24575,'-2'78'0,"4"87"0,-1-161 0,0 1 0,0 0 0,0-1 0,0 1 0,0-1 0,1 1 0,0-1 0,0 0 0,0 0 0,1 0 0,-1 0 0,1 0 0,0 0 0,0-1 0,0 1 0,1-1 0,-1 0 0,1 0 0,0 0 0,-1-1 0,1 1 0,1-1 0,-1 0 0,0 0 0,9 2 0,3 1 0,1-1 0,0-1 0,-1 0 0,1-2 0,30 0 0,-31-1 0,66-3 0,-75 2 0,0 0 0,-1 0 0,1-1 0,0 0 0,-1 0 0,1-1 0,-1 0 0,0 0 0,9-5 0,-12 5 0,0 1 0,-1-1 0,0 0 0,1 0 0,-1 0 0,0 0 0,0 0 0,-1-1 0,1 1 0,-1 0 0,1-1 0,-1 1 0,0-1 0,-1 1 0,1-1 0,0-6 0,0-8 0,-1 0 0,-2-22 0,0 15 0,2 18 0,0 0 0,-1 1 0,0-1 0,0 0 0,-1 1 0,0-1 0,0 1 0,0 0 0,-1-1 0,0 1 0,0 0 0,0 1 0,-1-1 0,-6-6 0,5 6 0,-2 0 0,1 1 0,0 0 0,-1 1 0,0-1 0,0 1 0,-1 1 0,1-1 0,-1 1 0,1 0 0,-13-2 0,-5 0 62,-41-4-1,39 6-805,-35-7 0,44 5-6082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18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1 382 24575,'160'0'0,"570"-5"0,-5-31 0,-354-4 0,-274 24 0,167-49 0,-256 62 0,0 1 0,0-1 0,0-1 0,-1 1 0,0-1 0,9-6 0,-15 9 0,0 0 0,0 0 0,0 0 0,1 0 0,-1-1 0,0 1 0,0 0 0,-1-1 0,1 1 0,0-1 0,0 1 0,-1-1 0,1 1 0,-1-1 0,1 1 0,-1-1 0,1 1 0,-1-1 0,0 0 0,0 1 0,0-1 0,0 1 0,0-1 0,0 0 0,-1 1 0,1-1 0,0 1 0,-1-1 0,1 0 0,-1 1 0,0-1 0,0 1 0,1 0 0,-1-1 0,0 1 0,-2-2 0,-3-6 0,-1 1 0,0 0 0,0 0 0,-1 0 0,0 1 0,0 0 0,-16-9 0,1 3 0,0 1 0,-24-9 0,28 10 0,19 10 0,0 1 0,0 0 0,1-1 0,-1 1 0,0 0 0,0 0 0,0-1 0,0 1 0,0 0 0,0 0 0,0-1 0,1 1 0,-1 0 0,0 0 0,0 0 0,0-1 0,1 1 0,-1 0 0,0 0 0,0 0 0,1 0 0,-1 0 0,0-1 0,0 1 0,1 0 0,-1 0 0,0 0 0,0 0 0,1 0 0,-1 0 0,0 0 0,0 0 0,1 0 0,-1 0 0,0 0 0,0 0 0,1 0 0,44-1 0,-39 1 0,134 3 0,-137-3 0,0 1 0,0 0 0,0 0 0,0 0 0,0 0 0,0 0 0,0 0 0,0 1 0,0 0 0,-1-1 0,1 1 0,0 0 0,-1 1 0,0-1 0,1 0 0,-1 1 0,0-1 0,0 1 0,0-1 0,-1 1 0,1 0 0,-1 0 0,1 0 0,-1 0 0,0 0 0,0 0 0,0 0 0,-1 0 0,1 0 0,-1 5 0,2 11 0,-1-1 0,0 1 0,-5 36 0,4-53 0,-1 10-80,-1-1 0,0 0-1,-1 1 1,0-1 0,0 0-1,-1-1 1,-1 1 0,0-1-1,0 0 1,-1 0 0,0 0 0,-1-1-1,0 0 1,-1 0 0,0 0-1,-10 7 1,-1-4-6746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23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1039 1 24575,'-194'-1'0,"-220"3"0,387-1 0,-1 1 0,1 1 0,0 1 0,1 1 0,-43 15 0,56-16 0,1 2 0,0-1 0,1 2 0,-1 0 0,1 0 0,0 1 0,1 0 0,0 1 0,0 0 0,1 0 0,0 1 0,1 1 0,-12 17 0,10-8 0,0 0 0,1 1 0,1 0 0,1 0 0,1 1 0,1 0 0,-3 33 0,5-21 0,1 0 0,2 0 0,1 1 0,7 40 0,-7-67 0,0 1 0,1-1 0,0 1 0,0-1 0,1 0 0,0 0 0,1 0 0,-1 0 0,2-1 0,-1 1 0,1-1 0,0 0 0,0 0 0,1-1 0,0 0 0,0 0 0,1 0 0,0-1 0,0 0 0,0 0 0,0 0 0,1-1 0,-1 0 0,1-1 0,0 0 0,1 0 0,9 2 0,60 9 0,1-4 0,107 2 0,55 5 0,56 38 0,-291-53 0,-1-1 0,1 1 0,-1 1 0,0-1 0,0 1 0,0 0 0,0 0 0,0 0 0,-1 1 0,0-1 0,1 1 0,5 8 0,-4-4 0,-1 0 0,0 0 0,0 0 0,-1 0 0,0 1 0,0 0 0,2 10 0,0 9 0,-1 1 0,-1 0 0,1 56 0,-4-63-117,-1 37 364,0-56-362,0 1 0,-1 0 0,0 0 0,0-1 0,0 1 0,0-1 0,0 1 0,-1-1 0,1 1 0,-1-1 0,0 0 0,-3 4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24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 24575,'-1'64'0,"4"165"0,-2-202 0,2 0 0,1-1 0,2 1 0,0-1 0,2 0 0,19 44 0,-21-58 0,0-2 0,1 1 0,1-1 0,0 0 0,0 0 0,1-1 0,14 12 0,-18-16 0,1-1 0,-1-1 0,1 1 0,0-1 0,0 0 0,0 0 0,0 0 0,0-1 0,0 0 0,1 0 0,-1-1 0,1 0 0,0 0 0,-1-1 0,1 1 0,7-2 0,-10 0 0,0 0 0,0 0 0,0-1 0,0 1 0,-1-1 0,1 0 0,0 0 0,-1 0 0,1-1 0,-1 1 0,1-1 0,-1 0 0,0 0 0,-1 0 0,1 0 0,0-1 0,-1 1 0,0-1 0,3-5 0,3-5 0,-1-1 0,-1-1 0,8-26 0,-2-7 0,-2 0 0,-3 0 0,2-76 0,-13-155 0,1 213 0,5 104 0,1-1 0,1 0 0,2 0 0,11 35 0,-12-54 0,1-2 0,0 1 0,1-1 0,1 0 0,0 0 0,1-1 0,1 0 0,0 0 0,0-1 0,2-1 0,19 18 0,14 6-455,-2 2 0,66 75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26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1083 24575,'1'20'0,"1"0"0,1 0 0,6 19 0,-4-14 0,0-46 0,-3-23 0,-3-723 0,1 764 0,4-40 0,-3 42 0,-1 0 0,0 0 0,0 0 0,0 0 0,1 0 0,-1 0 0,0 0 0,1 0 0,-1 0 0,1 0 0,-1 0 0,1 0 0,0 0 0,-1 1 0,1-1 0,0 0 0,-1 0 0,1 1 0,0-1 0,0 1 0,0-1 0,0 1 0,-1-1 0,1 1 0,0-1 0,0 1 0,0 0 0,0-1 0,0 1 0,0 0 0,0 0 0,0 0 0,0 0 0,0 0 0,0 0 0,0 0 0,0 0 0,2 0 0,1 2 0,0 0 0,0-1 0,0 1 0,0 0 0,-1 1 0,1-1 0,0 1 0,-1 0 0,0-1 0,5 6 0,29 39 0,-20-25 0,23 29 0,-2 2 0,-2 1 0,30 62 0,-60-104 0,0 0 0,0 1 0,-1 0 0,-1 0 0,0 0 0,-1 0 0,0 1 0,-1 0 0,0 16 0,-2-2 0,1-1 0,1 1 0,9 40 0,-7-63 0,-1-16 0,0-22 0,-1-541 0,-4 292 0,2 276 0,0 1 0,0-1 0,1 1 0,0-1 0,0 1 0,0 0 0,0-1 0,1 1 0,2-7 0,-2 11 0,-1-1 0,0 1 0,0-1 0,1 1 0,-1-1 0,0 1 0,1 0 0,0-1 0,-1 1 0,1 0 0,0 0 0,-1 0 0,1 0 0,0 1 0,0-1 0,0 0 0,0 1 0,0 0 0,0-1 0,0 1 0,0 0 0,0 0 0,0 0 0,0 0 0,0 0 0,0 0 0,0 1 0,0-1 0,3 2 0,3 0 0,1 1 0,-1 1 0,0-1 0,0 1 0,0 1 0,0-1 0,-1 2 0,1-1 0,-1 1 0,-1 0 0,1 0 0,7 10 0,8 12 0,35 55 0,7 29 0,-5 3 0,-5 2 0,-5 3 0,52 195 0,-84-239-1365,-13-50-5461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27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524 0 24575,'0'18'0,"-1"-1"0,-1 1 0,-1-1 0,-6 26 0,7-34 0,-156 512 0,79-279 0,31-90 0,-64 211 0,24 5 0,78-301 19,-2 113 0,17 66-202,-1-105-1037,-3-93-5606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29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732 2 24575,'-99'-2'0,"-112"4"0,199 0 0,1-1 0,-1 1 0,0 1 0,1 0 0,-1 1 0,1 0 0,0 1 0,1 0 0,-1 1 0,1 0 0,0 0 0,0 1 0,-15 15 0,7-4 0,0 2 0,2 0 0,0 0 0,1 2 0,-15 29 0,5-6 0,1 1 0,3 0 0,2 2 0,-15 55 0,29-82 0,1-1 0,0 2 0,2-1 0,0 0 0,2 0 0,0 1 0,1-1 0,2 0 0,0 0 0,1 0 0,1 0 0,12 34 0,-8-34 0,1 1 0,1-1 0,1-1 0,0 0 0,2 0 0,18 20 0,-24-31 0,1 0 0,1-1 0,0 0 0,0 0 0,0-1 0,1 0 0,0-1 0,0 0 0,1 0 0,-1-2 0,1 1 0,0-2 0,13 3 0,11 0 0,0-2 0,0-1 0,0-2 0,0-2 0,0-1 0,40-8 0,-34-1-1365,-11-2-5461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31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224 200 24575,'-7'0'0,"0"-1"0,0 1 0,0 1 0,0-1 0,1 1 0,-1 0 0,0 1 0,1 0 0,-1 0 0,1 0 0,-1 1 0,1 0 0,0 0 0,0 0 0,0 1 0,1 0 0,-1 0 0,1 0 0,0 1 0,0 0 0,1 0 0,-1 0 0,1 1 0,0-1 0,-3 8 0,-4 5 0,2 0 0,0 1 0,1 0 0,1 1 0,1 0 0,1 0 0,0 0 0,2 1 0,0 0 0,2-1 0,0 1 0,3 34 0,-1-50 0,-1 1 0,2-1 0,-1 0 0,0 1 0,1-1 0,0 0 0,1 0 0,-1 0 0,1 0 0,0 0 0,0-1 0,0 1 0,0-1 0,1 0 0,0 0 0,0 0 0,0-1 0,0 1 0,1-1 0,-1 0 0,1 0 0,0 0 0,0-1 0,0 0 0,0 0 0,8 2 0,14 3 0,-1-1 0,0-1 0,1-2 0,31 1 0,-36-3 0,195 2 0,-209-4 0,0-1 0,0 0 0,0 0 0,0-1 0,0 1 0,-1-2 0,0 1 0,1-1 0,-1 0 0,0-1 0,-1 1 0,1-1 0,-1-1 0,0 1 0,-1-1 0,1 0 0,4-7 0,9-14 0,0 0 0,25-53 0,-40 72 0,16-32 0,-1-2 0,24-83 0,-36 99 0,-1-1 0,-2 1 0,0-1 0,-2 0 0,-1 0 0,-3-33 0,2 57 0,-1 0 0,1 0 0,-1 0 0,0 0 0,0 0 0,0 0 0,0 1 0,-1-1 0,1 0 0,-1 0 0,1 1 0,-1-1 0,0 1 0,0 0 0,0 0 0,-1-1 0,1 1 0,0 1 0,-1-1 0,1 0 0,-1 0 0,0 1 0,1 0 0,-1-1 0,0 1 0,0 0 0,0 0 0,0 1 0,0-1 0,-4 0 0,-10-1 0,-1 1 0,0 1 0,0 0 0,-21 4 0,7-2 0,-24 0 0,21-2 0,-60 9 0,84-7 0,0 0 0,1 1 0,-1 0 0,1 1 0,0 0 0,0 1 0,1 0 0,-1 0 0,-15 13 0,8-3-341,0 0 0,1 0-1,-14 21 1,14-16-6485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33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31 220 24575,'0'-57'0,"-1"-61"0,-2 104 0,-2 14 0,-3 20 0,0 56 0,3-1 0,5 105 0,2-78 0,-3-20 0,4 95 0,-3-175 0,0 0 0,1 1 0,-1-1 0,1 0 0,0 0 0,0 1 0,0-1 0,0 0 0,0 0 0,0 0 0,0 0 0,1-1 0,-1 1 0,1 0 0,-1 0 0,1-1 0,0 1 0,0-1 0,-1 0 0,1 1 0,0-1 0,0 0 0,0 0 0,1 0 0,-1 0 0,0-1 0,0 1 0,0 0 0,5 0 0,5 0 0,1 0 0,-1 0 0,1-1 0,15-2 0,-18 1 0,13 0 0,0-2 0,0 0 0,-1-2 0,38-12 0,-46 11 0,1 0 0,-1-1 0,-1-1 0,1 0 0,-1-1 0,-1 0 0,23-22 0,-15 10 0,-1-1 0,-1-1 0,-1-1 0,-1-1 0,-1 0 0,-1-1 0,-1 0 0,-2-1 0,9-30 0,-8 16 0,-2 0 0,-2-1 0,-2 0 0,-2 0 0,-2-73 0,-2 78 0,-1-3 0,1 38 0,-1 6 0,1 22 0,0-2 0,-1 26 0,2 0 0,2 0 0,3 0 0,13 60 0,21 28-1365,-31-104-5461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34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24575,'1'17'0,"2"0"0,-1 0 0,2 0 0,0 0 0,11 26 0,4 18 0,53 303 0,-57-275 0,-15-160 0,1 23 0,-2-341 0,1 384 0,0-1 0,0 1 0,0 0 0,1 0 0,-1 0 0,1 0 0,0 0 0,1 1 0,-1-1 0,1 0 0,0 0 0,0 1 0,0-1 0,1 1 0,0 0 0,-1 0 0,2 0 0,-1 0 0,0 0 0,1 0 0,0 1 0,-1 0 0,1 0 0,1 0 0,-1 0 0,0 1 0,1-1 0,-1 1 0,1 0 0,0 1 0,0-1 0,-1 1 0,8-1 0,2-2 0,0 2 0,0 0 0,0 0 0,29 1 0,-38 2 0,-1-1 0,1 1 0,0 0 0,-1 0 0,1 0 0,-1 1 0,0-1 0,1 1 0,-1 0 0,0 1 0,0-1 0,0 1 0,0-1 0,0 1 0,-1 0 0,1 1 0,-1-1 0,6 8 0,4 10 15,-1 1 0,-1 0 0,-1 0 0,-1 1 0,-1 1 0,-1-1 0,7 44 0,-6-13-510,-3 0 0,-3 78 0,-2-100-6331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36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 24575,'-32'952'0,"12"-541"0,17-241 0,3-168 0,0 1 0,0 0 0,1 0 0,-1-1 0,1 1 0,0 0 0,0-1 0,0 1 0,0-1 0,0 1 0,1-1 0,-1 0 0,1 1 0,-1-1 0,1 0 0,0 0 0,0 0 0,0 0 0,0 0 0,0-1 0,0 1 0,1-1 0,-1 1 0,0-1 0,1 0 0,0 0 0,-1 0 0,1 0 0,-1 0 0,1-1 0,3 1 0,12 2 0,-1-1 0,1 0 0,34-3 0,-23 0 0,34-1 0,0-3 0,-1-3 0,1-3 0,-2-3 0,85-29 0,-108 28-382,0-2 0,67-42-1,-100 56 165,16-10-6608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37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0 638 24575,'0'-5'0,"9"-10"0,40-21 0,39-28 0,37-26 0,16-6 0,1 3 0,-8 13 0,-19 16 0,-24 19 0,-23 16 0,-18 14 0,-14 9 0,-12 6-8191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3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460 1 24575,'0'4'0,"0"7"0,0 5 0,0 10 0,-14 10 0,-14 11 0,-11 4 0,-3 1 0,-5 2 0,7-4 0,0-11 0,3-6 0,3-11 0,2-3 0,3-5 0,1-5 0,1-4 0,5-3-8191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41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859 1 24575,'-8'7'0,"1"-1"0,-2 0 0,1-1 0,-17 9 0,-16 10 0,-48 48 0,58-45 0,-2-1 0,-1-1 0,-59 32 0,80-50 0,-1-2 0,0 2 0,1-1 0,0 2 0,0 0 0,1 0 0,0 1 0,1 1 0,0 0 0,-11 12 0,1 2 0,-37 35 0,27-30 0,-15 12-37,-73 50 0,62-49-1254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44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4 201 24575,'-2'50'0,"1"-34"0,0 1 0,1-1 0,1 1 0,0-1 0,7 31 0,-7-45 0,0 1 0,0 0 0,1-1 0,-1 1 0,1-1 0,-1 0 0,1 1 0,0-1 0,0 0 0,0 0 0,0 0 0,1 0 0,-1-1 0,0 1 0,1 0 0,-1-1 0,1 0 0,-1 0 0,1 0 0,0 0 0,0 0 0,-1 0 0,1 0 0,0-1 0,0 0 0,0 1 0,0-1 0,0 0 0,-1-1 0,1 1 0,4-1 0,3 0 0,-1-1 0,1 0 0,-1-1 0,1 0 0,-1 0 0,0-1 0,0 0 0,8-6 0,36-28 0,-3-3 0,-1-2 0,75-84 0,-3 3 0,-102 108-1365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45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1 489 24575,'0'19'0,"-1"-10"0,1-1 0,0 1 0,1 0 0,0-1 0,0 1 0,5 15 0,-5-21 0,0-1 0,1 1 0,-1-1 0,1 1 0,0-1 0,0 0 0,0 0 0,0 0 0,0 0 0,0 0 0,0 0 0,1-1 0,-1 1 0,1-1 0,-1 1 0,1-1 0,0 0 0,-1 0 0,1 0 0,0-1 0,0 1 0,-1-1 0,1 1 0,0-1 0,4 0 0,7 0 0,-1 0 0,1-1 0,-1-1 0,0 0 0,0-1 0,0 0 0,0-1 0,0 0 0,-1-1 0,1-1 0,20-12 0,8-9 0,70-59 0,-86 65 0,230-211 0,-62 52 0,-171 162-1365,-6 7-5461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48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0 135 24044,'2162'-135'0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50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24575,'29'-1'0,"0"2"0,44 8 0,-64-7 0,0 0 0,1 1 0,-1 0 0,0 0 0,-1 1 0,1 0 0,-1 0 0,0 1 0,0 1 0,0-1 0,11 12 0,-15-13 0,-1 0 0,1 1 0,-1 0 0,0 0 0,0 0 0,-1 0 0,1 0 0,-1 0 0,-1 1 0,1-1 0,-1 1 0,0 0 0,0-1 0,0 1 0,-1 0 0,0-1 0,0 1 0,0 0 0,-1 0 0,0-1 0,-3 11 0,0-1 0,-1 0 0,0-1 0,-1 0 0,-1 0 0,0-1 0,-1 0 0,-9 13 0,-115 149-1365,116-152-5461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1:56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357 953 24575,'8'0'0,"0"-1"0,0-1 0,0 1 0,0-1 0,0 0 0,-1-1 0,1 0 0,-1 0 0,1-1 0,8-6 0,11-8 0,32-28 0,-34 26 0,-17 12 0,0 0 0,0-1 0,-1 0 0,-1 0 0,1 0 0,-1-1 0,-1 0 0,0 0 0,0 0 0,-1-1 0,-1 0 0,1 0 0,-2 0 0,3-17 0,1-18 0,-2 0 0,-3-52 0,-1 89 0,-2-379 0,3 383 0,-1 1 0,-1-1 0,1 1 0,-1-1 0,1 1 0,-1-1 0,0 1 0,-1 0 0,1 0 0,-4-7 0,3 9 0,1 0 0,-1 0 0,0 0 0,0 0 0,0 0 0,0 0 0,0 1 0,0-1 0,-1 1 0,1-1 0,0 1 0,-1 0 0,1 0 0,-1 0 0,0 0 0,1 1 0,-1-1 0,-5 0 0,-30-2 0,-1 1 0,0 2 0,-58 7 0,91-6 0,0 1 0,0-1 0,0 1 0,0 0 0,1 1 0,-1-1 0,0 1 0,1 0 0,0 1 0,0-1 0,-9 9 0,-4 4 0,-26 35 0,16-18 0,-7 5 0,-99 117 0,128-145 0,0-1 0,1 1 0,0 0 0,1 0 0,0 1 0,1-1 0,0 1 0,0 0 0,1 0 0,0 12 0,-1 20 0,4 54 0,0-50 0,-1 28 0,4 75 0,-4-145 8,1 0-1,0-1 1,1 1-1,-1 0 1,1-1-1,0 1 1,0-1-1,0 1 1,1-1-1,0 0 1,-1 0-1,2 0 1,-1 0-1,0-1 1,6 5-1,1 0-255,-1-1 1,2 0-1,-1 0 1,1-1-1,12 4 1,-4-2-6579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2:24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1 653 24575,'14'-2'0,"1"0"0,0 0 0,-1-2 0,0 0 0,27-11 0,0 0 0,339-96 0,7 32 0,-282 70 0,-76 8 0,-1-1 0,1-1 0,-1-1 0,0-2 0,38-12 0,-26 2 0,0-2 0,49-30 0,-71 38 0,1 1 0,31-11 0,12-5 0,82-33 0,-109 45 0,6 4 0,13-5 0,-52 14 0,0-1 0,0 0 0,1 0 0,-1 0 0,0-1 0,0 1 0,0 0 0,0-1 0,-1 1 0,1-1 0,0 0 0,-1 0 0,1 0 0,-1 1 0,1-1 0,-1 0 0,0-1 0,1-1 0,-1 2 0,-1 1 0,0-1 0,0 1 0,0-1 0,0 0 0,0 1 0,0-1 0,0 1 0,0-1 0,0 0 0,-1 1 0,1-1 0,-1 1 0,1-1 0,-1 1 0,0-1 0,0 1 0,1 0 0,-1-1 0,0 1 0,0 0 0,0-1 0,0 1 0,-1 0 0,1 0 0,0 0 0,0 0 0,-1 0 0,1 0 0,-3 0 0,-6-5 0,0 0 0,-1 1 0,-13-4 0,7 2 0,-13-9 0,30 16 0,0 0 0,-1-1 0,1 1 0,0 0 0,0 0 0,0 0 0,0 0 0,0 0 0,0 0 0,0-1 0,0 1 0,0 0 0,0 0 0,-1 0 0,1 0 0,0 0 0,0-1 0,0 1 0,0 0 0,0 0 0,0 0 0,0 0 0,0-1 0,0 1 0,0 0 0,0 0 0,0 0 0,0 0 0,0 0 0,1-1 0,-1 1 0,0 0 0,0 0 0,0 0 0,0 0 0,0 0 0,0-1 0,0 1 0,0 0 0,0 0 0,0 0 0,1 0 0,-1 0 0,0 0 0,0 0 0,0 0 0,0 0 0,0-1 0,1 1 0,-1 0 0,22-3 0,-1 2 0,-5 0 0,-1 0 0,0 1 0,0 1 0,1 0 0,16 4 0,-29-4 0,0 0 0,1 0 0,-1 0 0,0 1 0,0-1 0,0 1 0,0-1 0,0 1 0,0 0 0,-1 0 0,1 1 0,-1-1 0,1 0 0,-1 1 0,0 0 0,0-1 0,0 1 0,0 0 0,0 0 0,-1 0 0,1 0 0,-1 0 0,0 1 0,0-1 0,0 0 0,0 0 0,-1 1 0,1 5 0,-1 1 0,0-1 0,0 1 0,-1 0 0,-1-1 0,0 1 0,0-1 0,-4 12 0,-31 67 0,6-18 0,22-47-1365,0-6-5461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2:52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23866,'1759'0'0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2:56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1 273 24575,'31'-1'0,"0"-2"0,-1 0 0,1-3 0,45-13 0,115-50 0,-171 61 0,65-31 0,-58 25 0,1 1 0,44-14 0,-33 21 0,-33 6 0,0-1 0,0 1 0,0-1 0,0 0 0,0-1 0,0 1 0,-1-1 0,1 0 0,0-1 0,9-5 0,-15 8 0,0-1 0,1 1 0,-1-1 0,0 1 0,0 0 0,0-1 0,0 1 0,0-1 0,0 1 0,0-1 0,0 1 0,0 0 0,0-1 0,-1 1 0,1-1 0,0 1 0,0-1 0,0 1 0,0 0 0,-1-1 0,1 1 0,0 0 0,0-1 0,-1 1 0,1 0 0,0-1 0,-1 1 0,1 0 0,0-1 0,-1 1 0,1 0 0,0 0 0,-1 0 0,1-1 0,-1 1 0,1 0 0,-1 0 0,-17-10 0,17 9 0,0 1 0,-1 0 0,1-1 0,0 1 0,0-1 0,0 1 0,0-1 0,0 1 0,0-1 0,0 0 0,1 0 0,-1 1 0,0-1 0,0 0 0,0 0 0,1 0 0,-2-2 0,2 3 0,1-1 0,-1 1 0,0 0 0,0-1 0,1 1 0,-1 0 0,0-1 0,1 1 0,-1 0 0,1-1 0,-1 1 0,0 0 0,1 0 0,-1-1 0,1 1 0,-1 0 0,1 0 0,-1 0 0,1-1 0,-1 1 0,0 0 0,1 0 0,-1 0 0,1 0 0,-1 0 0,1 0 0,51-1 0,-41 2 0,-7-1 0,3-1 0,0 2 0,0-1 0,0 1 0,0 0 0,9 2 0,-15-3 0,1 1 0,-1-1 0,0 1 0,0-1 0,0 1 0,0-1 0,0 1 0,0 0 0,0-1 0,0 1 0,0 0 0,-1 0 0,1 0 0,0 0 0,0-1 0,-1 1 0,1 0 0,-1 0 0,1 1 0,-1-1 0,1 0 0,-1 0 0,1 0 0,-1 0 0,0 0 0,0 0 0,1 1 0,-1-1 0,0 0 0,0 0 0,0 0 0,0 0 0,-1 1 0,1-1 0,0 0 0,0 0 0,-1 0 0,1 0 0,-1 2 0,0-2-21,-3 11-427,0 0 0,-12 23 0,6-19-6378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2:57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24575,'9'0'0,"8"0"0,10 0 0,10 5 0,2 5 0,1 7 0,1 0 0,-5-3-8191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2:59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24575,'4'0'0,"12"0"0,7 0 0,8 0 0,9-4 0,7-3 0,-1 2 0,-3 0 0,-4 2 0,-4 1 0,-4 1 0,-7 0-8191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3:01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24575,'0'898'0,"1"-866"7,1 0 0,2-1-1,15 59 1,38 86-113,-17-58-1180,-31-89-5540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3:03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1681 1437 24575,'7'-27'0,"0"0"0,-2 0 0,3-48 0,-4 27 0,14-151 0,-13-315 0,-6 494 0,-1 0 0,0 0 0,-2 0 0,-10-34 0,10 45 0,0-1 0,0 1 0,-1 0 0,0 0 0,-1 0 0,0 1 0,0 0 0,-1 0 0,0 0 0,-16-12 0,1 4 0,-2 1 0,0 1 0,-30-13 0,-12-5 0,40 19 0,0 2 0,-1 2 0,-41-11 0,-26-8 0,33 7 0,0 3 0,-1 2 0,-1 3 0,0 3 0,-1 2 0,-87 2 0,110 5 0,6 0 0,-1 2 0,-36 5 0,60-4 0,1 0 0,0 1 0,0 0 0,0 1 0,1 0 0,-1 1 0,1 0 0,0 1 0,0 0 0,-14 11 0,4 2 0,1 0 0,1 2 0,0 0 0,2 1 0,0 1 0,2 0 0,0 1 0,-11 29 0,-4 18 0,-33 123 0,28-63 0,7 2 0,5 0 0,6 2 0,6 0 0,6 0 0,6 1 0,6-1 0,5 0 0,35 143 0,-29-198 0,4-1 0,3-1 0,65 134 0,-72-176 0,1 0 0,3-1 0,0-1 0,2-1 0,2-1 0,1-2 0,1 0 0,2-2 0,50 36 0,-56-49 0,0-2 0,1 0 0,1-1 0,0-2 0,1-1 0,0-1 0,0-1 0,53 5 0,16-5 0,125-6 0,-130-3 0,-63 1 0,0-1 0,-1-1 0,1-1 0,52-15 0,-60 11 0,0 0 0,-1-1 0,0-1 0,-1 0 0,0-2 0,-1 0 0,19-17 0,-2-3 0,0-3 0,-2-1 0,-2-1 0,29-45 0,-8 2 0,44-95 0,-69 121 0,-3-1 0,-3-1 0,16-63 0,-27 76 0,-2 0 0,-2 0 0,-2 0 0,-3-86 0,-1 118 0,0 1 0,-1-1 0,0 0 0,-1 1 0,0 0 0,-1-1 0,0 1 0,-1 0 0,0 0 0,0 1 0,-1-1 0,0 1 0,-1 0 0,0 0 0,-14-15 0,-3 0-227,1-2-1,1 0 1,2-2-1,1 0 1,-29-58-1,40 66-6598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3:11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24575,'0'30'0,"-1"-16"0,0 0 0,2 0 0,0 0 0,0 0 0,5 19 0,-5-30 0,0 0 0,1 1 0,-1-1 0,1 0 0,-1 0 0,1 0 0,0 0 0,0 0 0,0-1 0,0 1 0,1-1 0,-1 1 0,1-1 0,0 0 0,-1 0 0,1 0 0,0 0 0,0 0 0,0-1 0,1 0 0,-1 1 0,0-1 0,0 0 0,1 0 0,-1-1 0,7 1 0,41 3 0,92-7 0,-37 0 0,-75 4 0,60 12 0,-60-8 0,58 4 0,479-10 0,-550 0 34,-1-1-1,1-1 0,18-5 0,37-5-1531,-51 12-5328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3:12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24063,'1217'-28'0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3:17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24301,'1080'81'0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3:29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2930 526 24516,'-1'21'0,"-3"0"0,-1-1 0,-3 1 0,-2-1 0,-3 0 0,-1 0 0,-3 0 0,-2-1 0,-2 1 0,-2-1 0,-2-1 0,-2 0 0,-2 0 0,-2 0 0,-2-1 0,-2-1 0,-1 0 0,-2-1 0,-2 0 0,-2 0 0,-1-2 0,-1 0 0,-2 0 0,-1-1 0,-2-1 0,0-1 0,-2 0 0,-1-1 0,0-1 0,-2 0 0,0-1 0,-1-1 0,-1-1 0,0-1 0,-1 0 0,0-1 0,0-1 0,0-1 0,-1-1 0,0 0 0,1-1 0,0-1 0,0-1 0,0-1 0,1 0 0,0-1 0,1-1 0,1-1 0,0-1 0,2 0 0,0-1 0,1-1 0,2 0 0,0-1 0,2-1 0,1-1 0,2 0 0,1 0 0,1-2 0,2 0 0,2 0 0,2-1 0,1 0 0,2-1 0,2-1 0,2 0 0,2 0 0,2 0 0,2-1 0,2-1 0,2 1 0,2-1 0,3 0 0,1 0 0,3 0 0,2-1 0,3 1 0,1-1 0,3 0 0,2 1 0,3-1 0,1 1 0,3-1 0,2 1 0,3 0 0,1 0 0,3 0 0,2 0 0,2 1 0,2 0 0,2 1 0,2-1 0,2 2 0,2-1 0,2 1 0,2 1 0,1 0 0,2 0 0,2 1 0,2 1 0,1 0 0,1 1 0,2 1 0,1 0 0,2 1 0,0 0 0,2 2 0,1 0 0,0 0 0,2 2 0,0 0 0,1 1 0,1 1 0,0 1 0,1 0 0,0 1 0,0 1 0,0 1 0,1 0 0,0 2 0,-1 0 0,0 1 0,0 1 0,0 1 0,-1 0 0,0 1 0,-1 1 0,-1 1 0,0 0 0,-2 2 0,0 0 0,-1 0 0,-2 2 0,0 0 0,-2 1 0,-1 0 0,-2 1 0,-1 1 0,-1 0 0,-2 1 0,-2 1 0,-2 0 0,-1 0 0,-2 1 0,-2 1 0,-2-1 0,-2 2 0,-2-1 0,-2 1 0,-2 0 0,-2 1 0,-2 0 0,-3 0 0,-1 0 0,-3 0 0,-2 1 0,-3-1 0,-1 1 0,-3-1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6:18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1 492 24575,'0'347'0,"-1"-338"0,1 0 0,0 0 0,1 1 0,2 14 0,-3-23 0,0 0 0,0 1 0,0-1 0,1 0 0,-1 0 0,1 1 0,-1-1 0,1 0 0,-1 0 0,1 0 0,0 0 0,-1 0 0,1 0 0,0 0 0,0 0 0,0 0 0,0 0 0,0 0 0,0 0 0,0 0 0,0-1 0,0 1 0,0 0 0,0-1 0,0 1 0,1-1 0,-1 1 0,0-1 0,0 0 0,1 0 0,-1 1 0,0-1 0,2 0 0,2-1 0,0 0 0,-1 0 0,1 0 0,-1-1 0,1 0 0,-1 0 0,0 0 0,0 0 0,0-1 0,4-2 0,42-38 0,-41 36 0,325-346 0,-141 142 0,-136 150-455,2 3 0,120-90 0,-141 123-6371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6:34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7:24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107 267 24575,'1'-10'0,"0"1"0,0-1 0,1 0 0,0 1 0,1-1 0,0 1 0,1 0 0,0 0 0,0 0 0,1 1 0,0-1 0,0 1 0,9-10 0,3-2 0,1 1 0,1 1 0,34-27 0,-48 42 0,-1 0 0,0 0 0,1 0 0,-1 0 0,1 1 0,0 0 0,0 0 0,0 0 0,0 1 0,0 0 0,0 0 0,8-1 0,-10 2 0,0 0 0,0 1 0,0-1 0,0 1 0,0-1 0,0 1 0,0 0 0,-1 0 0,1 0 0,0 1 0,0-1 0,-1 1 0,1-1 0,-1 1 0,1 0 0,-1 0 0,0 0 0,0 0 0,0 1 0,0-1 0,0 0 0,0 1 0,1 2 0,6 12 0,-2-1 0,1 2 0,-2-1 0,0 0 0,-1 1 0,-1 0 0,2 21 0,5 133 0,-12-129 0,-2 0 0,-2-1 0,-1 1 0,-3-1 0,-18 57 0,-90 196 0,107-271 0,-228 499 0,236-519 0,-10 22 0,-16 47 0,27-71 0,1 0 0,-1 0 0,1-1 0,-1 1 0,1 0 0,0 0 0,0 0 0,0 0 0,0 0 0,0 0 0,0 0 0,1 0 0,-1 0 0,0-1 0,1 1 0,1 3 0,-1-3 0,0-1 0,0 0 0,0 0 0,0 0 0,0 0 0,0 0 0,0 0 0,1-1 0,-1 1 0,0 0 0,0-1 0,1 1 0,-1 0 0,0-1 0,1 0 0,-1 1 0,3-1 0,5 1 0,-1-1 0,1 0 0,0-1 0,0 0 0,0 0 0,9-3 0,178-48-1,-114 28-454,0 3 1,135-15-1,-174 33-6371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7:25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24575,'5'1'0,"-1"-1"0,1 1 0,-1 0 0,0 1 0,0-1 0,0 1 0,0 0 0,0 0 0,0 0 0,0 0 0,0 1 0,-1 0 0,1 0 0,-1 0 0,0 0 0,0 0 0,0 0 0,3 6 0,8 11 0,0 1 0,11 25 0,-13-24 0,10 20 0,-2 1 0,-2 1 0,-2 1 0,-2 0 0,14 82 0,-18-63 0,-4 0 0,-2 0 0,-8 112 0,2-153 0,-1 0 0,-1 0 0,-1-1 0,-12 34 0,13-44 0,-2-1 0,1 0 0,-1 0 0,-1 0 0,0 0 0,0-1 0,-1 0 0,-1-1 0,-16 15 0,5-8-455,-1-2 0,-40 22 0,15-13-6371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7:27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24575,'71'-2'0,"61"2"0,-116 1 0,0 1 0,-1 1 0,1 0 0,-1 1 0,0 0 0,16 8 0,-24-9 0,0 1 0,0-1 0,0 2 0,-1-1 0,0 1 0,0 0 0,0 0 0,0 1 0,-1-1 0,0 1 0,0 1 0,-1-1 0,7 12 0,-7-8 0,1 0 0,-2 1 0,1 0 0,-1 0 0,-1 0 0,0 0 0,-1 0 0,1 19 0,-3-6 0,-1-1 0,-1 0 0,-1 1 0,-1-1 0,-1-1 0,-1 1 0,-1-1 0,-16 32 0,2-18 0,-1 0 0,-52 59 0,20-28 0,54-66 0,0 1 0,0-1 0,0 0 0,0 0 0,0 1 0,0-1 0,0 1 0,1-1 0,-1 1 0,0-1 0,1 1 0,-1-1 0,1 1 0,0 0 0,0-1 0,-1 3 0,2-3 0,-1 0 0,0-1 0,1 1 0,-1-1 0,0 1 0,1 0 0,-1-1 0,1 1 0,-1-1 0,1 1 0,-1-1 0,1 0 0,-1 1 0,1-1 0,-1 0 0,1 1 0,0-1 0,-1 0 0,1 1 0,0-1 0,-1 0 0,1 0 0,0 0 0,-1 0 0,1 0 0,1 0 0,6 1 0,1-2 0,0 1 0,0-1 0,13-3 0,-15 2 0,22-3 0,-2-1 0,1 1 0,0 1 0,0 2 0,1 0 0,44 5 0,-69-2 0,1 0 0,-1 0 0,0 0 0,0 0 0,1 1 0,-1 0 0,0 0 0,-1 0 0,1 1 0,0-1 0,-1 1 0,1 0 0,-1 0 0,0 0 0,5 5 0,-4-1 0,1 0 0,-1 0 0,0 0 0,-1 1 0,0-1 0,0 1 0,3 15 0,0 7 0,-3 0 0,0 0 0,-3 46 0,0-71 0,0 28 0,1-17 0,-1-1 0,-1 1 0,-5 28 0,5-40 0,0 1 0,0-1 0,-1 0 0,0 0 0,0 0 0,0 0 0,0 0 0,0-1 0,-1 1 0,0 0 0,0-1 0,0 0 0,0 0 0,0 0 0,-1 0 0,1 0 0,-1-1 0,-4 3 0,-2 0-227,-1 1-1,0-1 1,0-1-1,-1 0 1,-18 4-1,9-5-6598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9:12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713 1219 24575,'3'-2'0,"0"0"0,0 0 0,0 0 0,0 0 0,1 1 0,-1-1 0,0 1 0,1 0 0,5-1 0,8-3 0,24-9 0,0 3 0,1 1 0,0 2 0,54-3 0,174 5 0,-230 7 0,7-3 0,57-10 0,25-1 0,25 14 0,40-3 0,-85-14 0,-68 8 0,4-4 0,0-1 0,0-3 0,-2-1 0,44-25 0,-33 16 0,-2-3 0,-1-1 0,72-58 0,-118 83 0,0 0 0,-1 0 0,0 0 0,0 0 0,0-1 0,0 0 0,-1 0 0,0 0 0,0 0 0,-1 0 0,0 0 0,0-1 0,0 1 0,1-12 0,0-9 0,-2 1 0,-1-37 0,-1 51 0,-1-17 0,-1 0 0,-1-1 0,-2 1 0,-1 1 0,-1-1 0,-15-34 0,15 44 0,-1-1 0,-1 1 0,-1 1 0,-1 0 0,0 0 0,-1 1 0,-1 1 0,-1 0 0,-24-20 0,29 29 0,-1 0 0,1 1 0,-1 0 0,-1 1 0,1 0 0,-15-4 0,-76-16 0,55 16 0,18 2 0,-57-14 0,-1 4 0,-159-11 0,-208 30 0,380 4 0,-1 4 0,2 2 0,-126 38 0,-206 97 0,358-129 0,-2 1 0,1 2 0,1 2 0,1 3 0,1 1 0,-46 37 0,73-49 0,0 1 0,2 1 0,0 1 0,1 0 0,-23 35 0,30-38 0,0 0 0,1 0 0,0 1 0,1 0 0,1 0 0,1 1 0,0-1 0,-2 33 0,4-21 0,1-1 0,2 0 0,0 0 0,6 27 0,-4-41 0,0-1 0,0 0 0,1 0 0,1 0 0,0-1 0,1 0 0,0 1 0,0-2 0,1 1 0,15 17 0,-4-10-195,1 0 0,1-1 0,0 0 0,1-2 0,1-1 0,32 16 0,-28-18-6631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9:22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0 24575,'1'15'0,"0"0"0,1 0 0,1 0 0,9 27 0,-2-5 0,295 997 0,-272-938 0,-16-49 0,17 72 0,-34-117 0,1-1 0,-1 0 0,0 1 0,0-1 0,1 1 0,-1-1 0,0 0 0,0 1 0,-1-1 0,1 1 0,0-1 0,0 0 0,-1 1 0,0 2 0,1-4 0,-1 0 0,1 1 0,-1-1 0,1 0 0,0 1 0,-1-1 0,1 0 0,-1 1 0,1-1 0,-1 0 0,1 0 0,-1 0 0,1 0 0,-1 1 0,1-1 0,-1 0 0,1 0 0,-1 0 0,1 0 0,-1 0 0,1 0 0,-1 0 0,1 0 0,-1 0 0,1-1 0,-1 1 0,0 0 0,-5-3 0,0 1 0,0-1 0,0-1 0,-10-7 0,4 4 0,-18-10 0,0 1 0,-1 2 0,0 1 0,-1 1 0,-1 2 0,0 1 0,0 2 0,0 1 0,-1 1 0,0 3 0,0 0 0,-42 4 0,-12 15 0,86-17 0,1 0 0,0 0 0,-1 0 0,1-1 0,0 1 0,-1 0 0,1 0 0,0-1 0,0 1 0,-1-1 0,1 1 0,0-1 0,0 0 0,0 1 0,0-1 0,0 0 0,0 0 0,0 0 0,0 0 0,0 0 0,0 0 0,0 0 0,0 0 0,1 0 0,-1 0 0,0 0 0,1-1 0,-1-1 0,-9-41 0,9 35 0,-25-405 0,22 235 0,3 163-227,0 1-1,0-1 1,-2 1-1,0 0 1,-8-25-1,1 16-6598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9:23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24575,'0'5'0,"4"5"0,12 11 0,11 16 0,11 14 0,8 9 0,-4 8 0,-4 1 0,-5-7 0,-2-8 0,-8-10 0,-7-12-8191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9:24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24575,'18'0'0,"92"4"0,-95-3 0,-1 2 0,0 0 0,0 0 0,0 1 0,20 9 0,-16-4 0,-1 0 0,-1 2 0,1-1 0,-2 2 0,1 0 0,-2 1 0,0 0 0,0 1 0,-1 1 0,-1 0 0,-1 1 0,0 0 0,-1 1 0,0 0 0,-2 0 0,0 1 0,-1 0 0,0 1 0,-2-1 0,6 34 0,-7-21 0,-2 1 0,0-1 0,-3 1 0,-4 38 0,3-54 0,-1 1 0,-1-1 0,0 0 0,-1 0 0,-1 0 0,0-1 0,-1 0 0,-1 0 0,-16 23 0,-16 3-1365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9:27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630 3 24575,'-105'-1'0,"-9"-1"0,0 5 0,-114 18 0,225-20 0,0-1 0,0 1 0,0-1 0,-1 1 0,1 0 0,0 0 0,0 0 0,0 1 0,1-1 0,-1 1 0,0-1 0,0 1 0,1 0 0,-1 0 0,1 0 0,0 1 0,0-1 0,-1 0 0,2 1 0,-1 0 0,-2 3 0,2-1 0,0 1 0,1-1 0,0 1 0,0-1 0,0 1 0,1 0 0,0-1 0,0 1 0,0 0 0,1-1 0,1 9 0,51 200 0,-37-163 0,-2 0 0,-3 2 0,-1-1 0,2 76 0,-12-116 0,1 0 0,0 0 0,1-1 0,3 14 0,-4-22 0,0-1 0,0 1 0,0 0 0,0-1 0,0 1 0,1-1 0,-1 1 0,1-1 0,-1 0 0,4 3 0,-4-4 0,0 0 0,0-1 0,0 1 0,0 0 0,0-1 0,0 1 0,0-1 0,0 1 0,0-1 0,1 0 0,-1 0 0,0 1 0,0-1 0,0 0 0,1 0 0,-1 0 0,0 0 0,0 0 0,1 0 0,-1 0 0,0-1 0,0 1 0,0 0 0,2-1 0,7-4 0,0-1 0,-1 0 0,1 0 0,-1-1 0,0 0 0,-1 0 0,14-16 0,9-7 0,11-7 0,3 1 0,1 2 0,1 3 0,77-39 0,-90 54 0,0 2 0,1 1 0,0 2 0,1 2 0,0 1 0,1 1 0,73-2 0,-108 9 0,19-1 0,-1 2 0,0 0 0,35 6 0,-50-6 0,1 0 0,-1 1 0,0 0 0,0 0 0,-1 0 0,1 0 0,0 1 0,-1 0 0,1 0 0,-1 0 0,0 0 0,0 1 0,0 0 0,0 0 0,-1 0 0,0 0 0,0 0 0,0 1 0,3 6 0,3 9 0,-2 1 0,0 0 0,-2 1 0,0-1 0,-1 1 0,-1 0 0,-1 0 0,-2 40 0,-2-33 0,-1-1 0,-1 1 0,-1-1 0,-2 0 0,-1 0 0,-14 34 0,13-42 0,-2 0 0,0-1 0,-1-1 0,0 0 0,-20 21 0,-80 70 0,73-73 0,28-25 0,-1-1 0,0-1 0,-1 0 0,-20 11 0,25-16 0,-1 0 0,0-1 0,1 0 0,-1-1 0,0 1 0,0-2 0,0 0 0,-17 1 0,-52-4-1365,55 2-5461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9:47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23619,'2810'0'0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19:52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1 519 24575,'4'-1'0,"0"0"0,0 0 0,0 0 0,0-1 0,0 1 0,0-1 0,0 0 0,0 0 0,0-1 0,-1 1 0,1-1 0,-1 1 0,0-1 0,4-5 0,9-6 0,3-1 0,348-265 0,-328 260 0,-34 18 0,0 0 0,0-1 0,0 1 0,0-1 0,0 0 0,0 0 0,-1-1 0,1 1 0,-1-1 0,4-5 0,-8 9 0,0-1 0,0 0 0,0 1 0,0-1 0,1 0 0,-1 0 0,0 1 0,-1-1 0,1 0 0,0 1 0,0-1 0,0 0 0,0 0 0,0 1 0,-1-1 0,1 0 0,0 1 0,-1-1 0,1 0 0,0 1 0,-1-1 0,1 1 0,-1-1 0,1 1 0,-1-1 0,1 1 0,-1-1 0,1 1 0,-1-1 0,0 1 0,1 0 0,-1-1 0,0 1 0,1 0 0,-1-1 0,0 1 0,1 0 0,-2 0 0,-35-12 0,29 10 0,-24-6 0,22 6 0,1 0 0,0 0 0,0-1 0,1 0 0,-1-1 0,1 1 0,-1-2 0,-12-8 0,20 13 0,0-1 0,1 1 0,-1 0 0,1-1 0,-1 1 0,1-1 0,-1 1 0,1-1 0,0 1 0,-1-1 0,1 1 0,-1-1 0,1 1 0,0-1 0,0 0 0,-1 1 0,1-1 0,0 1 0,0-1 0,0 0 0,0 1 0,0-1 0,-1 0 0,1 1 0,0-1 0,1 0 0,-1 1 0,0-2 0,1 1 0,-1 0 0,1 0 0,0 1 0,0-1 0,-1 0 0,1 1 0,0-1 0,0 0 0,0 1 0,0-1 0,0 1 0,0-1 0,0 1 0,0 0 0,1-1 0,41-6 0,-24 6 0,68-1 0,-78 2 0,1 1 0,0 0 0,0 1 0,-1 0 0,1 0 0,13 6 0,-19-6 0,-1 0 0,-1 0 0,1 0 0,0 0 0,0 1 0,-1-1 0,1 1 0,-1 0 0,0 0 0,0 0 0,0 0 0,0 0 0,-1 0 0,1 0 0,-1 1 0,0-1 0,0 1 0,0-1 0,0 1 0,0-1 0,-1 7 0,2 11 0,-1 0 0,-4 35 0,1-26 0,2 33-28,1-37-307,-2 1 1,0 0 0,-6 28 0,1-32-6492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06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23903,'3001'0'0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16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1327 24506,'3404'-1298'0,"-3684"1270"0,560 56 0,-471 180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27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24159,'4080'54'0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36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3196 709 24503,'-1'28'0,"-3"-1"0,-2 1 0,-3 0 0,-2-1 0,-2 0 0,-3 0 0,-2 0 0,-3-1 0,-2 0 0,-2 0 0,-2-1 0,-3-1 0,-2 0 0,-1 0 0,-3-2 0,-2 1 0,-2-2 0,-2 0 0,-1-1 0,-2-1 0,-2 0 0,-2-2 0,-1 0 0,-1-1 0,-2-1 0,-1-1 0,-2-1 0,0-1 0,-1 0 0,-2-2 0,0-1 0,-1-1 0,-1-1 0,0-1 0,-1-1 0,0-1 0,0-2 0,-1 0 0,0-1 0,0-2 0,1-1 0,-1 0 0,1-2 0,1-1 0,-1-1 0,2-1 0,0-1 0,0-1 0,2-1 0,0-2 0,2 0 0,1-1 0,0-1 0,3-1 0,0-1 0,2-1 0,2 0 0,1-2 0,2 0 0,1-1 0,2-1 0,3 0 0,1-2 0,2 1 0,2-2 0,2 0 0,3 0 0,1-1 0,3-1 0,2 0 0,3 0 0,2-1 0,2 0 0,2 0 0,3 0 0,3-1 0,2 0 0,2 1 0,3-1 0,2 0 0,3 0 0,2 0 0,2 1 0,3 0 0,3-1 0,2 1 0,2 1 0,2-1 0,3 2 0,2-1 0,3 1 0,1 0 0,3 1 0,2 1 0,2 0 0,2 1 0,1 0 0,3 2 0,2 0 0,1 0 0,2 2 0,1 0 0,2 1 0,2 1 0,0 1 0,3 1 0,0 1 0,1 1 0,2 1 0,0 1 0,2 1 0,0 1 0,0 1 0,2 1 0,-1 1 0,1 1 0,1 1 0,-1 2 0,1 0 0,0 2 0,0 0 0,-1 2 0,0 1 0,0 1 0,-1 1 0,0 1 0,-1 1 0,-1 1 0,0 1 0,-2 1 0,-1 1 0,0 1 0,-2 1 0,-1 1 0,-2 1 0,-1 1 0,-1 1 0,-2 0 0,-2 2 0,-2 0 0,-1 0 0,-2 2 0,-2 0 0,-2 1 0,-3 0 0,-1 1 0,-2 1 0,-3 0 0,-2 1 0,-2-1 0,-2 2 0,-3-1 0,-2 1 0,-3 1 0,-2-1 0,-2 0 0,-3 1 0,-2 0 0,-3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43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1 24575,'-11'0'0,"1"0"0,0 1 0,-1 0 0,1 1 0,0 0 0,-1 0 0,1 1 0,1 0 0,-1 1 0,0 1 0,1-1 0,0 1 0,0 1 0,0-1 0,1 2 0,0-1 0,0 1 0,-7 8 0,-1 0 0,2 1 0,0 0 0,1 1 0,1 0 0,1 1 0,0 1 0,1-1 0,1 2 0,1-1 0,-7 26 0,14-40 0,0 0 0,0-1 0,0 1 0,1 0 0,0 0 0,0 0 0,0 0 0,0 0 0,1-1 0,0 1 0,0 0 0,0 0 0,1-1 0,-1 1 0,1-1 0,0 1 0,0-1 0,1 0 0,0 0 0,-1 0 0,1 0 0,0 0 0,1 0 0,-1-1 0,1 0 0,0 0 0,-1 0 0,1 0 0,1 0 0,-1-1 0,0 1 0,8 1 0,4 3 0,1-2 0,1 0 0,-1-1 0,0 0 0,1-2 0,0 0 0,30-1 0,-28-1 0,-7 0 0,1 0 0,0-1 0,0 0 0,16-4 0,-27 4 0,0 0 0,1 0 0,-2 0 0,1 0 0,0-1 0,0 1 0,0-1 0,-1 0 0,1 1 0,0-1 0,-1 0 0,0-1 0,1 1 0,-1 0 0,0-1 0,0 1 0,-1-1 0,1 0 0,0 1 0,-1-1 0,0 0 0,1 0 0,0-5 0,2-15 0,-2 1 0,0 0 0,-1 0 0,-5-42 0,1 2 0,3 53 0,0-1 0,-1 1 0,0-1 0,-1 1 0,0-1 0,0 1 0,-1 0 0,0 0 0,-5-9 0,6 23 0,1-1 0,0 1 0,0 0 0,0 0 0,1 9 0,4 13 0,2 0 0,0 0 0,2-1 0,1 0 0,20 40 0,-24-55 0,-1 0 0,1 1 0,0-2 0,1 1 0,0 0 0,1-1 0,0-1 0,0 1 0,1-1 0,17 16 0,-10-15-1365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44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24575,'0'5'0,"0"6"0,0 5 0,0 6 0,0 2 0,0 3 0,0 0 0,0-3-8191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46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24575,'0'680'0,"2"-722"0,1 1 0,2 0 0,2 0 0,2 0 0,1 1 0,2 1 0,2-1 0,35-67 0,-47 102 0,0 1 0,0 0 0,0 0 0,1 1 0,-1-1 0,1 0 0,0 1 0,0 0 0,0-1 0,1 1 0,-1 1 0,1-1 0,0 0 0,-1 1 0,1 0 0,0 0 0,1 0 0,-1 0 0,0 1 0,0-1 0,1 1 0,-1 0 0,1 0 0,-1 1 0,1-1 0,-1 1 0,1 0 0,-1 1 0,1-1 0,-1 1 0,1 0 0,-1 0 0,0 0 0,1 0 0,-1 1 0,0 0 0,0-1 0,0 2 0,0-1 0,4 3 0,1 3 0,0-1 0,0 2 0,-1-1 0,0 1 0,-1 1 0,1-1 0,-2 1 0,0 0 0,0 1 0,0-1 0,4 17 0,0 1 0,-1 0 0,-1 0 0,5 46 0,-8-39 0,-2 65 0,-3-85 0,-1 0 0,-1-1 0,0 1 0,-1 0 0,-1-1 0,0 0 0,-6 14 0,6-20 0,0-1 0,-1 0 0,0 0 0,0 0 0,0-1 0,-1 0 0,0 0 0,0 0 0,0-1 0,-1 0 0,0 0 0,0 0 0,0-1 0,0 0 0,-12 4 0,6-4 0,1 0 0,0 0 0,-1-2 0,0 0 0,0 0 0,0-1 0,0 0 0,0-2 0,-15-1 0,25 2 5,1 0 0,-1-1 0,1 1-1,-1-1 1,1 0 0,-1 0 0,1 0 0,0 0-1,0 0 1,-1 0 0,1-1 0,0 1 0,0 0-1,0-1 1,0 0 0,1 0 0,-1 1-1,0-1 1,1 0 0,-1-1 0,1 1 0,0 0-1,0 0 1,-2-5 0,0-1-217,2 0 0,-1 0 0,1 0-1,0-1 1,0 1 0,2-10 0,-1-6-6614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47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0 694 24575,'16'-1'0,"-1"0"0,0-1 0,19-5 0,2 0 0,771-170 0,-617 132 0,-40 10 0,486-100 0,-619 133 0,-12 2 0,0 0 0,-1 0 0,1-1 0,-1 0 0,1 0 0,-1 0 0,0-1 0,1 1 0,-1-1 0,0 0 0,0 0 0,7-5 0,-11 7 0,0-1 0,1 1 0,-1-1 0,0 0 0,0 1 0,0-1 0,0 1 0,1-1 0,-1 1 0,0-1 0,0 0 0,0 1 0,0-1 0,0 1 0,-1-1 0,1 1 0,0-1 0,0 0 0,0 1 0,0-1 0,-1 1 0,1-1 0,0 1 0,0-1 0,-1 1 0,1-1 0,0 1 0,-1-1 0,1 1 0,-1 0 0,1-1 0,-1 1 0,1 0 0,0-1 0,-1 1 0,1 0 0,-2-1 0,-21-12 0,21 12 0,-36-15 0,0 1 0,-62-14 0,64 21 0,1-3 0,-1-1 0,-58-29 0,88 38 0,-23-13 0,1-1 0,-39-30 0,60 36 0,14 8 0,21 10 0,274 119 0,-284-118 0,-10-5 0,35 16 0,-1 1 0,78 50 0,-113-64 0,0 0 0,0 1 0,-1-1 0,0 1 0,0 1 0,-1-1 0,0 1 0,0 0 0,-1 0 0,0 0 0,-1 1 0,1-1 0,-2 1 0,1 0 0,1 12 0,-1 4 0,0 1 0,-2-1 0,-1 1 0,-3 32 0,1-46 9,0-1 1,0 1-1,-1-1 0,0 1 0,-1-1 1,-1 0-1,1-1 0,-13 20 0,-3-1-338,-37 42-1,34-44-459,9-10-6037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52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24575,'160'-11'0,"-45"1"0,385 4-241,-378 6-883,-100 0-5702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0:59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1 716 24556,'716'-716'0,"-984"805"0,536-178 0,-357 357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1:31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23695,'2190'0'0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1:39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169 974 24575,'103'-48'0,"2"4"0,2 5 0,2 4 0,1 6 0,1 4 0,1 5 0,1 4 0,206 0 0,-20 35 0,-118 9 0,-101-13 0,0-4 0,92 2 0,-116-13 0,89-3 0,-127 1 0,0-1 0,0 0 0,0-1 0,-1-1 0,34-14 0,-8-4 0,-1-1 0,-1-2 0,-1-1 0,-1-3 0,-2-1 0,58-63 0,-85 83 0,-1-1 0,-1 0 0,0 0 0,-1-1 0,0 0 0,-1-1 0,-1 1 0,0-1 0,-1 0 0,0-1 0,-1 1 0,-1-1 0,0 1 0,0-17 0,-2 23 0,0 0 0,0 0 0,-1 0 0,0 1 0,0-1 0,-1 0 0,0 1 0,0-1 0,-1 1 0,0 0 0,0-1 0,-1 1 0,0 1 0,0-1 0,-1 1 0,1-1 0,-1 1 0,-1 1 0,1-1 0,-1 1 0,0 0 0,0 0 0,-1 0 0,1 1 0,-1 0 0,0 0 0,-13-4 0,2 3 0,0 0 0,0 1 0,0 1 0,-38-1 0,-79 8 0,52 0 0,-152-18 0,40 1 0,-534 12 0,348 2 0,357-2 0,0-2 0,-1-1 0,1-1 0,-29-9 0,28 6 0,0 2 0,0 1 0,-47-4 0,50 9 0,1 1 0,-1 1 0,1 1 0,-1 0 0,1 2 0,0 1 0,1 0 0,-1 2 0,1 0 0,0 1 0,-36 23 0,41-20 0,0 0 0,0 1 0,1 0 0,0 1 0,-12 18 0,-30 29 0,4-15 0,32-30 0,1 1 0,-24 27 0,38-37 0,0 0 0,0 0 0,0 0 0,1 0 0,0 1 0,1-1 0,0 1 0,0 0 0,1 0 0,0 1 0,-2 10 0,1 24 0,1-1 0,2 1 0,6 43 0,-6-83-59,0-1 0,1 1-1,-1-1 1,1 1-1,-1-1 1,1 0 0,0 1-1,0-1 1,0 0 0,0 0-1,1 1 1,-1-1 0,1 0-1,-1 0 1,1-1-1,-1 1 1,1 0 0,0 0-1,0-1 1,0 1 0,0-1-1,4 2 1,11 4-6767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1:41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 23892,'2918'-108'0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8:30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23892,'3107'80'0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8:44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1027 24162,'2919'-1027'0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8:4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24575,'3'1'0,"0"0"0,0 0 0,0 0 0,0 1 0,0-1 0,0 1 0,0 0 0,0-1 0,-1 1 0,1 1 0,-1-1 0,4 4 0,3 2 0,73 60 0,142 123 0,-217-184 5,0 0 0,0 1-1,0 0 1,-1 0 0,0 1 0,-1-1-1,0 1 1,0 0 0,-1 1-1,0-1 1,-1 1 0,0 0 0,3 16-1,-2 5-114,-2 0-1,-1-1 1,-3 36-1,0-4-878,2-39-5837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8:53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21389,'1161'0'0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8:55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0 189 23706,'2647'-189'0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8:59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2630 137 24575,'-1063'0'0,"1026"-2"0,-68-12 0,19 2 0,-186-16 0,-91-3 0,136 10 0,113 10 0,-137-6 0,237 17-227,1 0-1,0 1 1,-1 1-1,1 0 1,-14 4-1,9 0-6598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9:02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24119,'999'0'0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9:09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24097,'1055'28'0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9:12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24266,'6297'1027'0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9:13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24575,'10'0'0,"0"1"0,0 0 0,-1 1 0,1 1 0,0-1 0,-1 1 0,18 8 0,60 38 0,-58-31 0,-7-5 0,56 36 0,-72-45 0,-1 1 0,0-1 0,0 1 0,0 0 0,0 0 0,-1 0 0,1 1 0,-1-1 0,-1 1 0,4 7 0,-6-10 0,0 0 0,-1-1 0,1 1 0,-1 0 0,0-1 0,0 1 0,0 0 0,0 0 0,0 0 0,-1-1 0,1 1 0,-1 0 0,0-1 0,0 1 0,0-1 0,0 1 0,0-1 0,0 1 0,-1-1 0,1 1 0,-1-1 0,0 0 0,0 0 0,-2 2 0,-6 6 0,-1 0 0,1-1 0,-17 10 0,23-16 0,-115 71 106,-12 8-1577,113-69-5355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9:25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24575,'53'0'0,"500"17"0,-542-16 0,49 4 0,0 2 0,102 27 0,-22 2 0,-103-30 0,0-2 0,0-1 0,0-2 0,44-4 0,4 1 0,-78 1 10,0 1 0,0-1 0,1 0 0,-1 0 0,0-1 0,0 0 0,0 0 0,0-1 0,-1 0 0,1 0 0,11-8 0,-6 3-258,-2-1 1,1 0-1,-1-1 1,-1 0-1,12-16 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9:44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21389,'2756'0'0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29:57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1111 840 24575,'0'-4'0,"0"0"0,1 1 0,-1-1 0,1 0 0,0 0 0,0 1 0,0-1 0,1 1 0,0-1 0,-1 1 0,1-1 0,0 1 0,0 0 0,1 0 0,-1 0 0,4-4 0,6-3 0,-1 0 0,2 1 0,12-7 0,-16 10 0,0 1 0,0-1 0,-1-1 0,0 0 0,0 0 0,0 0 0,6-9 0,-5-1 0,-1-1 0,0 0 0,-2 0 0,0 0 0,-1-1 0,0 1 0,-2-1 0,0 0 0,0-28 0,-5-168 0,1 204 0,0 0 0,-1 1 0,0-1 0,-1 1 0,0 0 0,0-1 0,-7-12 0,7 18 0,-1-1 0,1 1 0,-1 0 0,0 0 0,-1 0 0,1 1 0,-1-1 0,0 1 0,0 0 0,-1 1 0,1-1 0,-1 1 0,-7-3 0,-124-50 0,115 49 0,0 1 0,0 1 0,0 1 0,-35-1 0,-432 4 0,221 4 0,247-4 0,10 1 0,-1 0 0,0 0 0,1 1 0,-19 4 0,27-4 0,-1 0 0,1 0 0,0 0 0,0 1 0,0-1 0,0 1 0,0 0 0,0 0 0,0 0 0,1 0 0,-1 1 0,1-1 0,-1 1 0,1-1 0,0 1 0,0 0 0,0 0 0,1 0 0,-1 0 0,-1 4 0,-5 15 0,1 1 0,1 0 0,0 0 0,2 0 0,-1 32 0,4 121 0,3-87 0,-2-77 0,1 1 0,1-1 0,0 0 0,0 1 0,1-1 0,1 0 0,0-1 0,1 1 0,0-1 0,1 0 0,0 0 0,0 0 0,1-1 0,1 0 0,0 0 0,0-1 0,1 0 0,0-1 0,0 0 0,1 0 0,0-1 0,1 0 0,0-1 0,0 0 0,0 0 0,0-2 0,1 1 0,20 4 0,23 5 0,0-2 0,1-2 0,86 3 0,0-14-1365,-115 1-5461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0:26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21389,'622'0'0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0:34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516 1434 24575,'812'0'0,"-788"-2"0,-1 0 0,33-8 0,30-3 0,-76 13 0,-1-1 0,0-1 0,0 0 0,0 0 0,0-1 0,0 0 0,0-1 0,-1 0 0,0 0 0,1 0 0,-2-1 0,10-7 0,3-1 0,1 1 0,0 1 0,1 1 0,0 1 0,31-8 0,-5 5 0,76-11 0,-58 16 0,-1-4 0,-1-2 0,0-3 0,-1-3 0,73-32 0,-123 45 0,8-3 0,0-1 0,-1-1 0,28-20 0,-42 26 0,0 0 0,0-1 0,-1 1 0,1-1 0,-1-1 0,-1 1 0,1-1 0,-1 0 0,0 0 0,-1 0 0,0 0 0,0-1 0,4-14 0,-2-11 0,-1-1 0,-2-1 0,-1 1 0,-5-46 0,4 73 0,-2-15 0,0 0 0,-2 1 0,0-1 0,-1 1 0,-2 0 0,0 0 0,-1 1 0,-1 0 0,-19-31 0,12 27 0,-1 0 0,-1 2 0,-1 0 0,-1 1 0,-1 1 0,-39-28 0,16 18 0,-1 2 0,-2 3 0,0 1 0,-2 3 0,0 2 0,-1 1 0,-84-16 0,33 17 0,-167-8 0,191 18 0,-84-20 0,-4-1 0,-317 12 0,386 16 0,73 1 0,1 1 0,-1 1 0,0 0 0,-41 13 0,21 0 0,-58 28 0,57-26 0,36-15 0,-1 0 0,0 1 0,1 0 0,0 0 0,-1 0 0,2 1 0,-1 1 0,1-1 0,-1 1 0,1 1 0,-11 13 0,2 1 0,7-9 0,0 0 0,0 1 0,1 0 0,1 0 0,0 1 0,1 0 0,-9 27 0,4 18 0,3 1 0,3-1 0,2 68 0,2-8 0,4 120 0,2-193 0,13 54 0,-17-96 0,3 9 0,1 0 0,1 0 0,0-1 0,0 0 0,1 0 0,1-1 0,0 1 0,1-2 0,0 1 0,0-1 0,18 14 0,157 106 0,-163-118 20,1 0 0,1-2 0,0 0 0,0-1 0,41 9 0,-25-11-515,-1-1 0,75 2 0,-89-7-6331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0:37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1 24575,'-5'0'0,"-14"0"0,-10 0 0,-13 0 0,-14 0 0,-1 0 0,4 0 0,7 0 0,6 0 0,6 0 0,8 0-8191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0:45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0:49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0 112 24575,'5'0'0,"19"0"0,29 0 0,47-9 0,52-3 0,42-5 0,34 2 0,5 2 0,-4-1 0,-18 3 0,-28 2 0,-25 3 0,-26 3 0,-31 1 0,-24 2 0,-15 0 0,-19 5 0,-16 2-8191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0:53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23892,'487'54'0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23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272 84 24575,'-3'0'0,"0"1"0,1-1 0,-1 1 0,1 0 0,-1 0 0,1 0 0,-1 0 0,1 0 0,-1 0 0,1 1 0,0-1 0,-4 4 0,-26 27 0,21-21 0,-23 26 0,1 2 0,2 1 0,-32 54 0,58-87 0,1 1 0,0 0 0,0 0 0,1 1 0,0-1 0,1 1 0,0-1 0,0 1 0,-1 15 0,3-19 0,0-1 0,0 1 0,1 0 0,0-1 0,0 1 0,0 0 0,0-1 0,1 1 0,-1-1 0,1 0 0,0 0 0,1 1 0,-1-1 0,1-1 0,0 1 0,-1 0 0,2-1 0,-1 1 0,0-1 0,5 3 0,26 18 0,2-2 0,75 34 0,-90-46 0,14 5 0,0-1 0,1-1 0,0-2 0,0-2 0,1-1 0,1-2 0,-1-2 0,1-1 0,0-2 0,58-5 0,-92 4 0,-1-1 0,1 0 0,0 0 0,0 0 0,-1 0 0,1-1 0,-1 0 0,1 1 0,-1-1 0,0 0 0,0-1 0,0 1 0,0 0 0,0-1 0,0 0 0,0 0 0,-1 0 0,0 0 0,1 0 0,-1 0 0,0 0 0,-1-1 0,1 1 0,0-1 0,-1 1 0,0-1 0,0 0 0,0 0 0,0-4 0,2-12 0,-1-1 0,-1-1 0,-1 1 0,-3-25 0,1 11 0,3-34 0,1 45 0,-2 0 0,-1 0 0,0 0 0,-6-24 0,5 41 0,-1 0 0,0 0 0,0 0 0,-1 0 0,0 0 0,0 1 0,0-1 0,-1 1 0,-8-9 0,-9-6 0,-26-21 0,15 15 0,14 13 0,-1 1 0,0 1 0,-1 0 0,-1 2 0,1 0 0,-1 2 0,-43-11 0,42 15-46,-2 0 0,1 2 0,0 0 0,-44 4 0,28-1-1089,17-1-5691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32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23619,'189'1108'0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29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374 0 24575,'0'9'0,"-5"22"0,-10 33 0,-13 28 0,-5 27 0,-7 10 0,0 3 0,0-12 0,4-14 0,3-14 0,3-19 0,6-17 0,3-14 0,4-9 0,6-10-8191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30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24575,'8'1'0,"-1"0"0,0 1 0,1-1 0,-1 1 0,0 1 0,0-1 0,-1 1 0,1 1 0,0-1 0,-1 1 0,0 0 0,6 6 0,0-2 0,577 447 0,-395-294 0,-179-148-269,-1 1 0,0 1 0,-1 0 0,13 20 0,-26-35 249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36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2893 117 24575,'-1077'0'0,"1061"1"0,0 0 0,0 1 0,0 1 0,0 0 0,-20 8 0,-74 34 0,11-4 0,-127 25 0,-43 16 0,212-57 0,1 4 0,2 1 0,1 3 0,2 3 0,-57 50 0,-16 17 0,-182 196 0,288-278 0,0 2 0,2 0 0,0 1 0,2 1 0,0 0 0,-12 37 0,13-24 0,1 1 0,3 0 0,-9 76 0,5 73 0,16 264 0,0-407 0,2 1 0,2-1 0,2 0 0,2-1 0,33 85 0,-35-111 0,1 1 0,1-2 0,0 1 0,1-1 0,1-1 0,1 0 0,0-1 0,28 23 0,-5-10 0,0-2 0,75 40 0,-19-20 0,3-5 0,1-4 0,2-5 0,1-4 0,166 25 0,-79-30 0,1-8 0,230-12 0,-346-7 0,-1-3 0,1-4 0,-2-2 0,0-4 0,-1-2 0,-1-4 0,-1-2 0,-1-3 0,103-61 0,178-127 0,-17 9 0,13 25 0,-7 49 0,-165 68 0,-129 49 0,-1-1 0,-1-2 0,-1-2 0,-1-2 0,-1-1 0,51-43 0,-48 29 0,-3-1 0,61-82 0,48-99 0,-117 173 0,-3 6 0,-2-1 0,-2-1 0,24-64 0,-39 85 0,0-1 0,-2 0 0,0 0 0,-2 0 0,0 0 0,-2-1 0,0 1 0,-2-1 0,-4-26 0,4 44 0,-1 1 0,1-1 0,-1 1 0,0 0 0,0-1 0,-1 1 0,0 0 0,0 0 0,0 1 0,0-1 0,-1 1 0,-5-5 0,-6-6 0,-1 2 0,-17-13 0,16 14 0,-40-28 0,-2 3 0,-111-53 0,-136-36 0,238 103 0,-1 3 0,-1 3 0,0 3 0,-1 3 0,-1 3 0,1 3 0,-78 5 0,-316 2 0,459-2 0,0 0 0,0 0 0,0 0 0,0-1 0,0 0 0,0-1 0,0 1 0,1-1 0,-1 0 0,1 0 0,-1-1 0,1 0 0,0 0 0,0 0 0,0 0 0,0-1 0,1 0 0,-1 0 0,1 0 0,0 0 0,0-1 0,1 0 0,-5-6 0,-81-103 0,73 93 0,7 9 0,0 0 0,0 1 0,-1 0 0,-20-17 0,11 12-1365,3 2-5461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39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24575,'1'3'0,"0"0"0,0 0 0,0 0 0,1 0 0,-1 0 0,1 0 0,0 0 0,0-1 0,0 1 0,0-1 0,0 1 0,4 3 0,2 2 0,295 399 0,-299-402 4,-1 0 0,1-1 0,1 1 0,-1-1 1,1 0-1,-1 0 0,1-1 0,0 1 0,0-1 0,1 0 0,-1 0 0,1-1 0,-1 0 0,1 0 0,0 0 0,0 0 0,6 0 0,11 0-135,-1 0 0,0-2 0,31-2 0,-15 0-783,-20 1-5912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41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24575,'27'51'0,"3"0"0,63 81 0,-81-118 0,2 0 0,0-1 0,1 0 0,0-1 0,26 15 0,88 42 0,-113-62-170,0 0-1,0-2 0,0 0 1,1 0-1,0-2 0,0 0 1,20 1-1,-13-3-6655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43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24575,'0'20'0,"1"0"0,1-1 0,1 1 0,1 0 0,0-1 0,1 1 0,2-1 0,0-1 0,0 1 0,2-1 0,0 0 0,15 19 0,-9-12 0,2-1 0,0-1 0,2 0 0,0-2 0,1 0 0,2-1 0,0-1 0,1-1 0,0-1 0,2-1 0,0-1 0,1-2 0,36 15 0,-33-17-195,1-2 0,1-1 0,0-1 0,0-2 0,0-1 0,51 0 0,-60-5-6631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24028,'54'999'0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53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570 1 24575,'-5'0'0,"-6"0"0,-14 0 0,-9 0 0,-7 0 0,-10 0 0,-2 0 0,0 0 0,-1 0 0,5 0 0,5 0 0,6 0 0,5 0 0,4 0 0,1 0 0,6 0-8191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54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24575,'9'0'0,"13"10"0,6 6 0,8 11 0,8 14 0,4 9 0,0 2 0,-4 0 0,-10-4 0,-11-5 0,-4-11 0,-5-5 0,-6-3 0,-4-2 0,-2 2 0,3 0 0,0-4-8191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1:57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58 24575,'27'-1'0,"0"-2"0,0-1 0,36-9 0,16-4 0,-3 8 0,105-1 0,-176 10 0,-1 0 0,0 0 0,1 0 0,-1 0 0,1 1 0,-1 0 0,0 0 0,1 0 0,-1 1 0,0-1 0,0 1 0,0 0 0,0 0 0,0 0 0,-1 1 0,1-1 0,-1 1 0,1 0 0,-1 0 0,0 0 0,0 0 0,0 1 0,-1-1 0,1 1 0,-1 0 0,0 0 0,0 0 0,0 0 0,0 0 0,-1 0 0,1 0 0,-1 1 0,0-1 0,0 6 0,5 39 0,-1 0 0,-3 0 0,-6 75 0,1-38 0,3-77 0,-1 0 0,1 0 0,-1 0 0,-1 0 0,0 0 0,0-1 0,-1 1 0,0-1 0,0 1 0,-5 8 0,4-12 0,0 1 0,0-1 0,-1 0 0,1 0 0,-1-1 0,0 1 0,-1-1 0,1 0 0,-1-1 0,0 1 0,1-1 0,-2 0 0,1 0 0,-7 1 0,-13 6 0,-82 26 0,92-32 0,1 0 0,-1-1 0,0-1 0,-32 0 0,43-2 0,0 0 0,0-1 0,0 0 0,0 0 0,-1 0 0,1 0 0,1-1 0,-1 0 0,0 0 0,0 0 0,1-1 0,-1 1 0,1-1 0,0 0 0,-1-1 0,1 1 0,1-1 0,-1 1 0,1-1 0,-6-8 0,1-3 0,0 1 0,1-1 0,1-1 0,1 0 0,-5-17 0,-1-4 0,6 22 0,-1-3 0,0 0 0,1-1 0,1 1 0,1-1 0,-1-26 0,5-118-1365,-1 140-5461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5:45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2 390 24575,'-2'153'0,"4"165"0,-1-317 0,-1 6 0,0 0 0,1 0 0,0 0 0,3 9 0,-4-15 0,1 0 0,-1 0 0,0 0 0,1 0 0,-1 0 0,0 0 0,1 0 0,-1-1 0,1 1 0,0 0 0,-1 0 0,1 0 0,0-1 0,-1 1 0,1 0 0,0-1 0,0 1 0,-1-1 0,1 1 0,0-1 0,0 1 0,0-1 0,0 1 0,0-1 0,0 0 0,0 0 0,0 1 0,0-1 0,0 0 0,0 0 0,0 0 0,0 0 0,0 0 0,0 0 0,0 0 0,-1-1 0,1 1 0,0 0 0,2-1 0,6-4 0,-1 0 0,0 0 0,0 0 0,-1-1 0,0-1 0,0 1 0,0-1 0,6-8 0,3-2 0,67-70 0,250-255 0,22 22 0,-332 302-455,0 0 0,47-24 0,-31 25-6371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6:16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21389,'1459'0'0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6:23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653 1326 24575,'20'8'0,"1"-1"0,-1 0 0,1-2 0,41 5 0,-13-2 0,273 43 0,-292-47 0,67 5 0,170-7 0,-127-4 0,512 2 0,-620-2 0,-1-2 0,0 0 0,-1-2 0,33-11 0,20-4 0,-74 19 0,1 0 0,-1-1 0,0 0 0,0 0 0,-1-1 0,1 0 0,-1-1 0,1 0 0,-1 0 0,-1-1 0,1 0 0,-1 0 0,0 0 0,0-1 0,-1 0 0,0-1 0,0 1 0,5-12 0,7-13 0,-1 0 0,-2-1 0,-2-1 0,-1-1 0,-1 1 0,9-64 0,-10 25 0,-4 0 0,-5-100 0,-1 82 0,-5-70 0,4 155 0,-1 0 0,1 0 0,-1 0 0,0 1 0,-1-1 0,1 1 0,-1-1 0,0 1 0,-1 0 0,1 0 0,-1 0 0,0 1 0,0-1 0,-1 1 0,-8-7 0,-9-5 0,0 1 0,-31-16 0,30 19 0,-31-17 0,-3 2 0,0 3 0,-1 2 0,-72-16 0,20 14 0,-162-16 0,128 31 0,-49-6 0,98 6 0,-163 6 0,138 5 0,66 1 0,0 1 0,1 3 0,0 3 0,0 1 0,1 3 0,0 3 0,1 1 0,1 3 0,-55 31 0,80-38 0,-34 17 0,-89 61 0,91-53 0,-84 43 0,129-75 0,2 0 0,-1 1 0,1 0 0,0 1 0,0 0 0,1 0 0,1 1 0,-1 1 0,2-1 0,-1 1 0,2 0 0,-1 1 0,2-1 0,-1 1 0,1 1 0,1-1 0,1 1 0,-4 18 0,-1 20 0,3 0 0,1 0 0,6 71 0,-1-68 0,-2-7 0,3 56 0,-1-93 0,0 0 0,1-1 0,0 1 0,0 0 0,1-1 0,1 0 0,8 18 0,-2-15 0,0 0 0,0 0 0,2-1 0,-1 0 0,1-1 0,1-1 0,20 13 0,-11-7 0,-9-6 0,1-1 0,0 0 0,1-1 0,-1 0 0,1-1 0,1-1 0,-1 0 0,1-2 0,0 1 0,0-2 0,0 0 0,0-1 0,0-1 0,22-1 0,88-3-1365,-100 4-5461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6:31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273 182 24575,'-4'0'0,"-7"-5"0,-10-1 0,-7-5 0,-2-4 0,3-5 0,2 1 0,1 0 0,-1 2 0,5 0 0,0-2 0,0 3 0,2-2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6:35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792 1624 24575,'159'-5'0,"-1"-6"0,0-8 0,181-46 0,-280 52 0,1 3 0,0 3 0,94-1 0,-104 8 0,-4-1 0,-1 2 0,0 2 0,0 2 0,74 18 0,-72-8 0,0-3 0,1-1 0,55 5 0,-86-15 0,0 0 0,1-2 0,-1 0 0,0 0 0,0-2 0,0 0 0,0-1 0,0-1 0,-1 0 0,0-1 0,0-1 0,24-14 0,-9 0 0,-1-1 0,-2-1 0,0-2 0,-2-1 0,25-30 0,107-154 0,-125 161 0,-3-1 0,-1-1 0,-3-1 0,25-71 0,-40 90 0,-1-1 0,-2 0 0,-1-1 0,-2 0 0,-1 0 0,-2 0 0,-2 0 0,-4-50 0,2 75 0,-1 0 0,1 1 0,-1-1 0,-1 0 0,0 1 0,0 0 0,-1 0 0,0 0 0,-1 0 0,0 1 0,0 0 0,-1 0 0,0 1 0,0 0 0,-9-7 0,-15-10 0,-1 1 0,-54-29 0,63 39 0,-24-15 0,-1 2 0,-2 3 0,0 1 0,-1 3 0,-1 2 0,-1 2 0,-75-11 0,-11 15 0,-188 9 0,161 5 0,-78-5 0,-218 5 0,233 27 0,118-12 0,-102-2 0,2-3 0,95-9 0,107-4 0,0 1 0,0-1 0,1 1 0,-1 1 0,0 0 0,1 0 0,-1 1 0,1 0 0,0 0 0,0 1 0,0 0 0,1 0 0,-1 1 0,1 0 0,0 0 0,0 1 0,1 0 0,-8 8 0,-15 22 0,2 2 0,1 0 0,2 2 0,1 1 0,3 1 0,1 0 0,-20 69 0,33-86 0,1 1 0,2 0 0,0-1 0,2 1 0,2 38 0,21 127 0,2-73 0,76 224 0,-97-333 0,0-1 0,1 0 0,0 1 0,0-2 0,1 1 0,0 0 0,0-1 0,1 0 0,0 0 0,0-1 0,1 1 0,13 9 0,-9-10 0,0 0 0,0 0 0,1-1 0,-1 0 0,1-1 0,0-1 0,1 0 0,20 3 0,84 4 0,214-10 0,-152-4 0,42 4-1365,-199 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6:58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1 136 24575,'3'5'0,"0"0"0,0 0 0,0 0 0,-1 0 0,0 1 0,0-1 0,0 1 0,0 0 0,-1-1 0,0 1 0,0 0 0,-1 7 0,6 20 0,0-4 0,-5-20 0,1 0 0,0 0 0,1 0 0,0 0 0,0 0 0,7 11 0,-9-18 0,1 0 0,0 0 0,-1 1 0,1-2 0,0 1 0,1 0 0,-1 0 0,0-1 0,0 1 0,1-1 0,-1 0 0,1 1 0,-1-1 0,1 0 0,0-1 0,-1 1 0,1 0 0,0-1 0,-1 1 0,1-1 0,0 0 0,0 0 0,-1 0 0,1-1 0,0 1 0,3-1 0,14-3 0,-1-2 0,0 1 0,0-2 0,-1-1 0,32-17 0,-5 2 0,151-73-14,211-97-1337,-388 185-5475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04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20 295 24575,'-2'73'0,"-12"76"0,13-143 0,0 1 0,0-1 0,1 1 0,0-1 0,0 1 0,1-1 0,-1 0 0,3 9 0,-2-13 0,0 0 0,0 0 0,1 0 0,-1 0 0,0 0 0,1 0 0,-1 0 0,1 0 0,0-1 0,-1 1 0,1 0 0,0-1 0,0 0 0,0 1 0,0-1 0,0 0 0,1 0 0,-1 0 0,0-1 0,0 1 0,1 0 0,-1-1 0,0 1 0,1-1 0,4 0 0,6 0 0,0 0 0,0-1 0,0 0 0,0-1 0,0 0 0,-1-1 0,1-1 0,-1 0 0,18-8 0,10-8 0,55-35 0,341-267 0,-299 213 0,-112 89-682,41-41-1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12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1138 193 24575,'0'-2'0,"-1"0"0,1 0 0,-1 0 0,1 0 0,-1 0 0,0 0 0,0 0 0,0 0 0,0 1 0,0-1 0,0 0 0,0 1 0,-1-1 0,1 1 0,-1-1 0,1 1 0,-1 0 0,-2-2 0,-33-20 0,-42-18 0,-44-21 0,107 55 0,-1 1 0,1 1 0,-1 1 0,0 0 0,-31-3 0,-129 8 0,68 2 0,97-2 0,-1 0 0,1 0 0,0 1 0,0 1 0,-1 0 0,2 1 0,-1 0 0,0 1 0,1 0 0,0 0 0,0 2 0,0-1 0,-16 15 0,-7 4 0,25-19 0,0 0 0,1 0 0,-1 1 0,1 1 0,1-1 0,-1 2 0,-9 14 0,-8 19 0,2 2 0,-16 47 0,28-57 0,1 1 0,2 0 0,-5 48 0,8-48 0,0 6 0,-15 71 0,17-96 0,-1 1 0,2 1 0,0-1 0,1 0 0,1 0 0,2 18 0,-1-27 0,0 0 0,1 0 0,0 0 0,0 0 0,1 0 0,0-1 0,0 1 0,1-1 0,0 0 0,0 0 0,1 0 0,0-1 0,0 0 0,11 11 0,21 13 0,2-2 0,1-2 0,2-1 0,74 33 0,-89-48 0,1 0 0,0-1 0,1-2 0,-1-1 0,1-1 0,31 1 0,179-7 0,-107-2 0,-97 3 0,1-1 0,-1-1 0,0-2 0,0-2 0,-1-1 0,1-1 0,51-21 0,-55 16 0,0-1 0,-2-1 0,0-1 0,0-2 0,-2-1 0,0-1 0,24-25 0,-40 35 0,-1 0 0,0-1 0,-1 1 0,0-2 0,-1 0 0,0 0 0,-1 0 0,-1-1 0,0 0 0,0 0 0,-1 0 0,-1-1 0,3-16 0,2-15 0,-1-1 0,-3-1 0,-2 1 0,-4-62 0,0 99 0,0 0 0,-1 1 0,0-1 0,0 1 0,-1-1 0,0 1 0,0 0 0,-1 0 0,0 0 0,-1 1 0,1 0 0,-1-1 0,-1 1 0,0 1 0,0-1 0,0 1 0,0 0 0,-1 1 0,0 0 0,0 0 0,-11-5 0,-51-34 0,-55-30 0,94 60 0,0 1 0,-1 1 0,0 2 0,0 1 0,-45-6 0,-34-9-1365,81 19-5461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6:41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705 1138 24575,'923'0'0,"-885"2"0,54 9 0,23 2 0,-40-10 0,1-3 0,-1-4 0,83-15 0,-6-5 0,47-9 0,-161 24 0,-1-1 0,0-2 0,40-18 0,-45 16 0,-15 8 0,-1-2 0,27-15 0,-40 21 0,1 0 0,-1 0 0,0-1 0,0 0 0,0 0 0,0 0 0,0 0 0,-1 0 0,1 0 0,-1-1 0,0 1 0,0-1 0,0 1 0,0-1 0,-1 0 0,0 0 0,2-4 0,1-34 0,-2 0 0,-6-76 0,2 85 0,0 8 0,-1 1 0,-1-1 0,-2 1 0,0 0 0,-1 1 0,-1-1 0,-2 2 0,0-1 0,-1 1 0,-2 1 0,0 0 0,-24-30 0,18 29 0,-1 1 0,-1 1 0,0 0 0,-2 2 0,0 1 0,-1 0 0,-1 2 0,0 1 0,-1 0 0,-39-12 0,-22-2 0,-160-30 0,-96 10 0,216 38 0,-159 9 0,135 3 0,106-2 0,-219 5 0,191 0 0,-117 23 0,100-8 0,29-4 0,-1-3 0,-1-3 0,-107 3 0,127-15 0,-37 0 0,73 2 0,0 1 0,-1 0 0,1 0 0,0 1 0,0 0 0,0 0 0,0 0 0,-8 5 0,12-5 0,0 1 0,-1-1 0,1 1 0,0 0 0,0 0 0,1 0 0,-1 0 0,1 0 0,-1 1 0,1-1 0,0 1 0,0 0 0,1-1 0,-2 6 0,-2 8 0,0-1 0,-2 19 0,7-33 0,-11 93 0,5 0 0,6 123 0,1-148 0,-1-61 0,0 0 0,1 0 0,0 0 0,0 0 0,1 0 0,0-1 0,0 1 0,1 0 0,1-1 0,-1 0 0,1 0 0,1 0 0,-1 0 0,1-1 0,1 0 0,-1 0 0,1 0 0,0-1 0,1 1 0,0-1 0,0-1 0,12 8 0,72 43 0,127 56 0,-178-95-1365,-7-6-5461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6:44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3160 110 24575,'-20'-2'0,"0"0"0,-1-1 0,-25-7 0,-23-5 0,-481-33 0,419 47 0,69 2 0,-102-12 0,37-2 0,-247 7 0,205 9 0,-893-4 0,1054 1 0,-1 0 0,1 0 0,-1 1 0,1 0 0,0 0 0,-1 1 0,1 0 0,0 1 0,0-1 0,0 2 0,1-1 0,-1 1 0,1 0 0,0 1 0,0-1 0,0 1 0,0 1 0,1-1 0,0 1 0,0 1 0,-7 9 0,-6 7 0,0 1 0,2 0 0,1 2 0,1-1 0,1 2 0,1 0 0,1 1 0,2 0 0,1 1 0,1 0 0,1 0 0,2 1 0,-3 48 0,8-62 0,2 0 0,0 0 0,0 0 0,2-1 0,0 1 0,1-1 0,0 1 0,14 25 0,7 6 0,39 55 0,-60-95 0,48 69 0,3-3 0,3-2 0,4-3 0,2-2 0,3-4 0,3-2 0,2-4 0,3-3 0,2-3 0,93 43 0,-35-33 0,222 64 0,155 4 0,-402-108 0,1-4 0,126 2 0,224-26 0,-368 3 0,0-5 0,-1-4 0,0-4 0,-2-4 0,103-39 0,-97 27 0,-64 25 0,-1-2 0,0-2 0,0 0 0,-2-2 0,1-2 0,29-21 0,-1-8 0,60-63 0,-100 90 0,-1-2 0,-1 0 0,-1-1 0,0-1 0,-2 0 0,18-41 0,-26 49 0,-1 1 0,0-1 0,-1 0 0,-1-1 0,-1 1 0,0-1 0,-1 1 0,0-1 0,-1 1 0,-1-1 0,-1 1 0,-3-19 0,0 15 0,-1-1 0,-1 1 0,0 0 0,-2 1 0,0-1 0,-1 2 0,-1-1 0,-23-28 0,-3 3 0,-2 3 0,-61-51 0,-97-60 0,96 76 0,45 38 0,-1 3 0,-1 2 0,-97-38 0,26 13 0,53 21-1365,47 23-5461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15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24575,'-1'60'0,"3"68"0,-2-125 0,0 0 0,0-1 0,1 1 0,0-1 0,-1 1 0,1-1 0,0 1 0,0-1 0,0 1 0,1-1 0,-1 0 0,1 0 0,-1 1 0,1-1 0,0 0 0,-1-1 0,1 1 0,0 0 0,0 0 0,1-1 0,-1 1 0,0-1 0,0 0 0,1 0 0,-1 0 0,1 0 0,-1 0 0,1 0 0,-1 0 0,1-1 0,-1 0 0,1 1 0,0-1 0,4 0 0,5 0 0,0-1 0,0 0 0,0-1 0,-1 0 0,1-1 0,16-6 0,194-81 0,-40 14 0,-26 26-1365,-137 43-5461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18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24575,'0'5'0,"0"5"0,0 7 0,0 4 0,0 3 0,9 3 0,8-4 0,15-5 0,20-6 0,15-5 0,10-9 0,5-8 0,4-12 0,-10-2 0,-12 4 0,-12-1 0,-16 5-8191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21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24575,'5'0'0,"5"0"0,7 0 0,8 0 0,6 0 0,6 0 0,2 0 0,-2 0 0,3 0 0,-2 0 0,-2 0 0,-3 0 0,-6 0-8191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25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23764,'3135'-81'0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29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21389,'1162'0'0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33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1 598 24575,'6'0'0,"1"-1"0,0 0 0,-1-1 0,1 1 0,-1-1 0,0-1 0,0 1 0,10-6 0,47-32 0,-56 35 0,101-76 0,23-15 0,-114 83 0,0-1 0,-1 0 0,0-1 0,16-21 0,-12 13 0,26-22 0,101-70 0,-146 114 0,1 0 0,0 0 0,-1 0 0,1 0 0,-1-1 0,0 1 0,1 0 0,-1-1 0,0 1 0,0-1 0,0 0 0,0 1 0,0-1 0,0 0 0,0 0 0,-1 1 0,2-5 0,-3 5 0,1 0 0,-1-1 0,0 1 0,1 0 0,-1 0 0,0 0 0,1 0 0,-1 0 0,0 0 0,0 0 0,0 0 0,0 0 0,0 0 0,0 1 0,0-1 0,-1 0 0,1 1 0,0-1 0,0 1 0,-1-1 0,1 1 0,0-1 0,0 1 0,-1 0 0,1 0 0,-2 0 0,-41-10 0,0 2 0,-52-3 0,156 11 0,-36-1 0,1 1 0,0 1 0,-1 1 0,43 9 0,-15-1 0,-41-9 0,0 1 0,0 0 0,-1 1 0,1 0 0,14 6 0,-22-7 0,0 0 0,0 0 0,0 0 0,-1 0 0,1 0 0,-1 1 0,1-1 0,-1 1 0,0-1 0,0 1 0,0 0 0,0 0 0,0 0 0,-1 0 0,0 0 0,1 1 0,-1-1 0,0 0 0,0 0 0,-1 1 0,1 6 0,-1-2-5,0 0 0,-1 1 0,0-1 0,0 0 1,-1 1-1,0-1 0,-1 0 0,1 0 0,-2-1 0,1 1 0,-1-1 0,0 1 0,-9 11 0,-10 20-1291,12-15-5530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35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 24575,'1698'0'0,"-1681"-1"-341,0 0 0,0-1-1,22-5 1,-16 1-6485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42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23706,'1513'-54'0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47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2001 1 24020,'-2000'108'0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50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23778,'1053'-82'0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54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0 221 24575,'97'1'0,"105"-3"0,-199 2 0,-1 0 0,1-1 0,-1 1 0,0-1 0,1 1 0,-1-1 0,0 0 0,1 0 0,-1 0 0,0 0 0,0 0 0,0 0 0,0 0 0,0-1 0,0 1 0,0-1 0,0 0 0,-1 0 0,1 1 0,-1-1 0,1 0 0,-1 0 0,0 0 0,1 0 0,-1-1 0,0 1 0,0 0 0,-1 0 0,1-1 0,0 1 0,-1-1 0,0 1 0,1 0 0,-1-4 0,0 1 0,0 0 0,-1 0 0,0 0 0,0 0 0,0 0 0,0 0 0,0 0 0,-1 1 0,0-1 0,0 1 0,-1-1 0,1 1 0,-1 0 0,0 0 0,-6-7 0,1 3 0,-1 2 0,0-1 0,-14-7 0,-5-4 0,28 18 0,-1-1 0,1 1 0,-1 0 0,1 0 0,-1-1 0,1 1 0,0 0 0,-1-1 0,1 1 0,-1 0 0,1-1 0,0 1 0,-1-1 0,1 1 0,0 0 0,0-1 0,-1 1 0,1-1 0,0 1 0,0-1 0,0 1 0,-1-1 0,1 1 0,0-1 0,0 1 0,0-1 0,0 0 0,0 0 0,13-6 0,30 3 0,-39 3 0,198-3 0,-157 5 0,0 3 0,66 12 0,-108-15 0,0-1 0,0 1 0,0 0 0,0 0 0,0 0 0,0 0 0,0 1 0,0-1 0,-1 1 0,1 0 0,0-1 0,-1 1 0,0 0 0,1 1 0,-1-1 0,0 0 0,0 1 0,0-1 0,0 1 0,-1 0 0,1-1 0,-1 1 0,1 0 0,-1 0 0,0 0 0,1 4 0,-2-1 0,1 0 0,-1 0 0,0 1 0,0-1 0,-1 0 0,0 0 0,0 0 0,-1 0 0,1 0 0,-1 0 0,-1 0 0,-3 8 0,-24 41-1365,14-31-5461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37:56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1308 0 24575,'-4'0'0,"-11"0"0,-13 0 0,-19 10 0,-20 11 0,-17 12 0,-13 14 0,-18 13 0,-6 6 0,-3 0 0,3-2 0,7-7 0,10-8 0,17-13 0,15-8 0,11-9 0,15-7-8191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58:38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1268 24575,'3'47'0,"3"1"0,1-1 0,3-1 0,17 52 0,-4-12 0,-22-82 0,-1-1 0,1 0 0,0 0 0,0 0 0,0 0 0,1 0 0,-1 0 0,1 0 0,-1 0 0,1-1 0,0 1 0,0 0 0,0-1 0,5 5 0,-6-7 0,0 1 0,0-1 0,0 1 0,1-1 0,-1 0 0,0 1 0,0-1 0,0 0 0,0 0 0,1 0 0,-1 0 0,0 0 0,0 0 0,0 0 0,1 0 0,1-1 0,0 0 0,1-1 0,-1 1 0,1-1 0,-1 0 0,0 0 0,0 0 0,4-4 0,42-39 0,-2-3 0,76-100 0,-82 97 0,331-434 0,-47 61 0,-186 244 51,65-82-1467,-180 234-5410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9:59:23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23377,'2216'53'0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EBF2-3ECE-AEE0-6FC4-2ABDCC7C0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0E387-9C76-45CB-0131-AEDAFD099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CD22A-C237-5475-714B-AF9A431C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F7378-7470-C32D-944C-E6E12756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2A44-BA45-2E51-BB42-C55FC6CF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72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8047-3E13-78D2-72E8-14C0F81C1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B5C07-0C82-4AA1-B7B0-35ADAE3C9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44BC6-E9C7-3B41-1ABF-D02A3254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97A89-AE02-B496-6F6C-0E4B79AF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CF2A2-4D59-78F9-B72E-787E4155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9201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4257-A452-7EF6-E485-0586AAF7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9B28B-5E82-5119-7689-CFB9B9845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F7ED0-78AC-9D26-CAAB-158A2A05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74C2E-7609-AA51-D7D5-E020F42F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6A6B5-C76E-E87C-3CB8-97C711C2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6509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CC7C-71E7-2C94-F6AE-E97F4D60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D95B-17E9-70CC-3BE4-647DA3BEF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46AED-F481-EEA1-A0EB-DC0FB62F0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FE099-41CB-FF85-E9A9-3FB05379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F450-F04C-7D3B-409D-E9678993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B7BC8-72FB-2F7C-081D-7D7F141F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6949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A1D3-2863-F6C4-98D3-170F38C2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FB82C-902E-B9E6-D564-2DDEF1104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CBEBB-23C2-EF2D-09DC-D3888F9DC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5C9FB-7EF7-094A-C143-7D03F93CA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FC6F1-F4BD-E2EF-A46B-557F712FE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497BA4-458B-CD87-50C1-747F4CE3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B86BE-09FD-5DA6-DC79-C4A88E71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770E07-ACAA-63BF-DBF4-96874117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6773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A837-CD8A-6E9B-6632-1F51E59C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3E797-2D4B-7976-8C38-B4055CD10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719C8-2A30-DC10-311C-76495E4D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08E50-A31B-0A92-8D82-D3B71F28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3657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A2C28-419D-B4E0-6A43-A2F33DC9C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E6071-C83A-CF97-65CF-8BCAE43F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6D6B-EDC5-106F-1C25-AD1E98F8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577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B8CD-BFA3-7417-5DF1-ACBEF2D0A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C1068-4F00-759E-3B8D-FFF621EF0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BC46C-CD98-F048-9F7F-AD7802090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5EE95-2606-C548-DB7E-5E67B5FE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EB5BA-70DF-578E-1B20-D3E301C21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CB734-8C2B-B4C7-B103-C9B34626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7498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B3AC-DD3C-F10D-1127-C8698A6B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53F9F3-3F63-2910-295B-4111999B7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F688A-F95E-ED24-38CE-0DAC0D0FF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91546-73E0-173B-A84D-86FF5015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48EC-65F5-6E99-0770-BD18E5A3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0A0DA-5F4C-7D68-4C1D-A88EC2D8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8248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EED4-9612-E3D4-CCE3-E89E7386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009C3-64F4-70ED-6B8A-EDE9132BE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9AF3D-837B-E2B3-6F27-D47804C7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27673-5D73-2888-B761-1E32BBCB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64D67-557E-7FFC-CDFA-13FFF292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3026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4AB08-823A-6B97-C196-AA3CC4089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202A9-7CDC-75DB-A18B-08B1024B9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BFBED-400B-0A5E-A2B9-272E762E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97203-959D-1421-5B36-0FB58DB4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7AB0-F6CA-5673-2EBB-604D6C4F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1862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0B9FF0-0E20-0688-7507-1574609B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E6689-6D20-8DA5-3FC7-F6BE2CC6B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76139-C18C-94E4-FDD3-9A9883A77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A1AA3-CD2A-4D71-8BCD-BA558385EA86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5191F-0502-4ADC-9018-A001BCBF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4AC35-80E1-D912-A62E-AE871A81A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4B619-285A-4C91-8FD3-A94E6739EEC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2711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39" Type="http://schemas.openxmlformats.org/officeDocument/2006/relationships/image" Target="../media/image48.png"/><Relationship Id="rId21" Type="http://schemas.openxmlformats.org/officeDocument/2006/relationships/customXml" Target="../ink/ink37.xml"/><Relationship Id="rId34" Type="http://schemas.openxmlformats.org/officeDocument/2006/relationships/customXml" Target="../ink/ink44.xml"/><Relationship Id="rId42" Type="http://schemas.openxmlformats.org/officeDocument/2006/relationships/customXml" Target="../ink/ink49.xml"/><Relationship Id="rId47" Type="http://schemas.openxmlformats.org/officeDocument/2006/relationships/customXml" Target="../ink/ink52.xml"/><Relationship Id="rId50" Type="http://schemas.openxmlformats.org/officeDocument/2006/relationships/image" Target="../media/image53.png"/><Relationship Id="rId55" Type="http://schemas.openxmlformats.org/officeDocument/2006/relationships/customXml" Target="../ink/ink56.xml"/><Relationship Id="rId7" Type="http://schemas.openxmlformats.org/officeDocument/2006/relationships/customXml" Target="../ink/ink30.xml"/><Relationship Id="rId2" Type="http://schemas.openxmlformats.org/officeDocument/2006/relationships/image" Target="../media/image31.png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29" Type="http://schemas.openxmlformats.org/officeDocument/2006/relationships/customXml" Target="../ink/ink41.xml"/><Relationship Id="rId41" Type="http://schemas.openxmlformats.org/officeDocument/2006/relationships/image" Target="../media/image49.png"/><Relationship Id="rId54" Type="http://schemas.openxmlformats.org/officeDocument/2006/relationships/image" Target="../media/image55.png"/><Relationship Id="rId6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customXml" Target="../ink/ink32.xml"/><Relationship Id="rId24" Type="http://schemas.openxmlformats.org/officeDocument/2006/relationships/image" Target="../media/image42.png"/><Relationship Id="rId32" Type="http://schemas.openxmlformats.org/officeDocument/2006/relationships/customXml" Target="../ink/ink43.xml"/><Relationship Id="rId37" Type="http://schemas.openxmlformats.org/officeDocument/2006/relationships/image" Target="../media/image47.png"/><Relationship Id="rId40" Type="http://schemas.openxmlformats.org/officeDocument/2006/relationships/customXml" Target="../ink/ink48.xml"/><Relationship Id="rId45" Type="http://schemas.openxmlformats.org/officeDocument/2006/relationships/image" Target="../media/image51.png"/><Relationship Id="rId53" Type="http://schemas.openxmlformats.org/officeDocument/2006/relationships/customXml" Target="../ink/ink55.xml"/><Relationship Id="rId58" Type="http://schemas.openxmlformats.org/officeDocument/2006/relationships/image" Target="../media/image57.png"/><Relationship Id="rId5" Type="http://schemas.openxmlformats.org/officeDocument/2006/relationships/customXml" Target="../ink/ink29.xml"/><Relationship Id="rId15" Type="http://schemas.openxmlformats.org/officeDocument/2006/relationships/customXml" Target="../ink/ink34.xml"/><Relationship Id="rId23" Type="http://schemas.openxmlformats.org/officeDocument/2006/relationships/customXml" Target="../ink/ink38.xml"/><Relationship Id="rId28" Type="http://schemas.openxmlformats.org/officeDocument/2006/relationships/image" Target="../media/image44.png"/><Relationship Id="rId36" Type="http://schemas.openxmlformats.org/officeDocument/2006/relationships/customXml" Target="../ink/ink46.xml"/><Relationship Id="rId49" Type="http://schemas.openxmlformats.org/officeDocument/2006/relationships/customXml" Target="../ink/ink53.xml"/><Relationship Id="rId57" Type="http://schemas.openxmlformats.org/officeDocument/2006/relationships/customXml" Target="../ink/ink57.xml"/><Relationship Id="rId61" Type="http://schemas.openxmlformats.org/officeDocument/2006/relationships/customXml" Target="../ink/ink59.xml"/><Relationship Id="rId10" Type="http://schemas.openxmlformats.org/officeDocument/2006/relationships/image" Target="../media/image35.png"/><Relationship Id="rId19" Type="http://schemas.openxmlformats.org/officeDocument/2006/relationships/customXml" Target="../ink/ink36.xml"/><Relationship Id="rId31" Type="http://schemas.openxmlformats.org/officeDocument/2006/relationships/customXml" Target="../ink/ink42.xml"/><Relationship Id="rId44" Type="http://schemas.openxmlformats.org/officeDocument/2006/relationships/customXml" Target="../ink/ink50.xml"/><Relationship Id="rId52" Type="http://schemas.openxmlformats.org/officeDocument/2006/relationships/image" Target="../media/image54.png"/><Relationship Id="rId60" Type="http://schemas.openxmlformats.org/officeDocument/2006/relationships/image" Target="../media/image58.png"/><Relationship Id="rId4" Type="http://schemas.openxmlformats.org/officeDocument/2006/relationships/image" Target="../media/image32.png"/><Relationship Id="rId9" Type="http://schemas.openxmlformats.org/officeDocument/2006/relationships/customXml" Target="../ink/ink31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40.xml"/><Relationship Id="rId30" Type="http://schemas.openxmlformats.org/officeDocument/2006/relationships/image" Target="../media/image45.png"/><Relationship Id="rId35" Type="http://schemas.openxmlformats.org/officeDocument/2006/relationships/customXml" Target="../ink/ink45.xml"/><Relationship Id="rId43" Type="http://schemas.openxmlformats.org/officeDocument/2006/relationships/image" Target="../media/image50.png"/><Relationship Id="rId48" Type="http://schemas.openxmlformats.org/officeDocument/2006/relationships/image" Target="../media/image52.png"/><Relationship Id="rId56" Type="http://schemas.openxmlformats.org/officeDocument/2006/relationships/image" Target="../media/image56.png"/><Relationship Id="rId8" Type="http://schemas.openxmlformats.org/officeDocument/2006/relationships/image" Target="../media/image34.png"/><Relationship Id="rId51" Type="http://schemas.openxmlformats.org/officeDocument/2006/relationships/customXml" Target="../ink/ink54.xml"/><Relationship Id="rId3" Type="http://schemas.openxmlformats.org/officeDocument/2006/relationships/customXml" Target="../ink/ink28.xml"/><Relationship Id="rId12" Type="http://schemas.openxmlformats.org/officeDocument/2006/relationships/image" Target="../media/image36.png"/><Relationship Id="rId17" Type="http://schemas.openxmlformats.org/officeDocument/2006/relationships/customXml" Target="../ink/ink35.xml"/><Relationship Id="rId25" Type="http://schemas.openxmlformats.org/officeDocument/2006/relationships/customXml" Target="../ink/ink39.xml"/><Relationship Id="rId33" Type="http://schemas.openxmlformats.org/officeDocument/2006/relationships/image" Target="../media/image46.png"/><Relationship Id="rId38" Type="http://schemas.openxmlformats.org/officeDocument/2006/relationships/customXml" Target="../ink/ink47.xml"/><Relationship Id="rId46" Type="http://schemas.openxmlformats.org/officeDocument/2006/relationships/customXml" Target="../ink/ink51.xml"/><Relationship Id="rId59" Type="http://schemas.openxmlformats.org/officeDocument/2006/relationships/customXml" Target="../ink/ink5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.xml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0" Type="http://schemas.openxmlformats.org/officeDocument/2006/relationships/customXml" Target="../ink/ink64.xml"/><Relationship Id="rId4" Type="http://schemas.openxmlformats.org/officeDocument/2006/relationships/customXml" Target="../ink/ink61.xml"/><Relationship Id="rId9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13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12" Type="http://schemas.openxmlformats.org/officeDocument/2006/relationships/customXml" Target="../ink/ink70.xml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.xml"/><Relationship Id="rId11" Type="http://schemas.openxmlformats.org/officeDocument/2006/relationships/image" Target="../media/image69.png"/><Relationship Id="rId5" Type="http://schemas.openxmlformats.org/officeDocument/2006/relationships/image" Target="../media/image66.png"/><Relationship Id="rId10" Type="http://schemas.openxmlformats.org/officeDocument/2006/relationships/customXml" Target="../ink/ink69.xml"/><Relationship Id="rId4" Type="http://schemas.openxmlformats.org/officeDocument/2006/relationships/customXml" Target="../ink/ink66.xml"/><Relationship Id="rId9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13" Type="http://schemas.openxmlformats.org/officeDocument/2006/relationships/image" Target="../media/image76.png"/><Relationship Id="rId18" Type="http://schemas.openxmlformats.org/officeDocument/2006/relationships/customXml" Target="../ink/ink79.xml"/><Relationship Id="rId26" Type="http://schemas.openxmlformats.org/officeDocument/2006/relationships/customXml" Target="../ink/ink83.xml"/><Relationship Id="rId3" Type="http://schemas.openxmlformats.org/officeDocument/2006/relationships/image" Target="../media/image71.png"/><Relationship Id="rId21" Type="http://schemas.openxmlformats.org/officeDocument/2006/relationships/image" Target="../media/image79.png"/><Relationship Id="rId7" Type="http://schemas.openxmlformats.org/officeDocument/2006/relationships/image" Target="../media/image73.png"/><Relationship Id="rId12" Type="http://schemas.openxmlformats.org/officeDocument/2006/relationships/customXml" Target="../ink/ink76.xml"/><Relationship Id="rId17" Type="http://schemas.openxmlformats.org/officeDocument/2006/relationships/image" Target="../media/image40.png"/><Relationship Id="rId25" Type="http://schemas.openxmlformats.org/officeDocument/2006/relationships/image" Target="../media/image81.png"/><Relationship Id="rId2" Type="http://schemas.openxmlformats.org/officeDocument/2006/relationships/customXml" Target="../ink/ink71.xml"/><Relationship Id="rId16" Type="http://schemas.openxmlformats.org/officeDocument/2006/relationships/customXml" Target="../ink/ink78.xml"/><Relationship Id="rId20" Type="http://schemas.openxmlformats.org/officeDocument/2006/relationships/customXml" Target="../ink/ink80.xml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.xml"/><Relationship Id="rId11" Type="http://schemas.openxmlformats.org/officeDocument/2006/relationships/image" Target="../media/image75.png"/><Relationship Id="rId24" Type="http://schemas.openxmlformats.org/officeDocument/2006/relationships/customXml" Target="../ink/ink82.xml"/><Relationship Id="rId5" Type="http://schemas.openxmlformats.org/officeDocument/2006/relationships/image" Target="../media/image72.png"/><Relationship Id="rId15" Type="http://schemas.openxmlformats.org/officeDocument/2006/relationships/image" Target="../media/image77.png"/><Relationship Id="rId23" Type="http://schemas.openxmlformats.org/officeDocument/2006/relationships/image" Target="../media/image80.png"/><Relationship Id="rId28" Type="http://schemas.openxmlformats.org/officeDocument/2006/relationships/customXml" Target="../ink/ink84.xml"/><Relationship Id="rId10" Type="http://schemas.openxmlformats.org/officeDocument/2006/relationships/customXml" Target="../ink/ink75.xml"/><Relationship Id="rId19" Type="http://schemas.openxmlformats.org/officeDocument/2006/relationships/image" Target="../media/image78.png"/><Relationship Id="rId31" Type="http://schemas.openxmlformats.org/officeDocument/2006/relationships/image" Target="../media/image84.png"/><Relationship Id="rId4" Type="http://schemas.openxmlformats.org/officeDocument/2006/relationships/customXml" Target="../ink/ink72.xml"/><Relationship Id="rId9" Type="http://schemas.openxmlformats.org/officeDocument/2006/relationships/image" Target="../media/image74.png"/><Relationship Id="rId14" Type="http://schemas.openxmlformats.org/officeDocument/2006/relationships/customXml" Target="../ink/ink77.xml"/><Relationship Id="rId22" Type="http://schemas.openxmlformats.org/officeDocument/2006/relationships/customXml" Target="../ink/ink81.xml"/><Relationship Id="rId27" Type="http://schemas.openxmlformats.org/officeDocument/2006/relationships/image" Target="../media/image82.png"/><Relationship Id="rId30" Type="http://schemas.openxmlformats.org/officeDocument/2006/relationships/customXml" Target="../ink/ink85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1.xml"/><Relationship Id="rId18" Type="http://schemas.openxmlformats.org/officeDocument/2006/relationships/image" Target="../media/image92.png"/><Relationship Id="rId26" Type="http://schemas.openxmlformats.org/officeDocument/2006/relationships/customXml" Target="../ink/ink98.xml"/><Relationship Id="rId39" Type="http://schemas.openxmlformats.org/officeDocument/2006/relationships/image" Target="../media/image102.png"/><Relationship Id="rId21" Type="http://schemas.openxmlformats.org/officeDocument/2006/relationships/customXml" Target="../ink/ink95.xml"/><Relationship Id="rId34" Type="http://schemas.openxmlformats.org/officeDocument/2006/relationships/customXml" Target="../ink/ink102.xml"/><Relationship Id="rId42" Type="http://schemas.openxmlformats.org/officeDocument/2006/relationships/customXml" Target="../ink/ink106.xml"/><Relationship Id="rId47" Type="http://schemas.openxmlformats.org/officeDocument/2006/relationships/customXml" Target="../ink/ink109.xml"/><Relationship Id="rId50" Type="http://schemas.openxmlformats.org/officeDocument/2006/relationships/image" Target="../media/image107.png"/><Relationship Id="rId55" Type="http://schemas.openxmlformats.org/officeDocument/2006/relationships/customXml" Target="../ink/ink113.xml"/><Relationship Id="rId63" Type="http://schemas.openxmlformats.org/officeDocument/2006/relationships/image" Target="../media/image113.png"/><Relationship Id="rId68" Type="http://schemas.openxmlformats.org/officeDocument/2006/relationships/customXml" Target="../ink/ink120.xml"/><Relationship Id="rId7" Type="http://schemas.openxmlformats.org/officeDocument/2006/relationships/customXml" Target="../ink/ink88.xml"/><Relationship Id="rId71" Type="http://schemas.openxmlformats.org/officeDocument/2006/relationships/image" Target="../media/image117.png"/><Relationship Id="rId2" Type="http://schemas.openxmlformats.org/officeDocument/2006/relationships/image" Target="../media/image85.png"/><Relationship Id="rId16" Type="http://schemas.openxmlformats.org/officeDocument/2006/relationships/image" Target="../media/image91.png"/><Relationship Id="rId29" Type="http://schemas.openxmlformats.org/officeDocument/2006/relationships/image" Target="../media/image97.png"/><Relationship Id="rId11" Type="http://schemas.openxmlformats.org/officeDocument/2006/relationships/customXml" Target="../ink/ink90.xml"/><Relationship Id="rId24" Type="http://schemas.openxmlformats.org/officeDocument/2006/relationships/image" Target="../media/image95.png"/><Relationship Id="rId32" Type="http://schemas.openxmlformats.org/officeDocument/2006/relationships/customXml" Target="../ink/ink101.xml"/><Relationship Id="rId37" Type="http://schemas.openxmlformats.org/officeDocument/2006/relationships/image" Target="../media/image101.png"/><Relationship Id="rId40" Type="http://schemas.openxmlformats.org/officeDocument/2006/relationships/customXml" Target="../ink/ink105.xml"/><Relationship Id="rId45" Type="http://schemas.openxmlformats.org/officeDocument/2006/relationships/image" Target="../media/image105.png"/><Relationship Id="rId53" Type="http://schemas.openxmlformats.org/officeDocument/2006/relationships/customXml" Target="../ink/ink112.xml"/><Relationship Id="rId58" Type="http://schemas.openxmlformats.org/officeDocument/2006/relationships/image" Target="../media/image111.png"/><Relationship Id="rId66" Type="http://schemas.openxmlformats.org/officeDocument/2006/relationships/customXml" Target="../ink/ink119.xml"/><Relationship Id="rId5" Type="http://schemas.openxmlformats.org/officeDocument/2006/relationships/customXml" Target="../ink/ink87.xml"/><Relationship Id="rId15" Type="http://schemas.openxmlformats.org/officeDocument/2006/relationships/customXml" Target="../ink/ink92.xml"/><Relationship Id="rId23" Type="http://schemas.openxmlformats.org/officeDocument/2006/relationships/customXml" Target="../ink/ink96.xml"/><Relationship Id="rId28" Type="http://schemas.openxmlformats.org/officeDocument/2006/relationships/customXml" Target="../ink/ink99.xml"/><Relationship Id="rId36" Type="http://schemas.openxmlformats.org/officeDocument/2006/relationships/customXml" Target="../ink/ink103.xml"/><Relationship Id="rId49" Type="http://schemas.openxmlformats.org/officeDocument/2006/relationships/customXml" Target="../ink/ink110.xml"/><Relationship Id="rId57" Type="http://schemas.openxmlformats.org/officeDocument/2006/relationships/customXml" Target="../ink/ink114.xml"/><Relationship Id="rId61" Type="http://schemas.openxmlformats.org/officeDocument/2006/relationships/customXml" Target="../ink/ink116.xml"/><Relationship Id="rId10" Type="http://schemas.openxmlformats.org/officeDocument/2006/relationships/image" Target="../media/image88.png"/><Relationship Id="rId19" Type="http://schemas.openxmlformats.org/officeDocument/2006/relationships/customXml" Target="../ink/ink94.xml"/><Relationship Id="rId31" Type="http://schemas.openxmlformats.org/officeDocument/2006/relationships/image" Target="../media/image98.png"/><Relationship Id="rId44" Type="http://schemas.openxmlformats.org/officeDocument/2006/relationships/customXml" Target="../ink/ink107.xml"/><Relationship Id="rId52" Type="http://schemas.openxmlformats.org/officeDocument/2006/relationships/image" Target="../media/image108.png"/><Relationship Id="rId60" Type="http://schemas.openxmlformats.org/officeDocument/2006/relationships/image" Target="../media/image112.png"/><Relationship Id="rId65" Type="http://schemas.openxmlformats.org/officeDocument/2006/relationships/image" Target="../media/image114.png"/><Relationship Id="rId73" Type="http://schemas.openxmlformats.org/officeDocument/2006/relationships/image" Target="../media/image118.png"/><Relationship Id="rId4" Type="http://schemas.openxmlformats.org/officeDocument/2006/relationships/image" Target="../media/image86.png"/><Relationship Id="rId9" Type="http://schemas.openxmlformats.org/officeDocument/2006/relationships/customXml" Target="../ink/ink89.xml"/><Relationship Id="rId14" Type="http://schemas.openxmlformats.org/officeDocument/2006/relationships/image" Target="../media/image90.png"/><Relationship Id="rId22" Type="http://schemas.openxmlformats.org/officeDocument/2006/relationships/image" Target="../media/image94.png"/><Relationship Id="rId27" Type="http://schemas.openxmlformats.org/officeDocument/2006/relationships/image" Target="../media/image96.png"/><Relationship Id="rId30" Type="http://schemas.openxmlformats.org/officeDocument/2006/relationships/customXml" Target="../ink/ink100.xml"/><Relationship Id="rId35" Type="http://schemas.openxmlformats.org/officeDocument/2006/relationships/image" Target="../media/image100.png"/><Relationship Id="rId43" Type="http://schemas.openxmlformats.org/officeDocument/2006/relationships/image" Target="../media/image104.png"/><Relationship Id="rId48" Type="http://schemas.openxmlformats.org/officeDocument/2006/relationships/image" Target="../media/image106.png"/><Relationship Id="rId56" Type="http://schemas.openxmlformats.org/officeDocument/2006/relationships/image" Target="../media/image110.png"/><Relationship Id="rId64" Type="http://schemas.openxmlformats.org/officeDocument/2006/relationships/customXml" Target="../ink/ink118.xml"/><Relationship Id="rId69" Type="http://schemas.openxmlformats.org/officeDocument/2006/relationships/image" Target="../media/image116.png"/><Relationship Id="rId8" Type="http://schemas.openxmlformats.org/officeDocument/2006/relationships/image" Target="../media/image87.png"/><Relationship Id="rId51" Type="http://schemas.openxmlformats.org/officeDocument/2006/relationships/customXml" Target="../ink/ink111.xml"/><Relationship Id="rId72" Type="http://schemas.openxmlformats.org/officeDocument/2006/relationships/customXml" Target="../ink/ink122.xml"/><Relationship Id="rId3" Type="http://schemas.openxmlformats.org/officeDocument/2006/relationships/customXml" Target="../ink/ink86.xml"/><Relationship Id="rId12" Type="http://schemas.openxmlformats.org/officeDocument/2006/relationships/image" Target="../media/image89.png"/><Relationship Id="rId17" Type="http://schemas.openxmlformats.org/officeDocument/2006/relationships/customXml" Target="../ink/ink93.xml"/><Relationship Id="rId25" Type="http://schemas.openxmlformats.org/officeDocument/2006/relationships/customXml" Target="../ink/ink97.xml"/><Relationship Id="rId33" Type="http://schemas.openxmlformats.org/officeDocument/2006/relationships/image" Target="../media/image99.png"/><Relationship Id="rId38" Type="http://schemas.openxmlformats.org/officeDocument/2006/relationships/customXml" Target="../ink/ink104.xml"/><Relationship Id="rId46" Type="http://schemas.openxmlformats.org/officeDocument/2006/relationships/customXml" Target="../ink/ink108.xml"/><Relationship Id="rId59" Type="http://schemas.openxmlformats.org/officeDocument/2006/relationships/customXml" Target="../ink/ink115.xml"/><Relationship Id="rId67" Type="http://schemas.openxmlformats.org/officeDocument/2006/relationships/image" Target="../media/image115.png"/><Relationship Id="rId20" Type="http://schemas.openxmlformats.org/officeDocument/2006/relationships/image" Target="../media/image93.png"/><Relationship Id="rId41" Type="http://schemas.openxmlformats.org/officeDocument/2006/relationships/image" Target="../media/image103.png"/><Relationship Id="rId54" Type="http://schemas.openxmlformats.org/officeDocument/2006/relationships/image" Target="../media/image109.png"/><Relationship Id="rId62" Type="http://schemas.openxmlformats.org/officeDocument/2006/relationships/customXml" Target="../ink/ink117.xml"/><Relationship Id="rId70" Type="http://schemas.openxmlformats.org/officeDocument/2006/relationships/customXml" Target="../ink/ink1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customXml" Target="../ink/ink123.xml"/><Relationship Id="rId7" Type="http://schemas.openxmlformats.org/officeDocument/2006/relationships/customXml" Target="../ink/ink125.xml"/><Relationship Id="rId12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customXml" Target="../ink/ink127.xml"/><Relationship Id="rId5" Type="http://schemas.openxmlformats.org/officeDocument/2006/relationships/customXml" Target="../ink/ink124.xml"/><Relationship Id="rId10" Type="http://schemas.openxmlformats.org/officeDocument/2006/relationships/image" Target="../media/image123.png"/><Relationship Id="rId4" Type="http://schemas.openxmlformats.org/officeDocument/2006/relationships/image" Target="../media/image120.png"/><Relationship Id="rId9" Type="http://schemas.openxmlformats.org/officeDocument/2006/relationships/customXml" Target="../ink/ink12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1.xml"/><Relationship Id="rId3" Type="http://schemas.openxmlformats.org/officeDocument/2006/relationships/image" Target="../media/image125.png"/><Relationship Id="rId7" Type="http://schemas.openxmlformats.org/officeDocument/2006/relationships/image" Target="../media/image127.png"/><Relationship Id="rId2" Type="http://schemas.openxmlformats.org/officeDocument/2006/relationships/customXml" Target="../ink/ink1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0.xml"/><Relationship Id="rId5" Type="http://schemas.openxmlformats.org/officeDocument/2006/relationships/image" Target="../media/image126.png"/><Relationship Id="rId4" Type="http://schemas.openxmlformats.org/officeDocument/2006/relationships/customXml" Target="../ink/ink129.xml"/><Relationship Id="rId9" Type="http://schemas.openxmlformats.org/officeDocument/2006/relationships/image" Target="../media/image1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5.xml"/><Relationship Id="rId3" Type="http://schemas.openxmlformats.org/officeDocument/2006/relationships/image" Target="../media/image129.png"/><Relationship Id="rId7" Type="http://schemas.openxmlformats.org/officeDocument/2006/relationships/image" Target="../media/image131.png"/><Relationship Id="rId2" Type="http://schemas.openxmlformats.org/officeDocument/2006/relationships/customXml" Target="../ink/ink1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4.xml"/><Relationship Id="rId11" Type="http://schemas.openxmlformats.org/officeDocument/2006/relationships/image" Target="../media/image133.png"/><Relationship Id="rId5" Type="http://schemas.openxmlformats.org/officeDocument/2006/relationships/image" Target="../media/image130.png"/><Relationship Id="rId10" Type="http://schemas.openxmlformats.org/officeDocument/2006/relationships/customXml" Target="../ink/ink136.xml"/><Relationship Id="rId4" Type="http://schemas.openxmlformats.org/officeDocument/2006/relationships/customXml" Target="../ink/ink133.xml"/><Relationship Id="rId9" Type="http://schemas.openxmlformats.org/officeDocument/2006/relationships/image" Target="../media/image1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0.xml"/><Relationship Id="rId13" Type="http://schemas.openxmlformats.org/officeDocument/2006/relationships/image" Target="../media/image139.png"/><Relationship Id="rId18" Type="http://schemas.openxmlformats.org/officeDocument/2006/relationships/customXml" Target="../ink/ink145.xml"/><Relationship Id="rId3" Type="http://schemas.openxmlformats.org/officeDocument/2006/relationships/image" Target="../media/image134.png"/><Relationship Id="rId21" Type="http://schemas.openxmlformats.org/officeDocument/2006/relationships/image" Target="../media/image40.png"/><Relationship Id="rId7" Type="http://schemas.openxmlformats.org/officeDocument/2006/relationships/image" Target="../media/image136.png"/><Relationship Id="rId12" Type="http://schemas.openxmlformats.org/officeDocument/2006/relationships/customXml" Target="../ink/ink142.xml"/><Relationship Id="rId17" Type="http://schemas.openxmlformats.org/officeDocument/2006/relationships/image" Target="../media/image141.png"/><Relationship Id="rId2" Type="http://schemas.openxmlformats.org/officeDocument/2006/relationships/customXml" Target="../ink/ink137.xml"/><Relationship Id="rId16" Type="http://schemas.openxmlformats.org/officeDocument/2006/relationships/customXml" Target="../ink/ink144.xml"/><Relationship Id="rId20" Type="http://schemas.openxmlformats.org/officeDocument/2006/relationships/customXml" Target="../ink/ink1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9.xml"/><Relationship Id="rId11" Type="http://schemas.openxmlformats.org/officeDocument/2006/relationships/image" Target="../media/image138.png"/><Relationship Id="rId5" Type="http://schemas.openxmlformats.org/officeDocument/2006/relationships/image" Target="../media/image135.png"/><Relationship Id="rId15" Type="http://schemas.openxmlformats.org/officeDocument/2006/relationships/image" Target="../media/image140.png"/><Relationship Id="rId10" Type="http://schemas.openxmlformats.org/officeDocument/2006/relationships/customXml" Target="../ink/ink141.xml"/><Relationship Id="rId19" Type="http://schemas.openxmlformats.org/officeDocument/2006/relationships/image" Target="../media/image142.png"/><Relationship Id="rId4" Type="http://schemas.openxmlformats.org/officeDocument/2006/relationships/customXml" Target="../ink/ink138.xml"/><Relationship Id="rId9" Type="http://schemas.openxmlformats.org/officeDocument/2006/relationships/image" Target="../media/image137.png"/><Relationship Id="rId14" Type="http://schemas.openxmlformats.org/officeDocument/2006/relationships/customXml" Target="../ink/ink14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0.xml"/><Relationship Id="rId3" Type="http://schemas.openxmlformats.org/officeDocument/2006/relationships/image" Target="../media/image143.png"/><Relationship Id="rId7" Type="http://schemas.openxmlformats.org/officeDocument/2006/relationships/image" Target="../media/image145.png"/><Relationship Id="rId2" Type="http://schemas.openxmlformats.org/officeDocument/2006/relationships/customXml" Target="../ink/ink1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9.xml"/><Relationship Id="rId11" Type="http://schemas.openxmlformats.org/officeDocument/2006/relationships/image" Target="../media/image147.png"/><Relationship Id="rId5" Type="http://schemas.openxmlformats.org/officeDocument/2006/relationships/image" Target="../media/image144.png"/><Relationship Id="rId10" Type="http://schemas.openxmlformats.org/officeDocument/2006/relationships/customXml" Target="../ink/ink151.xml"/><Relationship Id="rId4" Type="http://schemas.openxmlformats.org/officeDocument/2006/relationships/customXml" Target="../ink/ink148.xml"/><Relationship Id="rId9" Type="http://schemas.openxmlformats.org/officeDocument/2006/relationships/image" Target="../media/image146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4.xml"/><Relationship Id="rId21" Type="http://schemas.openxmlformats.org/officeDocument/2006/relationships/image" Target="../media/image157.png"/><Relationship Id="rId42" Type="http://schemas.openxmlformats.org/officeDocument/2006/relationships/customXml" Target="../ink/ink172.xml"/><Relationship Id="rId47" Type="http://schemas.openxmlformats.org/officeDocument/2006/relationships/image" Target="../media/image170.png"/><Relationship Id="rId63" Type="http://schemas.openxmlformats.org/officeDocument/2006/relationships/image" Target="../media/image178.png"/><Relationship Id="rId68" Type="http://schemas.openxmlformats.org/officeDocument/2006/relationships/customXml" Target="../ink/ink185.xml"/><Relationship Id="rId84" Type="http://schemas.openxmlformats.org/officeDocument/2006/relationships/image" Target="../media/image187.png"/><Relationship Id="rId89" Type="http://schemas.openxmlformats.org/officeDocument/2006/relationships/customXml" Target="../ink/ink196.xml"/><Relationship Id="rId7" Type="http://schemas.openxmlformats.org/officeDocument/2006/relationships/image" Target="../media/image150.png"/><Relationship Id="rId71" Type="http://schemas.openxmlformats.org/officeDocument/2006/relationships/image" Target="../media/image182.png"/><Relationship Id="rId92" Type="http://schemas.openxmlformats.org/officeDocument/2006/relationships/image" Target="../media/image191.png"/><Relationship Id="rId2" Type="http://schemas.openxmlformats.org/officeDocument/2006/relationships/customXml" Target="../ink/ink152.xml"/><Relationship Id="rId16" Type="http://schemas.openxmlformats.org/officeDocument/2006/relationships/customXml" Target="../ink/ink159.xml"/><Relationship Id="rId29" Type="http://schemas.openxmlformats.org/officeDocument/2006/relationships/image" Target="../media/image161.png"/><Relationship Id="rId107" Type="http://schemas.openxmlformats.org/officeDocument/2006/relationships/image" Target="../media/image198.png"/><Relationship Id="rId11" Type="http://schemas.openxmlformats.org/officeDocument/2006/relationships/image" Target="../media/image152.png"/><Relationship Id="rId24" Type="http://schemas.openxmlformats.org/officeDocument/2006/relationships/customXml" Target="../ink/ink163.xml"/><Relationship Id="rId32" Type="http://schemas.openxmlformats.org/officeDocument/2006/relationships/customXml" Target="../ink/ink167.xml"/><Relationship Id="rId37" Type="http://schemas.openxmlformats.org/officeDocument/2006/relationships/image" Target="../media/image165.png"/><Relationship Id="rId40" Type="http://schemas.openxmlformats.org/officeDocument/2006/relationships/customXml" Target="../ink/ink171.xml"/><Relationship Id="rId45" Type="http://schemas.openxmlformats.org/officeDocument/2006/relationships/image" Target="../media/image169.png"/><Relationship Id="rId53" Type="http://schemas.openxmlformats.org/officeDocument/2006/relationships/image" Target="../media/image173.png"/><Relationship Id="rId58" Type="http://schemas.openxmlformats.org/officeDocument/2006/relationships/customXml" Target="../ink/ink180.xml"/><Relationship Id="rId66" Type="http://schemas.openxmlformats.org/officeDocument/2006/relationships/customXml" Target="../ink/ink184.xml"/><Relationship Id="rId74" Type="http://schemas.openxmlformats.org/officeDocument/2006/relationships/customXml" Target="../ink/ink188.xml"/><Relationship Id="rId79" Type="http://schemas.openxmlformats.org/officeDocument/2006/relationships/image" Target="../media/image186.png"/><Relationship Id="rId87" Type="http://schemas.openxmlformats.org/officeDocument/2006/relationships/customXml" Target="../ink/ink195.xml"/><Relationship Id="rId102" Type="http://schemas.openxmlformats.org/officeDocument/2006/relationships/customXml" Target="../ink/ink203.xml"/><Relationship Id="rId5" Type="http://schemas.openxmlformats.org/officeDocument/2006/relationships/image" Target="../media/image149.png"/><Relationship Id="rId61" Type="http://schemas.openxmlformats.org/officeDocument/2006/relationships/image" Target="../media/image177.png"/><Relationship Id="rId82" Type="http://schemas.openxmlformats.org/officeDocument/2006/relationships/customXml" Target="../ink/ink192.xml"/><Relationship Id="rId90" Type="http://schemas.openxmlformats.org/officeDocument/2006/relationships/image" Target="../media/image190.png"/><Relationship Id="rId95" Type="http://schemas.openxmlformats.org/officeDocument/2006/relationships/customXml" Target="../ink/ink199.xml"/><Relationship Id="rId19" Type="http://schemas.openxmlformats.org/officeDocument/2006/relationships/image" Target="../media/image156.png"/><Relationship Id="rId14" Type="http://schemas.openxmlformats.org/officeDocument/2006/relationships/customXml" Target="../ink/ink158.xml"/><Relationship Id="rId22" Type="http://schemas.openxmlformats.org/officeDocument/2006/relationships/customXml" Target="../ink/ink162.xml"/><Relationship Id="rId27" Type="http://schemas.openxmlformats.org/officeDocument/2006/relationships/image" Target="../media/image160.png"/><Relationship Id="rId30" Type="http://schemas.openxmlformats.org/officeDocument/2006/relationships/customXml" Target="../ink/ink166.xml"/><Relationship Id="rId35" Type="http://schemas.openxmlformats.org/officeDocument/2006/relationships/image" Target="../media/image164.png"/><Relationship Id="rId43" Type="http://schemas.openxmlformats.org/officeDocument/2006/relationships/image" Target="../media/image168.png"/><Relationship Id="rId48" Type="http://schemas.openxmlformats.org/officeDocument/2006/relationships/customXml" Target="../ink/ink175.xml"/><Relationship Id="rId56" Type="http://schemas.openxmlformats.org/officeDocument/2006/relationships/customXml" Target="../ink/ink179.xml"/><Relationship Id="rId64" Type="http://schemas.openxmlformats.org/officeDocument/2006/relationships/customXml" Target="../ink/ink183.xml"/><Relationship Id="rId69" Type="http://schemas.openxmlformats.org/officeDocument/2006/relationships/image" Target="../media/image181.png"/><Relationship Id="rId77" Type="http://schemas.openxmlformats.org/officeDocument/2006/relationships/image" Target="../media/image185.png"/><Relationship Id="rId100" Type="http://schemas.openxmlformats.org/officeDocument/2006/relationships/customXml" Target="../ink/ink202.xml"/><Relationship Id="rId105" Type="http://schemas.openxmlformats.org/officeDocument/2006/relationships/image" Target="../media/image197.png"/><Relationship Id="rId8" Type="http://schemas.openxmlformats.org/officeDocument/2006/relationships/customXml" Target="../ink/ink155.xml"/><Relationship Id="rId51" Type="http://schemas.openxmlformats.org/officeDocument/2006/relationships/image" Target="../media/image172.png"/><Relationship Id="rId72" Type="http://schemas.openxmlformats.org/officeDocument/2006/relationships/customXml" Target="../ink/ink187.xml"/><Relationship Id="rId80" Type="http://schemas.openxmlformats.org/officeDocument/2006/relationships/customXml" Target="../ink/ink191.xml"/><Relationship Id="rId85" Type="http://schemas.openxmlformats.org/officeDocument/2006/relationships/customXml" Target="../ink/ink194.xml"/><Relationship Id="rId93" Type="http://schemas.openxmlformats.org/officeDocument/2006/relationships/customXml" Target="../ink/ink198.xml"/><Relationship Id="rId98" Type="http://schemas.openxmlformats.org/officeDocument/2006/relationships/image" Target="../media/image194.png"/><Relationship Id="rId3" Type="http://schemas.openxmlformats.org/officeDocument/2006/relationships/image" Target="../media/image148.png"/><Relationship Id="rId12" Type="http://schemas.openxmlformats.org/officeDocument/2006/relationships/customXml" Target="../ink/ink157.xml"/><Relationship Id="rId17" Type="http://schemas.openxmlformats.org/officeDocument/2006/relationships/image" Target="../media/image155.png"/><Relationship Id="rId25" Type="http://schemas.openxmlformats.org/officeDocument/2006/relationships/image" Target="../media/image159.png"/><Relationship Id="rId33" Type="http://schemas.openxmlformats.org/officeDocument/2006/relationships/image" Target="../media/image163.png"/><Relationship Id="rId38" Type="http://schemas.openxmlformats.org/officeDocument/2006/relationships/customXml" Target="../ink/ink170.xml"/><Relationship Id="rId46" Type="http://schemas.openxmlformats.org/officeDocument/2006/relationships/customXml" Target="../ink/ink174.xml"/><Relationship Id="rId59" Type="http://schemas.openxmlformats.org/officeDocument/2006/relationships/image" Target="../media/image176.png"/><Relationship Id="rId67" Type="http://schemas.openxmlformats.org/officeDocument/2006/relationships/image" Target="../media/image180.png"/><Relationship Id="rId103" Type="http://schemas.openxmlformats.org/officeDocument/2006/relationships/image" Target="../media/image196.png"/><Relationship Id="rId20" Type="http://schemas.openxmlformats.org/officeDocument/2006/relationships/customXml" Target="../ink/ink161.xml"/><Relationship Id="rId41" Type="http://schemas.openxmlformats.org/officeDocument/2006/relationships/image" Target="../media/image167.png"/><Relationship Id="rId54" Type="http://schemas.openxmlformats.org/officeDocument/2006/relationships/customXml" Target="../ink/ink178.xml"/><Relationship Id="rId62" Type="http://schemas.openxmlformats.org/officeDocument/2006/relationships/customXml" Target="../ink/ink182.xml"/><Relationship Id="rId70" Type="http://schemas.openxmlformats.org/officeDocument/2006/relationships/customXml" Target="../ink/ink186.xml"/><Relationship Id="rId75" Type="http://schemas.openxmlformats.org/officeDocument/2006/relationships/image" Target="../media/image184.png"/><Relationship Id="rId83" Type="http://schemas.openxmlformats.org/officeDocument/2006/relationships/customXml" Target="../ink/ink193.xml"/><Relationship Id="rId88" Type="http://schemas.openxmlformats.org/officeDocument/2006/relationships/image" Target="../media/image189.png"/><Relationship Id="rId91" Type="http://schemas.openxmlformats.org/officeDocument/2006/relationships/customXml" Target="../ink/ink197.xml"/><Relationship Id="rId96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4.xml"/><Relationship Id="rId15" Type="http://schemas.openxmlformats.org/officeDocument/2006/relationships/image" Target="../media/image154.png"/><Relationship Id="rId23" Type="http://schemas.openxmlformats.org/officeDocument/2006/relationships/image" Target="../media/image158.png"/><Relationship Id="rId28" Type="http://schemas.openxmlformats.org/officeDocument/2006/relationships/customXml" Target="../ink/ink165.xml"/><Relationship Id="rId36" Type="http://schemas.openxmlformats.org/officeDocument/2006/relationships/customXml" Target="../ink/ink169.xml"/><Relationship Id="rId49" Type="http://schemas.openxmlformats.org/officeDocument/2006/relationships/image" Target="../media/image171.png"/><Relationship Id="rId57" Type="http://schemas.openxmlformats.org/officeDocument/2006/relationships/image" Target="../media/image175.png"/><Relationship Id="rId106" Type="http://schemas.openxmlformats.org/officeDocument/2006/relationships/customXml" Target="../ink/ink205.xml"/><Relationship Id="rId10" Type="http://schemas.openxmlformats.org/officeDocument/2006/relationships/customXml" Target="../ink/ink156.xml"/><Relationship Id="rId31" Type="http://schemas.openxmlformats.org/officeDocument/2006/relationships/image" Target="../media/image162.png"/><Relationship Id="rId44" Type="http://schemas.openxmlformats.org/officeDocument/2006/relationships/customXml" Target="../ink/ink173.xml"/><Relationship Id="rId52" Type="http://schemas.openxmlformats.org/officeDocument/2006/relationships/customXml" Target="../ink/ink177.xml"/><Relationship Id="rId60" Type="http://schemas.openxmlformats.org/officeDocument/2006/relationships/customXml" Target="../ink/ink181.xml"/><Relationship Id="rId65" Type="http://schemas.openxmlformats.org/officeDocument/2006/relationships/image" Target="../media/image179.png"/><Relationship Id="rId73" Type="http://schemas.openxmlformats.org/officeDocument/2006/relationships/image" Target="../media/image183.png"/><Relationship Id="rId78" Type="http://schemas.openxmlformats.org/officeDocument/2006/relationships/customXml" Target="../ink/ink190.xml"/><Relationship Id="rId81" Type="http://schemas.openxmlformats.org/officeDocument/2006/relationships/image" Target="../media/image40.png"/><Relationship Id="rId86" Type="http://schemas.openxmlformats.org/officeDocument/2006/relationships/image" Target="../media/image188.png"/><Relationship Id="rId94" Type="http://schemas.openxmlformats.org/officeDocument/2006/relationships/image" Target="../media/image192.png"/><Relationship Id="rId99" Type="http://schemas.openxmlformats.org/officeDocument/2006/relationships/customXml" Target="../ink/ink201.xml"/><Relationship Id="rId101" Type="http://schemas.openxmlformats.org/officeDocument/2006/relationships/image" Target="../media/image195.png"/><Relationship Id="rId4" Type="http://schemas.openxmlformats.org/officeDocument/2006/relationships/customXml" Target="../ink/ink153.xml"/><Relationship Id="rId9" Type="http://schemas.openxmlformats.org/officeDocument/2006/relationships/image" Target="../media/image151.png"/><Relationship Id="rId13" Type="http://schemas.openxmlformats.org/officeDocument/2006/relationships/image" Target="../media/image153.png"/><Relationship Id="rId18" Type="http://schemas.openxmlformats.org/officeDocument/2006/relationships/customXml" Target="../ink/ink160.xml"/><Relationship Id="rId39" Type="http://schemas.openxmlformats.org/officeDocument/2006/relationships/image" Target="../media/image166.png"/><Relationship Id="rId34" Type="http://schemas.openxmlformats.org/officeDocument/2006/relationships/customXml" Target="../ink/ink168.xml"/><Relationship Id="rId50" Type="http://schemas.openxmlformats.org/officeDocument/2006/relationships/customXml" Target="../ink/ink176.xml"/><Relationship Id="rId55" Type="http://schemas.openxmlformats.org/officeDocument/2006/relationships/image" Target="../media/image174.png"/><Relationship Id="rId76" Type="http://schemas.openxmlformats.org/officeDocument/2006/relationships/customXml" Target="../ink/ink189.xml"/><Relationship Id="rId97" Type="http://schemas.openxmlformats.org/officeDocument/2006/relationships/customXml" Target="../ink/ink200.xml"/><Relationship Id="rId104" Type="http://schemas.openxmlformats.org/officeDocument/2006/relationships/customXml" Target="../ink/ink20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customXml" Target="../ink/ink20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7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customXml" Target="../ink/ink208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214.xml"/><Relationship Id="rId3" Type="http://schemas.openxmlformats.org/officeDocument/2006/relationships/customXml" Target="../ink/ink209.xml"/><Relationship Id="rId7" Type="http://schemas.openxmlformats.org/officeDocument/2006/relationships/customXml" Target="../ink/ink211.xml"/><Relationship Id="rId12" Type="http://schemas.openxmlformats.org/officeDocument/2006/relationships/image" Target="../media/image206.png"/><Relationship Id="rId2" Type="http://schemas.openxmlformats.org/officeDocument/2006/relationships/image" Target="../media/image202.png"/><Relationship Id="rId16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customXml" Target="../ink/ink213.xml"/><Relationship Id="rId5" Type="http://schemas.openxmlformats.org/officeDocument/2006/relationships/customXml" Target="../ink/ink210.xml"/><Relationship Id="rId15" Type="http://schemas.openxmlformats.org/officeDocument/2006/relationships/customXml" Target="../ink/ink215.xml"/><Relationship Id="rId10" Type="http://schemas.openxmlformats.org/officeDocument/2006/relationships/image" Target="../media/image205.png"/><Relationship Id="rId4" Type="http://schemas.openxmlformats.org/officeDocument/2006/relationships/image" Target="../media/image203.png"/><Relationship Id="rId9" Type="http://schemas.openxmlformats.org/officeDocument/2006/relationships/customXml" Target="../ink/ink212.xml"/><Relationship Id="rId14" Type="http://schemas.openxmlformats.org/officeDocument/2006/relationships/image" Target="../media/image20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customXml" Target="../ink/ink221.xml"/><Relationship Id="rId18" Type="http://schemas.openxmlformats.org/officeDocument/2006/relationships/image" Target="../media/image217.png"/><Relationship Id="rId3" Type="http://schemas.openxmlformats.org/officeDocument/2006/relationships/customXml" Target="../ink/ink216.xml"/><Relationship Id="rId21" Type="http://schemas.openxmlformats.org/officeDocument/2006/relationships/customXml" Target="../ink/ink225.xml"/><Relationship Id="rId7" Type="http://schemas.openxmlformats.org/officeDocument/2006/relationships/customXml" Target="../ink/ink218.xml"/><Relationship Id="rId12" Type="http://schemas.openxmlformats.org/officeDocument/2006/relationships/image" Target="../media/image214.png"/><Relationship Id="rId17" Type="http://schemas.openxmlformats.org/officeDocument/2006/relationships/customXml" Target="../ink/ink223.xml"/><Relationship Id="rId2" Type="http://schemas.openxmlformats.org/officeDocument/2006/relationships/image" Target="../media/image209.png"/><Relationship Id="rId16" Type="http://schemas.openxmlformats.org/officeDocument/2006/relationships/image" Target="../media/image21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customXml" Target="../ink/ink220.xml"/><Relationship Id="rId24" Type="http://schemas.openxmlformats.org/officeDocument/2006/relationships/image" Target="../media/image219.png"/><Relationship Id="rId5" Type="http://schemas.openxmlformats.org/officeDocument/2006/relationships/customXml" Target="../ink/ink217.xml"/><Relationship Id="rId15" Type="http://schemas.openxmlformats.org/officeDocument/2006/relationships/customXml" Target="../ink/ink222.xml"/><Relationship Id="rId23" Type="http://schemas.openxmlformats.org/officeDocument/2006/relationships/customXml" Target="../ink/ink226.xml"/><Relationship Id="rId10" Type="http://schemas.openxmlformats.org/officeDocument/2006/relationships/image" Target="../media/image213.png"/><Relationship Id="rId19" Type="http://schemas.openxmlformats.org/officeDocument/2006/relationships/customXml" Target="../ink/ink224.xml"/><Relationship Id="rId4" Type="http://schemas.openxmlformats.org/officeDocument/2006/relationships/image" Target="../media/image210.png"/><Relationship Id="rId9" Type="http://schemas.openxmlformats.org/officeDocument/2006/relationships/customXml" Target="../ink/ink219.xml"/><Relationship Id="rId14" Type="http://schemas.openxmlformats.org/officeDocument/2006/relationships/image" Target="../media/image215.png"/><Relationship Id="rId22" Type="http://schemas.openxmlformats.org/officeDocument/2006/relationships/image" Target="../media/image2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7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customXml" Target="../ink/ink233.xml"/><Relationship Id="rId18" Type="http://schemas.openxmlformats.org/officeDocument/2006/relationships/image" Target="../media/image230.png"/><Relationship Id="rId3" Type="http://schemas.openxmlformats.org/officeDocument/2006/relationships/customXml" Target="../ink/ink228.xml"/><Relationship Id="rId21" Type="http://schemas.openxmlformats.org/officeDocument/2006/relationships/customXml" Target="../ink/ink237.xml"/><Relationship Id="rId7" Type="http://schemas.openxmlformats.org/officeDocument/2006/relationships/customXml" Target="../ink/ink230.xml"/><Relationship Id="rId12" Type="http://schemas.openxmlformats.org/officeDocument/2006/relationships/image" Target="../media/image227.png"/><Relationship Id="rId17" Type="http://schemas.openxmlformats.org/officeDocument/2006/relationships/customXml" Target="../ink/ink235.xml"/><Relationship Id="rId2" Type="http://schemas.openxmlformats.org/officeDocument/2006/relationships/image" Target="../media/image222.png"/><Relationship Id="rId16" Type="http://schemas.openxmlformats.org/officeDocument/2006/relationships/image" Target="../media/image229.png"/><Relationship Id="rId20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11" Type="http://schemas.openxmlformats.org/officeDocument/2006/relationships/customXml" Target="../ink/ink232.xml"/><Relationship Id="rId5" Type="http://schemas.openxmlformats.org/officeDocument/2006/relationships/customXml" Target="../ink/ink229.xml"/><Relationship Id="rId15" Type="http://schemas.openxmlformats.org/officeDocument/2006/relationships/customXml" Target="../ink/ink234.xml"/><Relationship Id="rId10" Type="http://schemas.openxmlformats.org/officeDocument/2006/relationships/image" Target="../media/image226.png"/><Relationship Id="rId19" Type="http://schemas.openxmlformats.org/officeDocument/2006/relationships/customXml" Target="../ink/ink236.xml"/><Relationship Id="rId4" Type="http://schemas.openxmlformats.org/officeDocument/2006/relationships/image" Target="../media/image223.png"/><Relationship Id="rId9" Type="http://schemas.openxmlformats.org/officeDocument/2006/relationships/customXml" Target="../ink/ink231.xml"/><Relationship Id="rId14" Type="http://schemas.openxmlformats.org/officeDocument/2006/relationships/image" Target="../media/image228.png"/><Relationship Id="rId22" Type="http://schemas.openxmlformats.org/officeDocument/2006/relationships/image" Target="../media/image23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customXml" Target="../ink/ink243.xml"/><Relationship Id="rId18" Type="http://schemas.openxmlformats.org/officeDocument/2006/relationships/image" Target="../media/image40.png"/><Relationship Id="rId3" Type="http://schemas.openxmlformats.org/officeDocument/2006/relationships/customXml" Target="../ink/ink238.xml"/><Relationship Id="rId21" Type="http://schemas.openxmlformats.org/officeDocument/2006/relationships/customXml" Target="../ink/ink247.xml"/><Relationship Id="rId7" Type="http://schemas.openxmlformats.org/officeDocument/2006/relationships/customXml" Target="../ink/ink240.xml"/><Relationship Id="rId12" Type="http://schemas.openxmlformats.org/officeDocument/2006/relationships/image" Target="../media/image238.png"/><Relationship Id="rId17" Type="http://schemas.openxmlformats.org/officeDocument/2006/relationships/customXml" Target="../ink/ink245.xml"/><Relationship Id="rId2" Type="http://schemas.openxmlformats.org/officeDocument/2006/relationships/image" Target="../media/image233.png"/><Relationship Id="rId16" Type="http://schemas.openxmlformats.org/officeDocument/2006/relationships/image" Target="../media/image240.png"/><Relationship Id="rId20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customXml" Target="../ink/ink242.xml"/><Relationship Id="rId24" Type="http://schemas.openxmlformats.org/officeDocument/2006/relationships/image" Target="../media/image243.png"/><Relationship Id="rId5" Type="http://schemas.openxmlformats.org/officeDocument/2006/relationships/customXml" Target="../ink/ink239.xml"/><Relationship Id="rId15" Type="http://schemas.openxmlformats.org/officeDocument/2006/relationships/customXml" Target="../ink/ink244.xml"/><Relationship Id="rId23" Type="http://schemas.openxmlformats.org/officeDocument/2006/relationships/customXml" Target="../ink/ink248.xml"/><Relationship Id="rId10" Type="http://schemas.openxmlformats.org/officeDocument/2006/relationships/image" Target="../media/image237.png"/><Relationship Id="rId19" Type="http://schemas.openxmlformats.org/officeDocument/2006/relationships/customXml" Target="../ink/ink246.xml"/><Relationship Id="rId4" Type="http://schemas.openxmlformats.org/officeDocument/2006/relationships/image" Target="../media/image234.png"/><Relationship Id="rId9" Type="http://schemas.openxmlformats.org/officeDocument/2006/relationships/customXml" Target="../ink/ink241.xml"/><Relationship Id="rId14" Type="http://schemas.openxmlformats.org/officeDocument/2006/relationships/image" Target="../media/image239.png"/><Relationship Id="rId22" Type="http://schemas.openxmlformats.org/officeDocument/2006/relationships/image" Target="../media/image24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13" Type="http://schemas.openxmlformats.org/officeDocument/2006/relationships/customXml" Target="../ink/ink254.xml"/><Relationship Id="rId3" Type="http://schemas.openxmlformats.org/officeDocument/2006/relationships/customXml" Target="../ink/ink249.xml"/><Relationship Id="rId7" Type="http://schemas.openxmlformats.org/officeDocument/2006/relationships/customXml" Target="../ink/ink251.xml"/><Relationship Id="rId12" Type="http://schemas.openxmlformats.org/officeDocument/2006/relationships/image" Target="../media/image249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.png"/><Relationship Id="rId11" Type="http://schemas.openxmlformats.org/officeDocument/2006/relationships/customXml" Target="../ink/ink253.xml"/><Relationship Id="rId5" Type="http://schemas.openxmlformats.org/officeDocument/2006/relationships/customXml" Target="../ink/ink250.xml"/><Relationship Id="rId10" Type="http://schemas.openxmlformats.org/officeDocument/2006/relationships/image" Target="../media/image248.png"/><Relationship Id="rId4" Type="http://schemas.openxmlformats.org/officeDocument/2006/relationships/image" Target="../media/image245.png"/><Relationship Id="rId9" Type="http://schemas.openxmlformats.org/officeDocument/2006/relationships/customXml" Target="../ink/ink252.xml"/><Relationship Id="rId14" Type="http://schemas.openxmlformats.org/officeDocument/2006/relationships/image" Target="../media/image250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6.png"/><Relationship Id="rId18" Type="http://schemas.openxmlformats.org/officeDocument/2006/relationships/customXml" Target="../ink/ink263.xml"/><Relationship Id="rId26" Type="http://schemas.openxmlformats.org/officeDocument/2006/relationships/customXml" Target="../ink/ink267.xml"/><Relationship Id="rId39" Type="http://schemas.openxmlformats.org/officeDocument/2006/relationships/image" Target="../media/image268.png"/><Relationship Id="rId21" Type="http://schemas.openxmlformats.org/officeDocument/2006/relationships/image" Target="../media/image260.png"/><Relationship Id="rId34" Type="http://schemas.openxmlformats.org/officeDocument/2006/relationships/customXml" Target="../ink/ink271.xml"/><Relationship Id="rId42" Type="http://schemas.openxmlformats.org/officeDocument/2006/relationships/customXml" Target="../ink/ink275.xml"/><Relationship Id="rId47" Type="http://schemas.openxmlformats.org/officeDocument/2006/relationships/image" Target="../media/image272.png"/><Relationship Id="rId50" Type="http://schemas.openxmlformats.org/officeDocument/2006/relationships/customXml" Target="../ink/ink279.xml"/><Relationship Id="rId55" Type="http://schemas.openxmlformats.org/officeDocument/2006/relationships/image" Target="../media/image276.png"/><Relationship Id="rId63" Type="http://schemas.openxmlformats.org/officeDocument/2006/relationships/image" Target="../media/image280.png"/><Relationship Id="rId68" Type="http://schemas.openxmlformats.org/officeDocument/2006/relationships/customXml" Target="../ink/ink288.xml"/><Relationship Id="rId7" Type="http://schemas.openxmlformats.org/officeDocument/2006/relationships/image" Target="../media/image253.png"/><Relationship Id="rId2" Type="http://schemas.openxmlformats.org/officeDocument/2006/relationships/customXml" Target="../ink/ink255.xml"/><Relationship Id="rId16" Type="http://schemas.openxmlformats.org/officeDocument/2006/relationships/customXml" Target="../ink/ink262.xml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7.xml"/><Relationship Id="rId11" Type="http://schemas.openxmlformats.org/officeDocument/2006/relationships/image" Target="../media/image255.png"/><Relationship Id="rId24" Type="http://schemas.openxmlformats.org/officeDocument/2006/relationships/customXml" Target="../ink/ink266.xml"/><Relationship Id="rId32" Type="http://schemas.openxmlformats.org/officeDocument/2006/relationships/customXml" Target="../ink/ink270.xml"/><Relationship Id="rId37" Type="http://schemas.openxmlformats.org/officeDocument/2006/relationships/image" Target="../media/image267.png"/><Relationship Id="rId40" Type="http://schemas.openxmlformats.org/officeDocument/2006/relationships/customXml" Target="../ink/ink274.xml"/><Relationship Id="rId45" Type="http://schemas.openxmlformats.org/officeDocument/2006/relationships/image" Target="../media/image271.png"/><Relationship Id="rId53" Type="http://schemas.openxmlformats.org/officeDocument/2006/relationships/image" Target="../media/image275.png"/><Relationship Id="rId58" Type="http://schemas.openxmlformats.org/officeDocument/2006/relationships/customXml" Target="../ink/ink283.xml"/><Relationship Id="rId66" Type="http://schemas.openxmlformats.org/officeDocument/2006/relationships/customXml" Target="../ink/ink287.xml"/><Relationship Id="rId5" Type="http://schemas.openxmlformats.org/officeDocument/2006/relationships/image" Target="../media/image252.png"/><Relationship Id="rId15" Type="http://schemas.openxmlformats.org/officeDocument/2006/relationships/image" Target="../media/image257.png"/><Relationship Id="rId23" Type="http://schemas.openxmlformats.org/officeDocument/2006/relationships/image" Target="../media/image261.png"/><Relationship Id="rId28" Type="http://schemas.openxmlformats.org/officeDocument/2006/relationships/customXml" Target="../ink/ink268.xml"/><Relationship Id="rId36" Type="http://schemas.openxmlformats.org/officeDocument/2006/relationships/customXml" Target="../ink/ink272.xml"/><Relationship Id="rId49" Type="http://schemas.openxmlformats.org/officeDocument/2006/relationships/image" Target="../media/image273.png"/><Relationship Id="rId57" Type="http://schemas.openxmlformats.org/officeDocument/2006/relationships/image" Target="../media/image277.png"/><Relationship Id="rId61" Type="http://schemas.openxmlformats.org/officeDocument/2006/relationships/image" Target="../media/image279.png"/><Relationship Id="rId10" Type="http://schemas.openxmlformats.org/officeDocument/2006/relationships/customXml" Target="../ink/ink259.xml"/><Relationship Id="rId19" Type="http://schemas.openxmlformats.org/officeDocument/2006/relationships/image" Target="../media/image259.png"/><Relationship Id="rId31" Type="http://schemas.openxmlformats.org/officeDocument/2006/relationships/image" Target="../media/image264.png"/><Relationship Id="rId44" Type="http://schemas.openxmlformats.org/officeDocument/2006/relationships/customXml" Target="../ink/ink276.xml"/><Relationship Id="rId52" Type="http://schemas.openxmlformats.org/officeDocument/2006/relationships/customXml" Target="../ink/ink280.xml"/><Relationship Id="rId60" Type="http://schemas.openxmlformats.org/officeDocument/2006/relationships/customXml" Target="../ink/ink284.xml"/><Relationship Id="rId65" Type="http://schemas.openxmlformats.org/officeDocument/2006/relationships/image" Target="../media/image281.png"/><Relationship Id="rId4" Type="http://schemas.openxmlformats.org/officeDocument/2006/relationships/customXml" Target="../ink/ink256.xml"/><Relationship Id="rId9" Type="http://schemas.openxmlformats.org/officeDocument/2006/relationships/image" Target="../media/image254.png"/><Relationship Id="rId14" Type="http://schemas.openxmlformats.org/officeDocument/2006/relationships/customXml" Target="../ink/ink261.xml"/><Relationship Id="rId22" Type="http://schemas.openxmlformats.org/officeDocument/2006/relationships/customXml" Target="../ink/ink265.xml"/><Relationship Id="rId27" Type="http://schemas.openxmlformats.org/officeDocument/2006/relationships/image" Target="../media/image263.png"/><Relationship Id="rId30" Type="http://schemas.openxmlformats.org/officeDocument/2006/relationships/customXml" Target="../ink/ink269.xml"/><Relationship Id="rId35" Type="http://schemas.openxmlformats.org/officeDocument/2006/relationships/image" Target="../media/image266.png"/><Relationship Id="rId43" Type="http://schemas.openxmlformats.org/officeDocument/2006/relationships/image" Target="../media/image270.png"/><Relationship Id="rId48" Type="http://schemas.openxmlformats.org/officeDocument/2006/relationships/customXml" Target="../ink/ink278.xml"/><Relationship Id="rId56" Type="http://schemas.openxmlformats.org/officeDocument/2006/relationships/customXml" Target="../ink/ink282.xml"/><Relationship Id="rId64" Type="http://schemas.openxmlformats.org/officeDocument/2006/relationships/customXml" Target="../ink/ink286.xml"/><Relationship Id="rId69" Type="http://schemas.openxmlformats.org/officeDocument/2006/relationships/image" Target="../media/image283.png"/><Relationship Id="rId8" Type="http://schemas.openxmlformats.org/officeDocument/2006/relationships/customXml" Target="../ink/ink258.xml"/><Relationship Id="rId51" Type="http://schemas.openxmlformats.org/officeDocument/2006/relationships/image" Target="../media/image274.png"/><Relationship Id="rId3" Type="http://schemas.openxmlformats.org/officeDocument/2006/relationships/image" Target="../media/image251.png"/><Relationship Id="rId12" Type="http://schemas.openxmlformats.org/officeDocument/2006/relationships/customXml" Target="../ink/ink260.xml"/><Relationship Id="rId17" Type="http://schemas.openxmlformats.org/officeDocument/2006/relationships/image" Target="../media/image258.png"/><Relationship Id="rId25" Type="http://schemas.openxmlformats.org/officeDocument/2006/relationships/image" Target="../media/image262.png"/><Relationship Id="rId33" Type="http://schemas.openxmlformats.org/officeDocument/2006/relationships/image" Target="../media/image265.png"/><Relationship Id="rId38" Type="http://schemas.openxmlformats.org/officeDocument/2006/relationships/customXml" Target="../ink/ink273.xml"/><Relationship Id="rId46" Type="http://schemas.openxmlformats.org/officeDocument/2006/relationships/customXml" Target="../ink/ink277.xml"/><Relationship Id="rId59" Type="http://schemas.openxmlformats.org/officeDocument/2006/relationships/image" Target="../media/image278.png"/><Relationship Id="rId67" Type="http://schemas.openxmlformats.org/officeDocument/2006/relationships/image" Target="../media/image282.png"/><Relationship Id="rId20" Type="http://schemas.openxmlformats.org/officeDocument/2006/relationships/customXml" Target="../ink/ink264.xml"/><Relationship Id="rId41" Type="http://schemas.openxmlformats.org/officeDocument/2006/relationships/image" Target="../media/image269.png"/><Relationship Id="rId54" Type="http://schemas.openxmlformats.org/officeDocument/2006/relationships/customXml" Target="../ink/ink281.xml"/><Relationship Id="rId62" Type="http://schemas.openxmlformats.org/officeDocument/2006/relationships/customXml" Target="../ink/ink28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13" Type="http://schemas.openxmlformats.org/officeDocument/2006/relationships/customXml" Target="../ink/ink294.xml"/><Relationship Id="rId18" Type="http://schemas.openxmlformats.org/officeDocument/2006/relationships/image" Target="../media/image292.png"/><Relationship Id="rId26" Type="http://schemas.openxmlformats.org/officeDocument/2006/relationships/image" Target="../media/image296.png"/><Relationship Id="rId3" Type="http://schemas.openxmlformats.org/officeDocument/2006/relationships/customXml" Target="../ink/ink289.xml"/><Relationship Id="rId21" Type="http://schemas.openxmlformats.org/officeDocument/2006/relationships/customXml" Target="../ink/ink298.xml"/><Relationship Id="rId7" Type="http://schemas.openxmlformats.org/officeDocument/2006/relationships/customXml" Target="../ink/ink291.xml"/><Relationship Id="rId12" Type="http://schemas.openxmlformats.org/officeDocument/2006/relationships/image" Target="../media/image289.png"/><Relationship Id="rId17" Type="http://schemas.openxmlformats.org/officeDocument/2006/relationships/customXml" Target="../ink/ink296.xml"/><Relationship Id="rId25" Type="http://schemas.openxmlformats.org/officeDocument/2006/relationships/customXml" Target="../ink/ink300.xml"/><Relationship Id="rId2" Type="http://schemas.openxmlformats.org/officeDocument/2006/relationships/image" Target="../media/image284.png"/><Relationship Id="rId16" Type="http://schemas.openxmlformats.org/officeDocument/2006/relationships/image" Target="../media/image291.png"/><Relationship Id="rId20" Type="http://schemas.openxmlformats.org/officeDocument/2006/relationships/image" Target="../media/image2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6.png"/><Relationship Id="rId11" Type="http://schemas.openxmlformats.org/officeDocument/2006/relationships/customXml" Target="../ink/ink293.xml"/><Relationship Id="rId24" Type="http://schemas.openxmlformats.org/officeDocument/2006/relationships/image" Target="../media/image295.png"/><Relationship Id="rId5" Type="http://schemas.openxmlformats.org/officeDocument/2006/relationships/customXml" Target="../ink/ink290.xml"/><Relationship Id="rId15" Type="http://schemas.openxmlformats.org/officeDocument/2006/relationships/customXml" Target="../ink/ink295.xml"/><Relationship Id="rId23" Type="http://schemas.openxmlformats.org/officeDocument/2006/relationships/customXml" Target="../ink/ink299.xml"/><Relationship Id="rId10" Type="http://schemas.openxmlformats.org/officeDocument/2006/relationships/image" Target="../media/image288.png"/><Relationship Id="rId19" Type="http://schemas.openxmlformats.org/officeDocument/2006/relationships/customXml" Target="../ink/ink297.xml"/><Relationship Id="rId4" Type="http://schemas.openxmlformats.org/officeDocument/2006/relationships/image" Target="../media/image285.png"/><Relationship Id="rId9" Type="http://schemas.openxmlformats.org/officeDocument/2006/relationships/customXml" Target="../ink/ink292.xml"/><Relationship Id="rId14" Type="http://schemas.openxmlformats.org/officeDocument/2006/relationships/image" Target="../media/image290.png"/><Relationship Id="rId22" Type="http://schemas.openxmlformats.org/officeDocument/2006/relationships/image" Target="../media/image29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3" Type="http://schemas.openxmlformats.org/officeDocument/2006/relationships/customXml" Target="../ink/ink301.xml"/><Relationship Id="rId7" Type="http://schemas.openxmlformats.org/officeDocument/2006/relationships/customXml" Target="../ink/ink303.xml"/><Relationship Id="rId12" Type="http://schemas.openxmlformats.org/officeDocument/2006/relationships/image" Target="../media/image301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11" Type="http://schemas.openxmlformats.org/officeDocument/2006/relationships/customXml" Target="../ink/ink305.xml"/><Relationship Id="rId5" Type="http://schemas.openxmlformats.org/officeDocument/2006/relationships/customXml" Target="../ink/ink302.xml"/><Relationship Id="rId10" Type="http://schemas.openxmlformats.org/officeDocument/2006/relationships/image" Target="../media/image300.png"/><Relationship Id="rId4" Type="http://schemas.openxmlformats.org/officeDocument/2006/relationships/image" Target="../media/image40.png"/><Relationship Id="rId9" Type="http://schemas.openxmlformats.org/officeDocument/2006/relationships/customXml" Target="../ink/ink30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8.xml"/><Relationship Id="rId13" Type="http://schemas.openxmlformats.org/officeDocument/2006/relationships/image" Target="../media/image308.png"/><Relationship Id="rId18" Type="http://schemas.openxmlformats.org/officeDocument/2006/relationships/customXml" Target="../ink/ink313.xml"/><Relationship Id="rId26" Type="http://schemas.openxmlformats.org/officeDocument/2006/relationships/customXml" Target="../ink/ink317.xml"/><Relationship Id="rId39" Type="http://schemas.openxmlformats.org/officeDocument/2006/relationships/image" Target="../media/image321.png"/><Relationship Id="rId3" Type="http://schemas.openxmlformats.org/officeDocument/2006/relationships/image" Target="../media/image303.png"/><Relationship Id="rId21" Type="http://schemas.openxmlformats.org/officeDocument/2006/relationships/image" Target="../media/image312.png"/><Relationship Id="rId34" Type="http://schemas.openxmlformats.org/officeDocument/2006/relationships/customXml" Target="../ink/ink321.xml"/><Relationship Id="rId7" Type="http://schemas.openxmlformats.org/officeDocument/2006/relationships/image" Target="../media/image305.png"/><Relationship Id="rId12" Type="http://schemas.openxmlformats.org/officeDocument/2006/relationships/customXml" Target="../ink/ink310.xml"/><Relationship Id="rId17" Type="http://schemas.openxmlformats.org/officeDocument/2006/relationships/image" Target="../media/image310.png"/><Relationship Id="rId25" Type="http://schemas.openxmlformats.org/officeDocument/2006/relationships/image" Target="../media/image314.png"/><Relationship Id="rId33" Type="http://schemas.openxmlformats.org/officeDocument/2006/relationships/image" Target="../media/image318.png"/><Relationship Id="rId38" Type="http://schemas.openxmlformats.org/officeDocument/2006/relationships/customXml" Target="../ink/ink323.xml"/><Relationship Id="rId2" Type="http://schemas.openxmlformats.org/officeDocument/2006/relationships/image" Target="../media/image302.png"/><Relationship Id="rId16" Type="http://schemas.openxmlformats.org/officeDocument/2006/relationships/customXml" Target="../ink/ink312.xml"/><Relationship Id="rId20" Type="http://schemas.openxmlformats.org/officeDocument/2006/relationships/customXml" Target="../ink/ink314.xml"/><Relationship Id="rId29" Type="http://schemas.openxmlformats.org/officeDocument/2006/relationships/image" Target="../media/image316.png"/><Relationship Id="rId41" Type="http://schemas.openxmlformats.org/officeDocument/2006/relationships/image" Target="../media/image3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7.xml"/><Relationship Id="rId11" Type="http://schemas.openxmlformats.org/officeDocument/2006/relationships/image" Target="../media/image307.png"/><Relationship Id="rId24" Type="http://schemas.openxmlformats.org/officeDocument/2006/relationships/customXml" Target="../ink/ink316.xml"/><Relationship Id="rId32" Type="http://schemas.openxmlformats.org/officeDocument/2006/relationships/customXml" Target="../ink/ink320.xml"/><Relationship Id="rId37" Type="http://schemas.openxmlformats.org/officeDocument/2006/relationships/image" Target="../media/image320.png"/><Relationship Id="rId40" Type="http://schemas.openxmlformats.org/officeDocument/2006/relationships/customXml" Target="../ink/ink324.xml"/><Relationship Id="rId5" Type="http://schemas.openxmlformats.org/officeDocument/2006/relationships/image" Target="../media/image304.png"/><Relationship Id="rId15" Type="http://schemas.openxmlformats.org/officeDocument/2006/relationships/image" Target="../media/image309.png"/><Relationship Id="rId23" Type="http://schemas.openxmlformats.org/officeDocument/2006/relationships/image" Target="../media/image313.png"/><Relationship Id="rId28" Type="http://schemas.openxmlformats.org/officeDocument/2006/relationships/customXml" Target="../ink/ink318.xml"/><Relationship Id="rId36" Type="http://schemas.openxmlformats.org/officeDocument/2006/relationships/customXml" Target="../ink/ink322.xml"/><Relationship Id="rId10" Type="http://schemas.openxmlformats.org/officeDocument/2006/relationships/customXml" Target="../ink/ink309.xml"/><Relationship Id="rId19" Type="http://schemas.openxmlformats.org/officeDocument/2006/relationships/image" Target="../media/image311.png"/><Relationship Id="rId31" Type="http://schemas.openxmlformats.org/officeDocument/2006/relationships/image" Target="../media/image317.png"/><Relationship Id="rId4" Type="http://schemas.openxmlformats.org/officeDocument/2006/relationships/customXml" Target="../ink/ink306.xml"/><Relationship Id="rId9" Type="http://schemas.openxmlformats.org/officeDocument/2006/relationships/image" Target="../media/image306.png"/><Relationship Id="rId14" Type="http://schemas.openxmlformats.org/officeDocument/2006/relationships/customXml" Target="../ink/ink311.xml"/><Relationship Id="rId22" Type="http://schemas.openxmlformats.org/officeDocument/2006/relationships/customXml" Target="../ink/ink315.xml"/><Relationship Id="rId27" Type="http://schemas.openxmlformats.org/officeDocument/2006/relationships/image" Target="../media/image315.png"/><Relationship Id="rId30" Type="http://schemas.openxmlformats.org/officeDocument/2006/relationships/customXml" Target="../ink/ink319.xml"/><Relationship Id="rId35" Type="http://schemas.openxmlformats.org/officeDocument/2006/relationships/image" Target="../media/image319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0.xml"/><Relationship Id="rId18" Type="http://schemas.openxmlformats.org/officeDocument/2006/relationships/image" Target="../media/image331.png"/><Relationship Id="rId26" Type="http://schemas.openxmlformats.org/officeDocument/2006/relationships/image" Target="../media/image335.png"/><Relationship Id="rId39" Type="http://schemas.openxmlformats.org/officeDocument/2006/relationships/customXml" Target="../ink/ink343.xml"/><Relationship Id="rId21" Type="http://schemas.openxmlformats.org/officeDocument/2006/relationships/customXml" Target="../ink/ink334.xml"/><Relationship Id="rId34" Type="http://schemas.openxmlformats.org/officeDocument/2006/relationships/image" Target="../media/image339.png"/><Relationship Id="rId42" Type="http://schemas.openxmlformats.org/officeDocument/2006/relationships/image" Target="../media/image342.png"/><Relationship Id="rId47" Type="http://schemas.openxmlformats.org/officeDocument/2006/relationships/customXml" Target="../ink/ink347.xml"/><Relationship Id="rId50" Type="http://schemas.openxmlformats.org/officeDocument/2006/relationships/image" Target="../media/image346.png"/><Relationship Id="rId55" Type="http://schemas.openxmlformats.org/officeDocument/2006/relationships/customXml" Target="../ink/ink351.xml"/><Relationship Id="rId63" Type="http://schemas.openxmlformats.org/officeDocument/2006/relationships/customXml" Target="../ink/ink355.xml"/><Relationship Id="rId7" Type="http://schemas.openxmlformats.org/officeDocument/2006/relationships/customXml" Target="../ink/ink327.xml"/><Relationship Id="rId2" Type="http://schemas.openxmlformats.org/officeDocument/2006/relationships/image" Target="../media/image323.png"/><Relationship Id="rId16" Type="http://schemas.openxmlformats.org/officeDocument/2006/relationships/image" Target="../media/image330.png"/><Relationship Id="rId20" Type="http://schemas.openxmlformats.org/officeDocument/2006/relationships/image" Target="../media/image332.png"/><Relationship Id="rId29" Type="http://schemas.openxmlformats.org/officeDocument/2006/relationships/customXml" Target="../ink/ink338.xml"/><Relationship Id="rId41" Type="http://schemas.openxmlformats.org/officeDocument/2006/relationships/customXml" Target="../ink/ink344.xml"/><Relationship Id="rId54" Type="http://schemas.openxmlformats.org/officeDocument/2006/relationships/image" Target="../media/image348.png"/><Relationship Id="rId62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5.png"/><Relationship Id="rId11" Type="http://schemas.openxmlformats.org/officeDocument/2006/relationships/customXml" Target="../ink/ink329.xml"/><Relationship Id="rId24" Type="http://schemas.openxmlformats.org/officeDocument/2006/relationships/image" Target="../media/image334.png"/><Relationship Id="rId32" Type="http://schemas.openxmlformats.org/officeDocument/2006/relationships/image" Target="../media/image338.png"/><Relationship Id="rId37" Type="http://schemas.openxmlformats.org/officeDocument/2006/relationships/customXml" Target="../ink/ink342.xml"/><Relationship Id="rId40" Type="http://schemas.openxmlformats.org/officeDocument/2006/relationships/image" Target="../media/image341.png"/><Relationship Id="rId45" Type="http://schemas.openxmlformats.org/officeDocument/2006/relationships/customXml" Target="../ink/ink346.xml"/><Relationship Id="rId53" Type="http://schemas.openxmlformats.org/officeDocument/2006/relationships/customXml" Target="../ink/ink350.xml"/><Relationship Id="rId58" Type="http://schemas.openxmlformats.org/officeDocument/2006/relationships/image" Target="../media/image350.png"/><Relationship Id="rId66" Type="http://schemas.openxmlformats.org/officeDocument/2006/relationships/image" Target="../media/image354.png"/><Relationship Id="rId5" Type="http://schemas.openxmlformats.org/officeDocument/2006/relationships/customXml" Target="../ink/ink326.xml"/><Relationship Id="rId15" Type="http://schemas.openxmlformats.org/officeDocument/2006/relationships/customXml" Target="../ink/ink331.xml"/><Relationship Id="rId23" Type="http://schemas.openxmlformats.org/officeDocument/2006/relationships/customXml" Target="../ink/ink335.xml"/><Relationship Id="rId28" Type="http://schemas.openxmlformats.org/officeDocument/2006/relationships/image" Target="../media/image336.png"/><Relationship Id="rId36" Type="http://schemas.openxmlformats.org/officeDocument/2006/relationships/image" Target="../media/image40.png"/><Relationship Id="rId49" Type="http://schemas.openxmlformats.org/officeDocument/2006/relationships/customXml" Target="../ink/ink348.xml"/><Relationship Id="rId57" Type="http://schemas.openxmlformats.org/officeDocument/2006/relationships/customXml" Target="../ink/ink352.xml"/><Relationship Id="rId61" Type="http://schemas.openxmlformats.org/officeDocument/2006/relationships/customXml" Target="../ink/ink354.xml"/><Relationship Id="rId10" Type="http://schemas.openxmlformats.org/officeDocument/2006/relationships/image" Target="../media/image327.png"/><Relationship Id="rId19" Type="http://schemas.openxmlformats.org/officeDocument/2006/relationships/customXml" Target="../ink/ink333.xml"/><Relationship Id="rId31" Type="http://schemas.openxmlformats.org/officeDocument/2006/relationships/customXml" Target="../ink/ink339.xml"/><Relationship Id="rId44" Type="http://schemas.openxmlformats.org/officeDocument/2006/relationships/image" Target="../media/image343.png"/><Relationship Id="rId52" Type="http://schemas.openxmlformats.org/officeDocument/2006/relationships/image" Target="../media/image347.png"/><Relationship Id="rId60" Type="http://schemas.openxmlformats.org/officeDocument/2006/relationships/image" Target="../media/image351.png"/><Relationship Id="rId65" Type="http://schemas.openxmlformats.org/officeDocument/2006/relationships/customXml" Target="../ink/ink356.xml"/><Relationship Id="rId4" Type="http://schemas.openxmlformats.org/officeDocument/2006/relationships/image" Target="../media/image324.png"/><Relationship Id="rId9" Type="http://schemas.openxmlformats.org/officeDocument/2006/relationships/customXml" Target="../ink/ink328.xml"/><Relationship Id="rId14" Type="http://schemas.openxmlformats.org/officeDocument/2006/relationships/image" Target="../media/image329.png"/><Relationship Id="rId22" Type="http://schemas.openxmlformats.org/officeDocument/2006/relationships/image" Target="../media/image333.png"/><Relationship Id="rId27" Type="http://schemas.openxmlformats.org/officeDocument/2006/relationships/customXml" Target="../ink/ink337.xml"/><Relationship Id="rId30" Type="http://schemas.openxmlformats.org/officeDocument/2006/relationships/image" Target="../media/image337.png"/><Relationship Id="rId35" Type="http://schemas.openxmlformats.org/officeDocument/2006/relationships/customXml" Target="../ink/ink341.xml"/><Relationship Id="rId43" Type="http://schemas.openxmlformats.org/officeDocument/2006/relationships/customXml" Target="../ink/ink345.xml"/><Relationship Id="rId48" Type="http://schemas.openxmlformats.org/officeDocument/2006/relationships/image" Target="../media/image345.png"/><Relationship Id="rId56" Type="http://schemas.openxmlformats.org/officeDocument/2006/relationships/image" Target="../media/image349.png"/><Relationship Id="rId64" Type="http://schemas.openxmlformats.org/officeDocument/2006/relationships/image" Target="../media/image353.png"/><Relationship Id="rId8" Type="http://schemas.openxmlformats.org/officeDocument/2006/relationships/image" Target="../media/image326.png"/><Relationship Id="rId51" Type="http://schemas.openxmlformats.org/officeDocument/2006/relationships/customXml" Target="../ink/ink349.xml"/><Relationship Id="rId3" Type="http://schemas.openxmlformats.org/officeDocument/2006/relationships/customXml" Target="../ink/ink325.xml"/><Relationship Id="rId12" Type="http://schemas.openxmlformats.org/officeDocument/2006/relationships/image" Target="../media/image328.png"/><Relationship Id="rId17" Type="http://schemas.openxmlformats.org/officeDocument/2006/relationships/customXml" Target="../ink/ink332.xml"/><Relationship Id="rId25" Type="http://schemas.openxmlformats.org/officeDocument/2006/relationships/customXml" Target="../ink/ink336.xml"/><Relationship Id="rId33" Type="http://schemas.openxmlformats.org/officeDocument/2006/relationships/customXml" Target="../ink/ink340.xml"/><Relationship Id="rId38" Type="http://schemas.openxmlformats.org/officeDocument/2006/relationships/image" Target="../media/image340.png"/><Relationship Id="rId46" Type="http://schemas.openxmlformats.org/officeDocument/2006/relationships/image" Target="../media/image344.png"/><Relationship Id="rId59" Type="http://schemas.openxmlformats.org/officeDocument/2006/relationships/customXml" Target="../ink/ink35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13" Type="http://schemas.openxmlformats.org/officeDocument/2006/relationships/customXml" Target="../ink/ink362.xml"/><Relationship Id="rId18" Type="http://schemas.openxmlformats.org/officeDocument/2006/relationships/image" Target="../media/image363.png"/><Relationship Id="rId26" Type="http://schemas.openxmlformats.org/officeDocument/2006/relationships/image" Target="../media/image367.png"/><Relationship Id="rId39" Type="http://schemas.openxmlformats.org/officeDocument/2006/relationships/customXml" Target="../ink/ink375.xml"/><Relationship Id="rId3" Type="http://schemas.openxmlformats.org/officeDocument/2006/relationships/customXml" Target="../ink/ink357.xml"/><Relationship Id="rId21" Type="http://schemas.openxmlformats.org/officeDocument/2006/relationships/customXml" Target="../ink/ink366.xml"/><Relationship Id="rId34" Type="http://schemas.openxmlformats.org/officeDocument/2006/relationships/image" Target="../media/image370.png"/><Relationship Id="rId42" Type="http://schemas.openxmlformats.org/officeDocument/2006/relationships/image" Target="../media/image374.png"/><Relationship Id="rId7" Type="http://schemas.openxmlformats.org/officeDocument/2006/relationships/customXml" Target="../ink/ink359.xml"/><Relationship Id="rId12" Type="http://schemas.openxmlformats.org/officeDocument/2006/relationships/image" Target="../media/image360.png"/><Relationship Id="rId17" Type="http://schemas.openxmlformats.org/officeDocument/2006/relationships/customXml" Target="../ink/ink364.xml"/><Relationship Id="rId25" Type="http://schemas.openxmlformats.org/officeDocument/2006/relationships/customXml" Target="../ink/ink368.xml"/><Relationship Id="rId33" Type="http://schemas.openxmlformats.org/officeDocument/2006/relationships/customXml" Target="../ink/ink372.xml"/><Relationship Id="rId38" Type="http://schemas.openxmlformats.org/officeDocument/2006/relationships/image" Target="../media/image372.png"/><Relationship Id="rId2" Type="http://schemas.openxmlformats.org/officeDocument/2006/relationships/image" Target="../media/image355.png"/><Relationship Id="rId16" Type="http://schemas.openxmlformats.org/officeDocument/2006/relationships/image" Target="../media/image362.png"/><Relationship Id="rId20" Type="http://schemas.openxmlformats.org/officeDocument/2006/relationships/image" Target="../media/image364.png"/><Relationship Id="rId29" Type="http://schemas.openxmlformats.org/officeDocument/2006/relationships/customXml" Target="../ink/ink370.xml"/><Relationship Id="rId41" Type="http://schemas.openxmlformats.org/officeDocument/2006/relationships/customXml" Target="../ink/ink3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7.png"/><Relationship Id="rId11" Type="http://schemas.openxmlformats.org/officeDocument/2006/relationships/customXml" Target="../ink/ink361.xml"/><Relationship Id="rId24" Type="http://schemas.openxmlformats.org/officeDocument/2006/relationships/image" Target="../media/image366.png"/><Relationship Id="rId32" Type="http://schemas.openxmlformats.org/officeDocument/2006/relationships/image" Target="../media/image369.png"/><Relationship Id="rId37" Type="http://schemas.openxmlformats.org/officeDocument/2006/relationships/customXml" Target="../ink/ink374.xml"/><Relationship Id="rId40" Type="http://schemas.openxmlformats.org/officeDocument/2006/relationships/image" Target="../media/image373.png"/><Relationship Id="rId5" Type="http://schemas.openxmlformats.org/officeDocument/2006/relationships/customXml" Target="../ink/ink358.xml"/><Relationship Id="rId15" Type="http://schemas.openxmlformats.org/officeDocument/2006/relationships/customXml" Target="../ink/ink363.xml"/><Relationship Id="rId23" Type="http://schemas.openxmlformats.org/officeDocument/2006/relationships/customXml" Target="../ink/ink367.xml"/><Relationship Id="rId28" Type="http://schemas.openxmlformats.org/officeDocument/2006/relationships/image" Target="../media/image368.png"/><Relationship Id="rId36" Type="http://schemas.openxmlformats.org/officeDocument/2006/relationships/image" Target="../media/image371.png"/><Relationship Id="rId10" Type="http://schemas.openxmlformats.org/officeDocument/2006/relationships/image" Target="../media/image359.png"/><Relationship Id="rId19" Type="http://schemas.openxmlformats.org/officeDocument/2006/relationships/customXml" Target="../ink/ink365.xml"/><Relationship Id="rId31" Type="http://schemas.openxmlformats.org/officeDocument/2006/relationships/customXml" Target="../ink/ink371.xml"/><Relationship Id="rId44" Type="http://schemas.openxmlformats.org/officeDocument/2006/relationships/image" Target="../media/image375.png"/><Relationship Id="rId4" Type="http://schemas.openxmlformats.org/officeDocument/2006/relationships/image" Target="../media/image356.png"/><Relationship Id="rId9" Type="http://schemas.openxmlformats.org/officeDocument/2006/relationships/customXml" Target="../ink/ink360.xml"/><Relationship Id="rId14" Type="http://schemas.openxmlformats.org/officeDocument/2006/relationships/image" Target="../media/image361.png"/><Relationship Id="rId22" Type="http://schemas.openxmlformats.org/officeDocument/2006/relationships/image" Target="../media/image365.png"/><Relationship Id="rId27" Type="http://schemas.openxmlformats.org/officeDocument/2006/relationships/customXml" Target="../ink/ink369.xml"/><Relationship Id="rId30" Type="http://schemas.openxmlformats.org/officeDocument/2006/relationships/image" Target="../media/image327.png"/><Relationship Id="rId35" Type="http://schemas.openxmlformats.org/officeDocument/2006/relationships/customXml" Target="../ink/ink373.xml"/><Relationship Id="rId43" Type="http://schemas.openxmlformats.org/officeDocument/2006/relationships/customXml" Target="../ink/ink37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png"/><Relationship Id="rId2" Type="http://schemas.openxmlformats.org/officeDocument/2006/relationships/customXml" Target="../ink/ink3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7.png"/><Relationship Id="rId4" Type="http://schemas.openxmlformats.org/officeDocument/2006/relationships/customXml" Target="../ink/ink37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51BF4-7714-53EE-9A15-F441500B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101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7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E0FB-7BA7-8267-8EFD-759D8C01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B533-AD8D-B744-4A6B-53FAE244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CC3841B-DC00-0732-9A7C-B0AF14DE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114B9A-BFBC-7C4C-9D81-F9FB603AB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D24E78-F3DB-13B6-7090-327B73BF5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2D4C54-4761-44BF-5425-008EB4E96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ADFE59-D07E-23DA-B265-DA33230E8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221D3F1-C0FD-DF6D-B29F-A3153B3C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B8B05D2-1A33-D373-DD88-4B09114D867F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4800"/>
              <a:t>✍</a:t>
            </a:r>
            <a:r>
              <a:rPr lang="en-US" sz="4800"/>
              <a:t>Lecture 8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C8E8EA6-E8C9-9A1D-E4FA-95D83C7062F9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1500" b="1" dirty="0"/>
              <a:t>Introduction to Generic Programming</a:t>
            </a:r>
          </a:p>
          <a:p>
            <a:r>
              <a:rPr lang="ar-EG" sz="1500" b="1" dirty="0"/>
              <a:t>Simple Generic Example Demo</a:t>
            </a:r>
          </a:p>
          <a:p>
            <a:r>
              <a:rPr lang="ar-EG" sz="1500" b="1" dirty="0"/>
              <a:t>Bounded Type Parameters</a:t>
            </a:r>
          </a:p>
          <a:p>
            <a:r>
              <a:rPr lang="ar-EG" sz="1500" b="1" dirty="0"/>
              <a:t>Wildcards</a:t>
            </a:r>
          </a:p>
          <a:p>
            <a:r>
              <a:rPr lang="ar-EG" sz="1500" b="1" dirty="0"/>
              <a:t>Lambda Expressions</a:t>
            </a:r>
          </a:p>
          <a:p>
            <a:r>
              <a:rPr lang="ar-EG" sz="1500" b="1" dirty="0"/>
              <a:t>Single Lambda Expressions</a:t>
            </a:r>
          </a:p>
          <a:p>
            <a:r>
              <a:rPr lang="ar-EG" sz="1500" b="1" dirty="0"/>
              <a:t>Block Lambda Expressions</a:t>
            </a:r>
          </a:p>
          <a:p>
            <a:r>
              <a:rPr lang="ar-EG" sz="1500" b="1" dirty="0"/>
              <a:t>Method Reference</a:t>
            </a:r>
          </a:p>
          <a:p>
            <a:r>
              <a:rPr lang="ar-EG" sz="1500" b="1" dirty="0"/>
              <a:t>Examples of Method Reference types</a:t>
            </a:r>
          </a:p>
          <a:p>
            <a:endParaRPr lang="ar-EG" sz="1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C88510-6DC1-3FCA-63AE-BA5B12355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37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8855-0C13-6FD3-9111-7E8693718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99E75-0F9F-C428-9CBF-B11AAC799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A9E23E87-1954-CBA6-1A67-0A87AF34E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AFE1EF-2428-6343-2E11-EA9A081C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E5B3D5-B07A-2E55-3FE3-FCEBE2FD1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CBFED8-EC57-1BFA-6769-5000115F2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BA6373-22A0-DEC8-7442-2159E5A1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7F4C9B5-2790-CFF4-002A-E2C54059D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2B531AC-5260-BE07-67D1-4D7C7BDA640F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9 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2A59C8F-F430-F0FC-E411-D8EB3700CD8A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/>
              <a:t>Java collection </a:t>
            </a:r>
          </a:p>
          <a:p>
            <a:r>
              <a:rPr lang="en-US" sz="1900"/>
              <a:t>Iterators </a:t>
            </a:r>
          </a:p>
          <a:p>
            <a:r>
              <a:rPr lang="en-US" sz="1900"/>
              <a:t>Generic Utility Methods </a:t>
            </a:r>
          </a:p>
          <a:p>
            <a:r>
              <a:rPr lang="en-US" sz="1900"/>
              <a:t>Collection Framework interface </a:t>
            </a:r>
          </a:p>
          <a:p>
            <a:r>
              <a:rPr lang="en-US" sz="1900"/>
              <a:t>Linked Lists</a:t>
            </a:r>
          </a:p>
          <a:p>
            <a:r>
              <a:rPr lang="en-US" sz="1900"/>
              <a:t>Maps</a:t>
            </a:r>
          </a:p>
          <a:p>
            <a:r>
              <a:rPr lang="en-US" sz="1900"/>
              <a:t>Map Interface Method </a:t>
            </a:r>
          </a:p>
          <a:p>
            <a:r>
              <a:rPr lang="en-US" sz="1900"/>
              <a:t>Algorithms</a:t>
            </a:r>
          </a:p>
          <a:p>
            <a:endParaRPr lang="ar-EG" sz="19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E08F43-9FB8-7BC1-1503-880BA544D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6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1E10E-5B41-12FE-370E-E02183C0E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✍Lecture 10 : 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AB25-64B4-5B4F-5A06-D9ADD629E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70000" lnSpcReduction="20000"/>
          </a:bodyPr>
          <a:lstStyle/>
          <a:p>
            <a:r>
              <a:rPr lang="ar-EG" sz="2400" dirty="0"/>
              <a:t>Stream API Introduction</a:t>
            </a:r>
          </a:p>
          <a:p>
            <a:r>
              <a:rPr lang="ar-EG" sz="2400" dirty="0"/>
              <a:t>Stream Operations</a:t>
            </a:r>
          </a:p>
          <a:p>
            <a:r>
              <a:rPr lang="ar-EG" sz="2400" dirty="0"/>
              <a:t>Common Intermediate &amp; Terminal Stream Operations</a:t>
            </a:r>
          </a:p>
          <a:p>
            <a:r>
              <a:rPr lang="ar-EG" sz="2400" dirty="0"/>
              <a:t>Stream API Demo</a:t>
            </a:r>
          </a:p>
          <a:p>
            <a:r>
              <a:rPr lang="ar-EG" sz="2400" dirty="0"/>
              <a:t>Examples of Using Different Stream Operations</a:t>
            </a:r>
          </a:p>
          <a:p>
            <a:r>
              <a:rPr lang="ar-EG" sz="2400" dirty="0"/>
              <a:t>Method Types, Pipeline, and Different Operations</a:t>
            </a:r>
          </a:p>
          <a:p>
            <a:r>
              <a:rPr lang="ar-EG" sz="2400" dirty="0"/>
              <a:t>Advanced Collect</a:t>
            </a:r>
          </a:p>
          <a:p>
            <a:r>
              <a:rPr lang="ar-EG" sz="2400" dirty="0"/>
              <a:t>Input &amp; Output Streams</a:t>
            </a:r>
          </a:p>
          <a:p>
            <a:r>
              <a:rPr lang="ar-EG" sz="2400" dirty="0"/>
              <a:t>Parallel Streams</a:t>
            </a:r>
          </a:p>
          <a:p>
            <a:r>
              <a:rPr lang="ar-EG" sz="2400" dirty="0"/>
              <a:t>Parallel Streams Demo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6BE9D-44ED-C247-D0B2-E9E210CE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✍Java Stream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E0EC-FDAF-245B-1105-96DAB4BC2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20000"/>
          </a:bodyPr>
          <a:lstStyle/>
          <a:p>
            <a:r>
              <a:rPr lang="ar-EG" sz="2400" b="1" dirty="0"/>
              <a:t>Process and transform collections of data in a clean and declarative way</a:t>
            </a:r>
            <a:endParaRPr lang="ar-EG" sz="2400" dirty="0"/>
          </a:p>
          <a:p>
            <a:pPr lvl="0"/>
            <a:r>
              <a:rPr lang="ar-EG" sz="2400" dirty="0"/>
              <a:t>Introduced in </a:t>
            </a:r>
            <a:r>
              <a:rPr lang="ar-EG" sz="2400" b="1" dirty="0"/>
              <a:t>Java 8</a:t>
            </a:r>
            <a:r>
              <a:rPr lang="ar-EG" sz="2400" dirty="0"/>
              <a:t> </a:t>
            </a:r>
          </a:p>
          <a:p>
            <a:pPr lvl="0"/>
            <a:r>
              <a:rPr lang="ar-EG" sz="2400" dirty="0"/>
              <a:t>Provides a powerful way to process collections </a:t>
            </a:r>
          </a:p>
          <a:p>
            <a:pPr lvl="0"/>
            <a:r>
              <a:rPr lang="ar-EG" sz="2400" dirty="0"/>
              <a:t>Supports operations such as: </a:t>
            </a:r>
            <a:endParaRPr lang="en-US" sz="2400" dirty="0"/>
          </a:p>
          <a:p>
            <a:pPr lvl="1"/>
            <a:r>
              <a:rPr lang="ar-EG" dirty="0"/>
              <a:t>filter() </a:t>
            </a:r>
          </a:p>
          <a:p>
            <a:pPr lvl="1"/>
            <a:r>
              <a:rPr lang="ar-EG" dirty="0"/>
              <a:t>map() </a:t>
            </a:r>
          </a:p>
          <a:p>
            <a:pPr lvl="1"/>
            <a:r>
              <a:rPr lang="ar-EG" dirty="0"/>
              <a:t>sorted() </a:t>
            </a:r>
          </a:p>
          <a:p>
            <a:pPr lvl="1"/>
            <a:r>
              <a:rPr lang="ar-EG" dirty="0"/>
              <a:t>reduce() </a:t>
            </a:r>
          </a:p>
          <a:p>
            <a:pPr lvl="1"/>
            <a:r>
              <a:rPr lang="ar-EG" dirty="0"/>
              <a:t>collect() </a:t>
            </a:r>
          </a:p>
          <a:p>
            <a:pPr lvl="0"/>
            <a:r>
              <a:rPr lang="ar-EG" dirty="0"/>
              <a:t>Stream operations can be combined into a </a:t>
            </a:r>
            <a:r>
              <a:rPr lang="ar-EG" b="1" dirty="0"/>
              <a:t>pipeline</a:t>
            </a:r>
            <a:endParaRPr lang="ar-EG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836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84F3D-FB56-77F4-FD13-78193211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a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2115A-4633-1853-9C57-489F3D1B2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A </a:t>
            </a:r>
            <a:r>
              <a:rPr lang="ar-EG" sz="2400" b="1" dirty="0"/>
              <a:t>Stream</a:t>
            </a:r>
            <a:r>
              <a:rPr lang="ar-EG" sz="2400" dirty="0"/>
              <a:t> represents a sequence of elements. </a:t>
            </a:r>
          </a:p>
          <a:p>
            <a:pPr lvl="0"/>
            <a:r>
              <a:rPr lang="ar-EG" sz="2400" dirty="0"/>
              <a:t>It allows us to process data from a source. </a:t>
            </a:r>
          </a:p>
          <a:p>
            <a:pPr lvl="0"/>
            <a:r>
              <a:rPr lang="ar-EG" sz="2400" dirty="0"/>
              <a:t>A stream does </a:t>
            </a:r>
            <a:r>
              <a:rPr lang="ar-EG" sz="2400" b="1" dirty="0"/>
              <a:t>not store data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A stream does </a:t>
            </a:r>
            <a:r>
              <a:rPr lang="ar-EG" sz="2400" b="1" dirty="0"/>
              <a:t>not modify the original data source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Streams support a sequence of operations to process data.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62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4959D5-F899-5384-4A58-F5D460D18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ar-EG" sz="5400"/>
              <a:t>✍Collections vs Streams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C2C957-E345-80EF-1EF4-736617744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531517"/>
              </p:ext>
            </p:extLst>
          </p:nvPr>
        </p:nvGraphicFramePr>
        <p:xfrm>
          <a:off x="1100549" y="2598710"/>
          <a:ext cx="9488902" cy="3438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4813">
                  <a:extLst>
                    <a:ext uri="{9D8B030D-6E8A-4147-A177-3AD203B41FA5}">
                      <a16:colId xmlns:a16="http://schemas.microsoft.com/office/drawing/2014/main" val="522293741"/>
                    </a:ext>
                  </a:extLst>
                </a:gridCol>
                <a:gridCol w="4464089">
                  <a:extLst>
                    <a:ext uri="{9D8B030D-6E8A-4147-A177-3AD203B41FA5}">
                      <a16:colId xmlns:a16="http://schemas.microsoft.com/office/drawing/2014/main" val="2622761674"/>
                    </a:ext>
                  </a:extLst>
                </a:gridCol>
              </a:tblGrid>
              <a:tr h="57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b="1" dirty="0"/>
                        <a:t>Collection</a:t>
                      </a:r>
                    </a:p>
                  </a:txBody>
                  <a:tcPr marL="130233" marR="130233" marT="65116" marB="65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b="1" dirty="0"/>
                        <a:t>Stream</a:t>
                      </a:r>
                    </a:p>
                  </a:txBody>
                  <a:tcPr marL="130233" marR="130233" marT="65116" marB="65116" anchor="ctr"/>
                </a:tc>
                <a:extLst>
                  <a:ext uri="{0D108BD9-81ED-4DB2-BD59-A6C34878D82A}">
                    <a16:rowId xmlns:a16="http://schemas.microsoft.com/office/drawing/2014/main" val="391371836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Stores data</a:t>
                      </a:r>
                    </a:p>
                  </a:txBody>
                  <a:tcPr marL="130233" marR="130233" marT="65116" marB="65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Processes data</a:t>
                      </a:r>
                    </a:p>
                  </a:txBody>
                  <a:tcPr marL="130233" marR="130233" marT="65116" marB="65116" anchor="ctr"/>
                </a:tc>
                <a:extLst>
                  <a:ext uri="{0D108BD9-81ED-4DB2-BD59-A6C34878D82A}">
                    <a16:rowId xmlns:a16="http://schemas.microsoft.com/office/drawing/2014/main" val="664527622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Data-oriented</a:t>
                      </a:r>
                    </a:p>
                  </a:txBody>
                  <a:tcPr marL="130233" marR="130233" marT="65116" marB="65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dirty="0"/>
                        <a:t>Computation-oriented</a:t>
                      </a:r>
                    </a:p>
                  </a:txBody>
                  <a:tcPr marL="130233" marR="130233" marT="65116" marB="65116" anchor="ctr"/>
                </a:tc>
                <a:extLst>
                  <a:ext uri="{0D108BD9-81ED-4DB2-BD59-A6C34878D82A}">
                    <a16:rowId xmlns:a16="http://schemas.microsoft.com/office/drawing/2014/main" val="1285078014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Can be modified</a:t>
                      </a:r>
                    </a:p>
                  </a:txBody>
                  <a:tcPr marL="130233" marR="130233" marT="65116" marB="65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Does not modify the source</a:t>
                      </a:r>
                    </a:p>
                  </a:txBody>
                  <a:tcPr marL="130233" marR="130233" marT="65116" marB="65116" anchor="ctr"/>
                </a:tc>
                <a:extLst>
                  <a:ext uri="{0D108BD9-81ED-4DB2-BD59-A6C34878D82A}">
                    <a16:rowId xmlns:a16="http://schemas.microsoft.com/office/drawing/2014/main" val="1647695667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Can be traversed multiple times</a:t>
                      </a:r>
                    </a:p>
                  </a:txBody>
                  <a:tcPr marL="130233" marR="130233" marT="65116" marB="65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Usually consumed once</a:t>
                      </a:r>
                    </a:p>
                  </a:txBody>
                  <a:tcPr marL="130233" marR="130233" marT="65116" marB="65116" anchor="ctr"/>
                </a:tc>
                <a:extLst>
                  <a:ext uri="{0D108BD9-81ED-4DB2-BD59-A6C34878D82A}">
                    <a16:rowId xmlns:a16="http://schemas.microsoft.com/office/drawing/2014/main" val="1742692485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/>
                        <a:t>Uses loops/iteration explicitly</a:t>
                      </a:r>
                    </a:p>
                  </a:txBody>
                  <a:tcPr marL="130233" marR="130233" marT="65116" marB="65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600" dirty="0"/>
                        <a:t>Uses declarative operations</a:t>
                      </a:r>
                    </a:p>
                  </a:txBody>
                  <a:tcPr marL="130233" marR="130233" marT="65116" marB="65116" anchor="ctr"/>
                </a:tc>
                <a:extLst>
                  <a:ext uri="{0D108BD9-81ED-4DB2-BD59-A6C34878D82A}">
                    <a16:rowId xmlns:a16="http://schemas.microsoft.com/office/drawing/2014/main" val="715403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05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71A81-9CB4-CDDD-46E8-39DCACD8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ar-EG" sz="3600"/>
              <a:t>✍From Loop to Stream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EC5854-16CC-A3A0-A569-8D9977F1E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ar-EG" sz="1800" dirty="0"/>
              <a:t>Declarative Style</a:t>
            </a:r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40416A-4581-00AF-4122-13458D064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227" y="841905"/>
            <a:ext cx="4139583" cy="231717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711C81-3FC4-D92D-933C-570CDDB2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058534"/>
            <a:ext cx="4305905" cy="160742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623F7E-5C81-BD5E-EDC1-E84ADEB0EABF}"/>
                  </a:ext>
                </a:extLst>
              </p14:cNvPr>
              <p14:cNvContentPartPr/>
              <p14:nvPr/>
            </p14:nvContentPartPr>
            <p14:xfrm>
              <a:off x="4046561" y="1672085"/>
              <a:ext cx="698040" cy="10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623F7E-5C81-BD5E-EDC1-E84ADEB0EA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8561" y="1654445"/>
                <a:ext cx="7336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F16339-A5D2-371B-9909-671FAFA4F025}"/>
                  </a:ext>
                </a:extLst>
              </p14:cNvPr>
              <p14:cNvContentPartPr/>
              <p14:nvPr/>
            </p14:nvContentPartPr>
            <p14:xfrm>
              <a:off x="2655161" y="1633925"/>
              <a:ext cx="63180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F16339-A5D2-371B-9909-671FAFA4F0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37521" y="1615925"/>
                <a:ext cx="667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18618D-84C6-5D95-A595-E986D46C0657}"/>
                  </a:ext>
                </a:extLst>
              </p14:cNvPr>
              <p14:cNvContentPartPr/>
              <p14:nvPr/>
            </p14:nvContentPartPr>
            <p14:xfrm>
              <a:off x="6478001" y="1277885"/>
              <a:ext cx="506520" cy="9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18618D-84C6-5D95-A595-E986D46C06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60001" y="1260245"/>
                <a:ext cx="5421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352121-C27C-B74B-4E34-7753DECD74FB}"/>
                  </a:ext>
                </a:extLst>
              </p14:cNvPr>
              <p14:cNvContentPartPr/>
              <p14:nvPr/>
            </p14:nvContentPartPr>
            <p14:xfrm>
              <a:off x="8783801" y="1390565"/>
              <a:ext cx="138204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352121-C27C-B74B-4E34-7753DECD74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65801" y="1372925"/>
                <a:ext cx="1417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87ECA82-31B3-861E-65DE-24F06360A842}"/>
                  </a:ext>
                </a:extLst>
              </p14:cNvPr>
              <p14:cNvContentPartPr/>
              <p14:nvPr/>
            </p14:nvContentPartPr>
            <p14:xfrm>
              <a:off x="7168481" y="1789445"/>
              <a:ext cx="165960" cy="10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87ECA82-31B3-861E-65DE-24F06360A8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50841" y="1771805"/>
                <a:ext cx="2016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72980D9-9366-352A-6BC2-EB20BF47C3F3}"/>
                  </a:ext>
                </a:extLst>
              </p14:cNvPr>
              <p14:cNvContentPartPr/>
              <p14:nvPr/>
            </p14:nvContentPartPr>
            <p14:xfrm>
              <a:off x="8064161" y="1808165"/>
              <a:ext cx="728640" cy="30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72980D9-9366-352A-6BC2-EB20BF47C3F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46161" y="1790525"/>
                <a:ext cx="7642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EC80FD2-3739-67AF-88FE-15A4B3E646F9}"/>
                  </a:ext>
                </a:extLst>
              </p14:cNvPr>
              <p14:cNvContentPartPr/>
              <p14:nvPr/>
            </p14:nvContentPartPr>
            <p14:xfrm>
              <a:off x="9056321" y="1789085"/>
              <a:ext cx="378360" cy="20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EC80FD2-3739-67AF-88FE-15A4B3E646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38321" y="1771445"/>
                <a:ext cx="4140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7DB189E-DEF1-B982-BAE9-AA1EEE7026DA}"/>
                  </a:ext>
                </a:extLst>
              </p14:cNvPr>
              <p14:cNvContentPartPr/>
              <p14:nvPr/>
            </p14:nvContentPartPr>
            <p14:xfrm>
              <a:off x="9444761" y="1808885"/>
              <a:ext cx="57492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7DB189E-DEF1-B982-BAE9-AA1EEE7026D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27121" y="1772885"/>
                <a:ext cx="6105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6159570-F5C9-4753-5DD7-52FA6A1B2CD4}"/>
                  </a:ext>
                </a:extLst>
              </p14:cNvPr>
              <p14:cNvContentPartPr/>
              <p14:nvPr/>
            </p14:nvContentPartPr>
            <p14:xfrm>
              <a:off x="6614441" y="2063045"/>
              <a:ext cx="397080" cy="193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6159570-F5C9-4753-5DD7-52FA6A1B2CD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96801" y="2045405"/>
                <a:ext cx="4327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CB05AC4-50A6-C4EF-F26D-2619C652BB6A}"/>
                  </a:ext>
                </a:extLst>
              </p14:cNvPr>
              <p14:cNvContentPartPr/>
              <p14:nvPr/>
            </p14:nvContentPartPr>
            <p14:xfrm>
              <a:off x="8442881" y="2693765"/>
              <a:ext cx="77904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CB05AC4-50A6-C4EF-F26D-2619C652BB6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25241" y="2658485"/>
                <a:ext cx="814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5D3FA95-624A-A252-42BF-4AB7E073BBC8}"/>
                  </a:ext>
                </a:extLst>
              </p14:cNvPr>
              <p14:cNvContentPartPr/>
              <p14:nvPr/>
            </p14:nvContentPartPr>
            <p14:xfrm>
              <a:off x="6273881" y="4639565"/>
              <a:ext cx="632880" cy="185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5D3FA95-624A-A252-42BF-4AB7E073BBC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56241" y="4621565"/>
                <a:ext cx="6685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71D8385-A36D-526B-3EAB-3C5AB0CD5F55}"/>
                  </a:ext>
                </a:extLst>
              </p14:cNvPr>
              <p14:cNvContentPartPr/>
              <p14:nvPr/>
            </p14:nvContentPartPr>
            <p14:xfrm>
              <a:off x="6771761" y="4571165"/>
              <a:ext cx="170640" cy="156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71D8385-A36D-526B-3EAB-3C5AB0CD5F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54121" y="4553525"/>
                <a:ext cx="2062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4F33A35-C873-D2A3-4103-1DD3C6138380}"/>
                  </a:ext>
                </a:extLst>
              </p14:cNvPr>
              <p14:cNvContentPartPr/>
              <p14:nvPr/>
            </p14:nvContentPartPr>
            <p14:xfrm>
              <a:off x="7976321" y="4658285"/>
              <a:ext cx="731160" cy="70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4F33A35-C873-D2A3-4103-1DD3C613838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58321" y="4640645"/>
                <a:ext cx="7668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0928665-51B7-06D7-3613-8B6C5792CCFF}"/>
                  </a:ext>
                </a:extLst>
              </p14:cNvPr>
              <p14:cNvContentPartPr/>
              <p14:nvPr/>
            </p14:nvContentPartPr>
            <p14:xfrm>
              <a:off x="7295201" y="4881485"/>
              <a:ext cx="178200" cy="167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0928665-51B7-06D7-3613-8B6C5792CCF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77201" y="4863485"/>
                <a:ext cx="2138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7DFE090-AC38-5033-323C-AC1694D0A893}"/>
                  </a:ext>
                </a:extLst>
              </p14:cNvPr>
              <p14:cNvContentPartPr/>
              <p14:nvPr/>
            </p14:nvContentPartPr>
            <p14:xfrm>
              <a:off x="7207721" y="1400285"/>
              <a:ext cx="321120" cy="10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7DFE090-AC38-5033-323C-AC1694D0A89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89721" y="1382285"/>
                <a:ext cx="3567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1EBB545-8D5B-5F2D-5C0E-D503C40DC231}"/>
                  </a:ext>
                </a:extLst>
              </p14:cNvPr>
              <p14:cNvContentPartPr/>
              <p14:nvPr/>
            </p14:nvContentPartPr>
            <p14:xfrm>
              <a:off x="6244721" y="3950885"/>
              <a:ext cx="617040" cy="348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1EBB545-8D5B-5F2D-5C0E-D503C40DC23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26721" y="3932885"/>
                <a:ext cx="65268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5C7E1EE0-45FB-80DD-5754-04D32F7E8A95}"/>
              </a:ext>
            </a:extLst>
          </p:cNvPr>
          <p:cNvGrpSpPr/>
          <p:nvPr/>
        </p:nvGrpSpPr>
        <p:grpSpPr>
          <a:xfrm>
            <a:off x="7655561" y="4952405"/>
            <a:ext cx="273240" cy="290880"/>
            <a:chOff x="7655561" y="4952405"/>
            <a:chExt cx="27324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A195E76-E044-4BA8-A032-63ECC8789FED}"/>
                    </a:ext>
                  </a:extLst>
                </p14:cNvPr>
                <p14:cNvContentPartPr/>
                <p14:nvPr/>
              </p14:nvContentPartPr>
              <p14:xfrm>
                <a:off x="7655561" y="5242925"/>
                <a:ext cx="21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A195E76-E044-4BA8-A032-63ECC8789FE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37561" y="5225285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D5FA22-957B-6BC4-47F9-F5E465F9E6D8}"/>
                    </a:ext>
                  </a:extLst>
                </p14:cNvPr>
                <p14:cNvContentPartPr/>
                <p14:nvPr/>
              </p14:nvContentPartPr>
              <p14:xfrm>
                <a:off x="7703801" y="4952405"/>
                <a:ext cx="225000" cy="252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D5FA22-957B-6BC4-47F9-F5E465F9E6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85801" y="4934405"/>
                  <a:ext cx="260640" cy="28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C735B27-B632-D00D-85FD-0F27F1597DF6}"/>
                  </a:ext>
                </a:extLst>
              </p14:cNvPr>
              <p14:cNvContentPartPr/>
              <p14:nvPr/>
            </p14:nvContentPartPr>
            <p14:xfrm>
              <a:off x="8774081" y="5077685"/>
              <a:ext cx="621720" cy="2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C735B27-B632-D00D-85FD-0F27F1597DF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56441" y="5059685"/>
                <a:ext cx="6573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262FD5D-6D9D-D100-9FC4-2D58E184CAD5}"/>
                  </a:ext>
                </a:extLst>
              </p14:cNvPr>
              <p14:cNvContentPartPr/>
              <p14:nvPr/>
            </p14:nvContentPartPr>
            <p14:xfrm>
              <a:off x="9406241" y="5096765"/>
              <a:ext cx="671760" cy="7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262FD5D-6D9D-D100-9FC4-2D58E184CA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388601" y="5060765"/>
                <a:ext cx="707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1018711-90F7-2E49-B610-415116E297BB}"/>
                  </a:ext>
                </a:extLst>
              </p14:cNvPr>
              <p14:cNvContentPartPr/>
              <p14:nvPr/>
            </p14:nvContentPartPr>
            <p14:xfrm>
              <a:off x="7843481" y="5044925"/>
              <a:ext cx="1125720" cy="3618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1018711-90F7-2E49-B610-415116E297B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25481" y="5026925"/>
                <a:ext cx="1161360" cy="39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0919D361-4830-98A0-DE4F-FD0D2B1FBB82}"/>
              </a:ext>
            </a:extLst>
          </p:cNvPr>
          <p:cNvGrpSpPr/>
          <p:nvPr/>
        </p:nvGrpSpPr>
        <p:grpSpPr>
          <a:xfrm>
            <a:off x="2572721" y="4921805"/>
            <a:ext cx="1348920" cy="797400"/>
            <a:chOff x="2572721" y="4921805"/>
            <a:chExt cx="134892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DBC6CF-F539-A264-A659-B4E1113831CC}"/>
                    </a:ext>
                  </a:extLst>
                </p14:cNvPr>
                <p14:cNvContentPartPr/>
                <p14:nvPr/>
              </p14:nvContentPartPr>
              <p14:xfrm>
                <a:off x="2572721" y="4921805"/>
                <a:ext cx="524160" cy="797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DBC6CF-F539-A264-A659-B4E1113831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55081" y="4903805"/>
                  <a:ext cx="559800" cy="83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E4C88B-5C87-0ED0-4AD4-CFDA4E4C7586}"/>
                    </a:ext>
                  </a:extLst>
                </p14:cNvPr>
                <p14:cNvContentPartPr/>
                <p14:nvPr/>
              </p14:nvContentPartPr>
              <p14:xfrm>
                <a:off x="3112361" y="4986965"/>
                <a:ext cx="421920" cy="421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E4C88B-5C87-0ED0-4AD4-CFDA4E4C758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94721" y="4968965"/>
                  <a:ext cx="4575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F9B364-CF62-2854-3A66-AAD2F318FC29}"/>
                    </a:ext>
                  </a:extLst>
                </p14:cNvPr>
                <p14:cNvContentPartPr/>
                <p14:nvPr/>
              </p14:nvContentPartPr>
              <p14:xfrm>
                <a:off x="3822641" y="5077685"/>
                <a:ext cx="99000" cy="36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F9B364-CF62-2854-3A66-AAD2F318FC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04641" y="5059685"/>
                  <a:ext cx="134640" cy="40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4FC3507-0116-7E94-105A-0F23F9E0F1AF}"/>
              </a:ext>
            </a:extLst>
          </p:cNvPr>
          <p:cNvGrpSpPr/>
          <p:nvPr/>
        </p:nvGrpSpPr>
        <p:grpSpPr>
          <a:xfrm>
            <a:off x="4307921" y="4542005"/>
            <a:ext cx="828360" cy="904680"/>
            <a:chOff x="4307921" y="4542005"/>
            <a:chExt cx="828360" cy="90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D3249F9-0812-1E06-C74F-A91A17DEA1F2}"/>
                    </a:ext>
                  </a:extLst>
                </p14:cNvPr>
                <p14:cNvContentPartPr/>
                <p14:nvPr/>
              </p14:nvContentPartPr>
              <p14:xfrm>
                <a:off x="4600601" y="4931525"/>
                <a:ext cx="87480" cy="337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D3249F9-0812-1E06-C74F-A91A17DEA1F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82961" y="4913525"/>
                  <a:ext cx="123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E40504B-F66F-8977-B42D-6489EE2E095D}"/>
                    </a:ext>
                  </a:extLst>
                </p14:cNvPr>
                <p14:cNvContentPartPr/>
                <p14:nvPr/>
              </p14:nvContentPartPr>
              <p14:xfrm>
                <a:off x="4307921" y="4929005"/>
                <a:ext cx="322560" cy="235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E40504B-F66F-8977-B42D-6489EE2E09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89921" y="4911365"/>
                  <a:ext cx="358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304DC5-1BFC-54E8-FCFC-1C2FE73A6BDC}"/>
                    </a:ext>
                  </a:extLst>
                </p14:cNvPr>
                <p14:cNvContentPartPr/>
                <p14:nvPr/>
              </p14:nvContentPartPr>
              <p14:xfrm>
                <a:off x="4834241" y="4542005"/>
                <a:ext cx="302040" cy="904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304DC5-1BFC-54E8-FCFC-1C2FE73A6BD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16241" y="4524005"/>
                  <a:ext cx="337680" cy="94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3913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7F154-545B-A5F8-A2CA-B5079F14D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✍</a:t>
            </a:r>
            <a:r>
              <a:rPr lang="ar-EG" sz="4800"/>
              <a:t>Stream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F9792-8C34-CB52-CE8E-E782D63D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A stream pipeline consists of:</a:t>
            </a:r>
          </a:p>
          <a:p>
            <a:r>
              <a:rPr lang="ar-EG" sz="2400" b="1" dirty="0"/>
              <a:t>Source → Intermediate Operations → Terminal Operation</a:t>
            </a:r>
            <a:endParaRPr lang="ar-EG" sz="2400" dirty="0"/>
          </a:p>
          <a:p>
            <a:r>
              <a:rPr lang="ar-EG" sz="2400" dirty="0"/>
              <a:t>Example: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ar-EG" sz="2400" dirty="0"/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A425E15-03F0-7CC0-12EE-72503939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017" y="4074967"/>
            <a:ext cx="5410955" cy="20672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6CAEF6-A40D-F326-B19F-20A0F216D916}"/>
                  </a:ext>
                </a:extLst>
              </p14:cNvPr>
              <p14:cNvContentPartPr/>
              <p14:nvPr/>
            </p14:nvContentPartPr>
            <p14:xfrm>
              <a:off x="311201" y="3462005"/>
              <a:ext cx="897840" cy="604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6CAEF6-A40D-F326-B19F-20A0F216D9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201" y="3444005"/>
                <a:ext cx="933480" cy="64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F2B6917-501B-00FD-DD02-0443F0D2029D}"/>
                  </a:ext>
                </a:extLst>
              </p14:cNvPr>
              <p14:cNvContentPartPr/>
              <p14:nvPr/>
            </p14:nvContentPartPr>
            <p14:xfrm>
              <a:off x="1390481" y="3861605"/>
              <a:ext cx="9342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F2B6917-501B-00FD-DD02-0443F0D202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2481" y="3843605"/>
                <a:ext cx="969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44A9A2-EA5E-B86F-8E50-5FC3FD7B2099}"/>
                  </a:ext>
                </a:extLst>
              </p14:cNvPr>
              <p14:cNvContentPartPr/>
              <p14:nvPr/>
            </p14:nvContentPartPr>
            <p14:xfrm>
              <a:off x="5826401" y="4765205"/>
              <a:ext cx="280800" cy="20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44A9A2-EA5E-B86F-8E50-5FC3FD7B20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8401" y="4747565"/>
                <a:ext cx="3164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BFCDF09-74FE-D06E-7575-510850AD3680}"/>
              </a:ext>
            </a:extLst>
          </p:cNvPr>
          <p:cNvGrpSpPr/>
          <p:nvPr/>
        </p:nvGrpSpPr>
        <p:grpSpPr>
          <a:xfrm>
            <a:off x="2772161" y="3806885"/>
            <a:ext cx="2956680" cy="45360"/>
            <a:chOff x="2772161" y="3806885"/>
            <a:chExt cx="2956680" cy="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1062F5-44F0-021F-9880-51A93A4B39A5}"/>
                    </a:ext>
                  </a:extLst>
                </p14:cNvPr>
                <p14:cNvContentPartPr/>
                <p14:nvPr/>
              </p14:nvContentPartPr>
              <p14:xfrm>
                <a:off x="2772161" y="3806885"/>
                <a:ext cx="1861200" cy="4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1062F5-44F0-021F-9880-51A93A4B39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54161" y="3788885"/>
                  <a:ext cx="1896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EEE35A-ADAA-4D87-760E-45A7F3DD13ED}"/>
                    </a:ext>
                  </a:extLst>
                </p14:cNvPr>
                <p14:cNvContentPartPr/>
                <p14:nvPr/>
              </p14:nvContentPartPr>
              <p14:xfrm>
                <a:off x="4668641" y="3812645"/>
                <a:ext cx="1060200" cy="10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EEE35A-ADAA-4D87-760E-45A7F3DD13E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51001" y="3795005"/>
                  <a:ext cx="109584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73E9B19-A7EA-E0C1-F633-A995E418DE21}"/>
                  </a:ext>
                </a:extLst>
              </p14:cNvPr>
              <p14:cNvContentPartPr/>
              <p14:nvPr/>
            </p14:nvContentPartPr>
            <p14:xfrm>
              <a:off x="6497801" y="3813005"/>
              <a:ext cx="2324160" cy="78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73E9B19-A7EA-E0C1-F633-A995E418DE2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80161" y="3795365"/>
                <a:ext cx="23598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C2A53E4-5FDF-0C8F-00F7-A116093C3BD2}"/>
                  </a:ext>
                </a:extLst>
              </p14:cNvPr>
              <p14:cNvContentPartPr/>
              <p14:nvPr/>
            </p14:nvContentPartPr>
            <p14:xfrm>
              <a:off x="7023041" y="4707965"/>
              <a:ext cx="427320" cy="38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C2A53E4-5FDF-0C8F-00F7-A116093C3B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05401" y="4690325"/>
                <a:ext cx="4629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A3511A7-E7D1-366B-5613-BEB7861A27C5}"/>
                  </a:ext>
                </a:extLst>
              </p14:cNvPr>
              <p14:cNvContentPartPr/>
              <p14:nvPr/>
            </p14:nvContentPartPr>
            <p14:xfrm>
              <a:off x="7178561" y="4932245"/>
              <a:ext cx="223920" cy="28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A3511A7-E7D1-366B-5613-BEB7861A27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60561" y="4914605"/>
                <a:ext cx="2595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92C2F07-F85E-31DD-CC26-0331A09DCD19}"/>
                  </a:ext>
                </a:extLst>
              </p14:cNvPr>
              <p14:cNvContentPartPr/>
              <p14:nvPr/>
            </p14:nvContentPartPr>
            <p14:xfrm>
              <a:off x="6682481" y="5194325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92C2F07-F85E-31DD-CC26-0331A09DCD1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64841" y="51763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81C2789-F552-0B83-93E0-F11AAB9C2D87}"/>
                  </a:ext>
                </a:extLst>
              </p14:cNvPr>
              <p14:cNvContentPartPr/>
              <p14:nvPr/>
            </p14:nvContentPartPr>
            <p14:xfrm>
              <a:off x="6614441" y="5046725"/>
              <a:ext cx="333720" cy="206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81C2789-F552-0B83-93E0-F11AAB9C2D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96801" y="5028725"/>
                <a:ext cx="3693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62E063E-E9CE-3813-62C4-D9A44EB33234}"/>
                  </a:ext>
                </a:extLst>
              </p14:cNvPr>
              <p14:cNvContentPartPr/>
              <p14:nvPr/>
            </p14:nvContentPartPr>
            <p14:xfrm>
              <a:off x="6981281" y="5436605"/>
              <a:ext cx="957240" cy="355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62E063E-E9CE-3813-62C4-D9A44EB3323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63641" y="5418605"/>
                <a:ext cx="99288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2F480C9-3A2E-F37C-A6D3-3FCA9F33C7B8}"/>
                  </a:ext>
                </a:extLst>
              </p14:cNvPr>
              <p14:cNvContentPartPr/>
              <p14:nvPr/>
            </p14:nvContentPartPr>
            <p14:xfrm>
              <a:off x="6983801" y="5688965"/>
              <a:ext cx="418680" cy="91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2F480C9-3A2E-F37C-A6D3-3FCA9F33C7B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966161" y="5671325"/>
                <a:ext cx="4543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79EB403-8A46-19B1-0849-12CBDF764BFE}"/>
                  </a:ext>
                </a:extLst>
              </p14:cNvPr>
              <p14:cNvContentPartPr/>
              <p14:nvPr/>
            </p14:nvContentPartPr>
            <p14:xfrm>
              <a:off x="7003241" y="5631365"/>
              <a:ext cx="780120" cy="108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79EB403-8A46-19B1-0849-12CBDF764BF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85601" y="5613365"/>
                <a:ext cx="81576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804F3D6-2555-7F17-F044-F12722074426}"/>
                  </a:ext>
                </a:extLst>
              </p14:cNvPr>
              <p14:cNvContentPartPr/>
              <p14:nvPr/>
            </p14:nvContentPartPr>
            <p14:xfrm>
              <a:off x="7130321" y="5742605"/>
              <a:ext cx="544320" cy="16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804F3D6-2555-7F17-F044-F1272207442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112321" y="5724965"/>
                <a:ext cx="57996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096BB4E-357D-F4B1-B38C-F07678B57DAD}"/>
              </a:ext>
            </a:extLst>
          </p:cNvPr>
          <p:cNvGrpSpPr/>
          <p:nvPr/>
        </p:nvGrpSpPr>
        <p:grpSpPr>
          <a:xfrm>
            <a:off x="5370641" y="4495205"/>
            <a:ext cx="1088640" cy="446760"/>
            <a:chOff x="5370641" y="4495205"/>
            <a:chExt cx="108864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9676AE-64AC-A708-DD24-BE328B2E1B5B}"/>
                    </a:ext>
                  </a:extLst>
                </p14:cNvPr>
                <p14:cNvContentPartPr/>
                <p14:nvPr/>
              </p14:nvContentPartPr>
              <p14:xfrm>
                <a:off x="5787881" y="4678445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9676AE-64AC-A708-DD24-BE328B2E1B5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69881" y="46608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41054D-DCAF-35E2-097C-2470086AC4FD}"/>
                    </a:ext>
                  </a:extLst>
                </p14:cNvPr>
                <p14:cNvContentPartPr/>
                <p14:nvPr/>
              </p14:nvContentPartPr>
              <p14:xfrm>
                <a:off x="5370641" y="4678445"/>
                <a:ext cx="417240" cy="214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41054D-DCAF-35E2-097C-2470086AC4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53001" y="4660805"/>
                  <a:ext cx="452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DF6398-3BB4-79E0-34BF-6618A269F81B}"/>
                    </a:ext>
                  </a:extLst>
                </p14:cNvPr>
                <p14:cNvContentPartPr/>
                <p14:nvPr/>
              </p14:nvContentPartPr>
              <p14:xfrm>
                <a:off x="5719121" y="4629845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DF6398-3BB4-79E0-34BF-6618A269F8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01481" y="46122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D3BED9-6B67-7FD1-74E3-77FA2E53EAC7}"/>
                    </a:ext>
                  </a:extLst>
                </p14:cNvPr>
                <p14:cNvContentPartPr/>
                <p14:nvPr/>
              </p14:nvContentPartPr>
              <p14:xfrm>
                <a:off x="5719121" y="4533005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D3BED9-6B67-7FD1-74E3-77FA2E53EAC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01481" y="45150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58034D-D407-B07E-F24E-68A0D9A3E353}"/>
                    </a:ext>
                  </a:extLst>
                </p14:cNvPr>
                <p14:cNvContentPartPr/>
                <p14:nvPr/>
              </p14:nvContentPartPr>
              <p14:xfrm>
                <a:off x="5688521" y="4495205"/>
                <a:ext cx="770760" cy="446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58034D-D407-B07E-F24E-68A0D9A3E3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70521" y="4477205"/>
                  <a:ext cx="80640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A16033-3201-DBD1-FAAC-418452E7E287}"/>
              </a:ext>
            </a:extLst>
          </p:cNvPr>
          <p:cNvGrpSpPr/>
          <p:nvPr/>
        </p:nvGrpSpPr>
        <p:grpSpPr>
          <a:xfrm>
            <a:off x="6359561" y="5155085"/>
            <a:ext cx="616320" cy="448200"/>
            <a:chOff x="6359561" y="5155085"/>
            <a:chExt cx="61632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100066-1D1F-F766-D043-3C165EF10585}"/>
                    </a:ext>
                  </a:extLst>
                </p14:cNvPr>
                <p14:cNvContentPartPr/>
                <p14:nvPr/>
              </p14:nvContentPartPr>
              <p14:xfrm>
                <a:off x="6701921" y="5330045"/>
                <a:ext cx="273960" cy="273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100066-1D1F-F766-D043-3C165EF105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83921" y="5312045"/>
                  <a:ext cx="3096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707C09-7548-AF02-1CE4-AE66406BEC5D}"/>
                    </a:ext>
                  </a:extLst>
                </p14:cNvPr>
                <p14:cNvContentPartPr/>
                <p14:nvPr/>
              </p14:nvContentPartPr>
              <p14:xfrm>
                <a:off x="6918281" y="5281445"/>
                <a:ext cx="5652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707C09-7548-AF02-1CE4-AE66406BEC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00641" y="5263805"/>
                  <a:ext cx="92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2C7CCB-0456-446F-E486-7593E164C6DD}"/>
                    </a:ext>
                  </a:extLst>
                </p14:cNvPr>
                <p14:cNvContentPartPr/>
                <p14:nvPr/>
              </p14:nvContentPartPr>
              <p14:xfrm>
                <a:off x="6359561" y="5155085"/>
                <a:ext cx="186840" cy="157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2C7CCB-0456-446F-E486-7593E164C6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41561" y="5137445"/>
                  <a:ext cx="222480" cy="19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208803C-E9EE-CD25-4A7B-D9FC276011CF}"/>
                  </a:ext>
                </a:extLst>
              </p14:cNvPr>
              <p14:cNvContentPartPr/>
              <p14:nvPr/>
            </p14:nvContentPartPr>
            <p14:xfrm>
              <a:off x="6341921" y="5534165"/>
              <a:ext cx="304560" cy="145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208803C-E9EE-CD25-4A7B-D9FC276011C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24281" y="5516525"/>
                <a:ext cx="34020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22F7C84F-7375-43A9-5100-57EE0A6663C5}"/>
              </a:ext>
            </a:extLst>
          </p:cNvPr>
          <p:cNvGrpSpPr/>
          <p:nvPr/>
        </p:nvGrpSpPr>
        <p:grpSpPr>
          <a:xfrm>
            <a:off x="7343801" y="183485"/>
            <a:ext cx="782640" cy="362520"/>
            <a:chOff x="7343801" y="183485"/>
            <a:chExt cx="78264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FC7F18D-E0F2-3856-6AB0-B5F1DA35F83D}"/>
                    </a:ext>
                  </a:extLst>
                </p14:cNvPr>
                <p14:cNvContentPartPr/>
                <p14:nvPr/>
              </p14:nvContentPartPr>
              <p14:xfrm>
                <a:off x="7343801" y="505685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FC7F18D-E0F2-3856-6AB0-B5F1DA35F8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26161" y="4876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1E2A117-6FE0-F057-188D-33B049357832}"/>
                    </a:ext>
                  </a:extLst>
                </p14:cNvPr>
                <p14:cNvContentPartPr/>
                <p14:nvPr/>
              </p14:nvContentPartPr>
              <p14:xfrm>
                <a:off x="7343801" y="495245"/>
                <a:ext cx="303120" cy="10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1E2A117-6FE0-F057-188D-33B04935783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26161" y="477605"/>
                  <a:ext cx="338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F992CE5-12EE-C80E-733A-7E6F90908682}"/>
                    </a:ext>
                  </a:extLst>
                </p14:cNvPr>
                <p14:cNvContentPartPr/>
                <p14:nvPr/>
              </p14:nvContentPartPr>
              <p14:xfrm>
                <a:off x="7889201" y="183485"/>
                <a:ext cx="23724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F992CE5-12EE-C80E-733A-7E6F9090868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71201" y="165845"/>
                  <a:ext cx="27288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D70C88-7472-3B25-0AD2-E54AC9D595A8}"/>
              </a:ext>
            </a:extLst>
          </p:cNvPr>
          <p:cNvGrpSpPr/>
          <p:nvPr/>
        </p:nvGrpSpPr>
        <p:grpSpPr>
          <a:xfrm>
            <a:off x="7363601" y="738965"/>
            <a:ext cx="749880" cy="300600"/>
            <a:chOff x="7363601" y="738965"/>
            <a:chExt cx="74988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0B5CBD-E345-AFE0-2961-36487AC4AA09}"/>
                    </a:ext>
                  </a:extLst>
                </p14:cNvPr>
                <p14:cNvContentPartPr/>
                <p14:nvPr/>
              </p14:nvContentPartPr>
              <p14:xfrm>
                <a:off x="7363601" y="961805"/>
                <a:ext cx="324000" cy="20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0B5CBD-E345-AFE0-2961-36487AC4AA0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345961" y="943805"/>
                  <a:ext cx="359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27884E-A323-A97F-E486-E9CB71EA511D}"/>
                    </a:ext>
                  </a:extLst>
                </p14:cNvPr>
                <p14:cNvContentPartPr/>
                <p14:nvPr/>
              </p14:nvContentPartPr>
              <p14:xfrm>
                <a:off x="8064161" y="738965"/>
                <a:ext cx="49320" cy="300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27884E-A323-A97F-E486-E9CB71EA511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46161" y="721325"/>
                  <a:ext cx="8496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4D3BC7B-29AD-D3AE-88F9-C7A1A13F55FF}"/>
              </a:ext>
            </a:extLst>
          </p:cNvPr>
          <p:cNvGrpSpPr/>
          <p:nvPr/>
        </p:nvGrpSpPr>
        <p:grpSpPr>
          <a:xfrm>
            <a:off x="7139681" y="1399205"/>
            <a:ext cx="1369440" cy="529920"/>
            <a:chOff x="7139681" y="1399205"/>
            <a:chExt cx="136944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EFF917-B5E1-5FC9-4975-57483FB68159}"/>
                    </a:ext>
                  </a:extLst>
                </p14:cNvPr>
                <p14:cNvContentPartPr/>
                <p14:nvPr/>
              </p14:nvContentPartPr>
              <p14:xfrm>
                <a:off x="7139681" y="1762805"/>
                <a:ext cx="345960" cy="56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EFF917-B5E1-5FC9-4975-57483FB6815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22041" y="1744805"/>
                  <a:ext cx="381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163E18-8DB6-CDC7-2058-1E3DA2F01468}"/>
                    </a:ext>
                  </a:extLst>
                </p14:cNvPr>
                <p14:cNvContentPartPr/>
                <p14:nvPr/>
              </p14:nvContentPartPr>
              <p14:xfrm>
                <a:off x="7451081" y="1633925"/>
                <a:ext cx="237600" cy="29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163E18-8DB6-CDC7-2058-1E3DA2F0146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433081" y="1615925"/>
                  <a:ext cx="273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0F8FF58-E3BF-403C-D362-A8AEF47C6D52}"/>
                    </a:ext>
                  </a:extLst>
                </p14:cNvPr>
                <p14:cNvContentPartPr/>
                <p14:nvPr/>
              </p14:nvContentPartPr>
              <p14:xfrm>
                <a:off x="8122481" y="1497845"/>
                <a:ext cx="47880" cy="307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0F8FF58-E3BF-403C-D362-A8AEF47C6D5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04481" y="1480205"/>
                  <a:ext cx="835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0A0146F-68A3-5A86-06A2-11A5B551CA17}"/>
                    </a:ext>
                  </a:extLst>
                </p14:cNvPr>
                <p14:cNvContentPartPr/>
                <p14:nvPr/>
              </p14:nvContentPartPr>
              <p14:xfrm>
                <a:off x="8015201" y="1399205"/>
                <a:ext cx="493920" cy="59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0A0146F-68A3-5A86-06A2-11A5B551CA1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97561" y="1381565"/>
                  <a:ext cx="529560" cy="9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89236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E3E17-C22E-D9D4-1B10-7BA612F2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✍Intermediate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C732-EB51-D452-B55A-2A27B4E9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filter() </a:t>
            </a:r>
          </a:p>
          <a:p>
            <a:r>
              <a:rPr lang="ar-EG" sz="2400" dirty="0"/>
              <a:t>map() </a:t>
            </a:r>
          </a:p>
          <a:p>
            <a:r>
              <a:rPr lang="ar-EG" sz="2400" dirty="0"/>
              <a:t>sorted() </a:t>
            </a:r>
          </a:p>
          <a:p>
            <a:r>
              <a:rPr lang="ar-EG" sz="2400" dirty="0"/>
              <a:t>distinct() </a:t>
            </a:r>
          </a:p>
          <a:p>
            <a:r>
              <a:rPr lang="ar-EG" sz="2400" dirty="0"/>
              <a:t>limit()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FD81AB-D4E7-C91B-52F6-EA1B339FDC17}"/>
                  </a:ext>
                </a:extLst>
              </p14:cNvPr>
              <p14:cNvContentPartPr/>
              <p14:nvPr/>
            </p14:nvContentPartPr>
            <p14:xfrm>
              <a:off x="651401" y="3305045"/>
              <a:ext cx="432360" cy="344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FD81AB-D4E7-C91B-52F6-EA1B339FDC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761" y="3287405"/>
                <a:ext cx="46800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56F4B0E-6E03-81E3-110E-2D55397912EB}"/>
              </a:ext>
            </a:extLst>
          </p:cNvPr>
          <p:cNvGrpSpPr/>
          <p:nvPr/>
        </p:nvGrpSpPr>
        <p:grpSpPr>
          <a:xfrm>
            <a:off x="640961" y="3850445"/>
            <a:ext cx="529200" cy="744120"/>
            <a:chOff x="640961" y="3850445"/>
            <a:chExt cx="52920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786446-3EEA-5228-977E-BCEC336B7FCA}"/>
                    </a:ext>
                  </a:extLst>
                </p14:cNvPr>
                <p14:cNvContentPartPr/>
                <p14:nvPr/>
              </p14:nvContentPartPr>
              <p14:xfrm>
                <a:off x="640961" y="3850445"/>
                <a:ext cx="420120" cy="30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786446-3EEA-5228-977E-BCEC336B7F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3321" y="3832445"/>
                  <a:ext cx="4557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682B4B-9A07-E3FD-0310-470EAFDF3481}"/>
                    </a:ext>
                  </a:extLst>
                </p14:cNvPr>
                <p14:cNvContentPartPr/>
                <p14:nvPr/>
              </p14:nvContentPartPr>
              <p14:xfrm>
                <a:off x="806561" y="4281725"/>
                <a:ext cx="363600" cy="312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682B4B-9A07-E3FD-0310-470EAFDF348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8921" y="4264085"/>
                  <a:ext cx="399240" cy="34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9FBE7AA-60B5-F051-D77A-706BDAE4B32B}"/>
                  </a:ext>
                </a:extLst>
              </p14:cNvPr>
              <p14:cNvContentPartPr/>
              <p14:nvPr/>
            </p14:nvContentPartPr>
            <p14:xfrm>
              <a:off x="806561" y="4778525"/>
              <a:ext cx="352800" cy="300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9FBE7AA-60B5-F051-D77A-706BDAE4B3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8921" y="4760885"/>
                <a:ext cx="38844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828523E-D5F1-12D8-3EA0-711AF64F1306}"/>
                  </a:ext>
                </a:extLst>
              </p14:cNvPr>
              <p14:cNvContentPartPr/>
              <p14:nvPr/>
            </p14:nvContentPartPr>
            <p14:xfrm>
              <a:off x="884681" y="5385125"/>
              <a:ext cx="231120" cy="172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828523E-D5F1-12D8-3EA0-711AF64F13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7041" y="5367125"/>
                <a:ext cx="266760" cy="2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059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B688D-2E2F-3F05-0654-C5320F64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✍Terminal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43FB-E100-36EF-513E-2DC6430DC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toList() </a:t>
            </a:r>
          </a:p>
          <a:p>
            <a:r>
              <a:rPr lang="ar-EG" sz="2400" dirty="0"/>
              <a:t>collect() </a:t>
            </a:r>
          </a:p>
          <a:p>
            <a:r>
              <a:rPr lang="ar-EG" sz="2400" dirty="0"/>
              <a:t>count()</a:t>
            </a:r>
          </a:p>
          <a:p>
            <a:r>
              <a:rPr lang="ar-EG" sz="2400" dirty="0"/>
              <a:t> forEach() </a:t>
            </a:r>
          </a:p>
          <a:p>
            <a:r>
              <a:rPr lang="ar-EG" sz="2400" dirty="0"/>
              <a:t>reduce()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7D8EC8-B56A-8EC6-13B4-4000DDB55F9E}"/>
                  </a:ext>
                </a:extLst>
              </p14:cNvPr>
              <p14:cNvContentPartPr/>
              <p14:nvPr/>
            </p14:nvContentPartPr>
            <p14:xfrm>
              <a:off x="836441" y="3280925"/>
              <a:ext cx="732240" cy="64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7D8EC8-B56A-8EC6-13B4-4000DDB55F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8441" y="3263285"/>
                <a:ext cx="767880" cy="68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08B7F6-A96E-23B3-8EA9-6F1D61BD9609}"/>
                  </a:ext>
                </a:extLst>
              </p14:cNvPr>
              <p14:cNvContentPartPr/>
              <p14:nvPr/>
            </p14:nvContentPartPr>
            <p14:xfrm>
              <a:off x="855161" y="3942605"/>
              <a:ext cx="413280" cy="241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08B7F6-A96E-23B3-8EA9-6F1D61BD96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7521" y="3924965"/>
                <a:ext cx="448920" cy="27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46A65C8-0FE3-9BAA-AE4D-D55B9B48C0DF}"/>
              </a:ext>
            </a:extLst>
          </p:cNvPr>
          <p:cNvGrpSpPr/>
          <p:nvPr/>
        </p:nvGrpSpPr>
        <p:grpSpPr>
          <a:xfrm>
            <a:off x="845801" y="4473965"/>
            <a:ext cx="364680" cy="680400"/>
            <a:chOff x="845801" y="4473965"/>
            <a:chExt cx="364680" cy="6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380B58-7881-AE19-A2D2-FE59A0B9ADFB}"/>
                    </a:ext>
                  </a:extLst>
                </p14:cNvPr>
                <p14:cNvContentPartPr/>
                <p14:nvPr/>
              </p14:nvContentPartPr>
              <p14:xfrm>
                <a:off x="922121" y="4473965"/>
                <a:ext cx="263880" cy="172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380B58-7881-AE19-A2D2-FE59A0B9AD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4481" y="4456325"/>
                  <a:ext cx="299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5BC799-9C99-4E0E-6C8C-3ECF49DFA398}"/>
                    </a:ext>
                  </a:extLst>
                </p14:cNvPr>
                <p14:cNvContentPartPr/>
                <p14:nvPr/>
              </p14:nvContentPartPr>
              <p14:xfrm>
                <a:off x="845801" y="4813805"/>
                <a:ext cx="364680" cy="340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5BC799-9C99-4E0E-6C8C-3ECF49DFA3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7801" y="4795805"/>
                  <a:ext cx="40032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5C3464-14AF-9E5C-8DA1-B789FFB31B22}"/>
              </a:ext>
            </a:extLst>
          </p:cNvPr>
          <p:cNvGrpSpPr/>
          <p:nvPr/>
        </p:nvGrpSpPr>
        <p:grpSpPr>
          <a:xfrm>
            <a:off x="883961" y="5320685"/>
            <a:ext cx="438840" cy="285120"/>
            <a:chOff x="883961" y="5320685"/>
            <a:chExt cx="43884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9D74B7-BFC0-24AA-A1FC-F4C502E8B648}"/>
                    </a:ext>
                  </a:extLst>
                </p14:cNvPr>
                <p14:cNvContentPartPr/>
                <p14:nvPr/>
              </p14:nvContentPartPr>
              <p14:xfrm>
                <a:off x="883961" y="5398445"/>
                <a:ext cx="317160" cy="207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9D74B7-BFC0-24AA-A1FC-F4C502E8B6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5961" y="5380445"/>
                  <a:ext cx="352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7F9B85-6234-F38C-F77A-CD27650BD666}"/>
                    </a:ext>
                  </a:extLst>
                </p14:cNvPr>
                <p14:cNvContentPartPr/>
                <p14:nvPr/>
              </p14:nvContentPartPr>
              <p14:xfrm>
                <a:off x="1128761" y="5320685"/>
                <a:ext cx="194040" cy="99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7F9B85-6234-F38C-F77A-CD27650BD66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0761" y="5302685"/>
                  <a:ext cx="229680" cy="13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4108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DB458-C44F-E49B-EE54-B48C19175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✍Intermediate vs Terminal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651DD-1E92-1ADE-687F-239184A69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Intermediate Operations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ar-EG" sz="2000" dirty="0"/>
              <a:t>Return another Stream.</a:t>
            </a:r>
            <a:endParaRPr lang="ar-EG" sz="2400" dirty="0"/>
          </a:p>
          <a:p>
            <a:pPr>
              <a:lnSpc>
                <a:spcPct val="150000"/>
              </a:lnSpc>
            </a:pPr>
            <a:r>
              <a:rPr lang="ar-EG" sz="2400" b="1" dirty="0"/>
              <a:t>Terminal Operations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ar-EG" sz="2000" dirty="0"/>
              <a:t>Produce a final result or side effect.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ar-EG" sz="2400" dirty="0"/>
              <a:t>Intermediate operations build the pipeline. Terminal operations execute the pipeline.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60A147-AEC0-3CE6-E799-FB9E979470E6}"/>
                  </a:ext>
                </a:extLst>
              </p14:cNvPr>
              <p14:cNvContentPartPr/>
              <p14:nvPr/>
            </p14:nvContentPartPr>
            <p14:xfrm>
              <a:off x="1954961" y="3900485"/>
              <a:ext cx="1574280" cy="88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60A147-AEC0-3CE6-E799-FB9E979470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6961" y="3882845"/>
                <a:ext cx="16099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317BBCE-DB5E-9C42-7283-F02A8485D029}"/>
                  </a:ext>
                </a:extLst>
              </p14:cNvPr>
              <p14:cNvContentPartPr/>
              <p14:nvPr/>
            </p14:nvContentPartPr>
            <p14:xfrm>
              <a:off x="3540401" y="3900485"/>
              <a:ext cx="739800" cy="68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317BBCE-DB5E-9C42-7283-F02A8485D0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2401" y="3882485"/>
                <a:ext cx="7754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C3A909A-CD02-7C90-4CDB-313F609C3C64}"/>
                  </a:ext>
                </a:extLst>
              </p14:cNvPr>
              <p14:cNvContentPartPr/>
              <p14:nvPr/>
            </p14:nvContentPartPr>
            <p14:xfrm>
              <a:off x="1828601" y="4911365"/>
              <a:ext cx="1770840" cy="59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C3A909A-CD02-7C90-4CDB-313F609C3C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0601" y="4893365"/>
                <a:ext cx="18064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9FFAC2F-FE19-C9ED-726E-559DE36FA317}"/>
                  </a:ext>
                </a:extLst>
              </p14:cNvPr>
              <p14:cNvContentPartPr/>
              <p14:nvPr/>
            </p14:nvContentPartPr>
            <p14:xfrm>
              <a:off x="3744881" y="4912085"/>
              <a:ext cx="5547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9FFAC2F-FE19-C9ED-726E-559DE36FA3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26881" y="4894085"/>
                <a:ext cx="590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709F7F-B2DC-FDF2-5E89-627B0B195569}"/>
                  </a:ext>
                </a:extLst>
              </p14:cNvPr>
              <p14:cNvContentPartPr/>
              <p14:nvPr/>
            </p14:nvContentPartPr>
            <p14:xfrm>
              <a:off x="6001361" y="4694645"/>
              <a:ext cx="487440" cy="140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709F7F-B2DC-FDF2-5E89-627B0B1955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3361" y="4677005"/>
                <a:ext cx="52308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92F993E-58D0-E85D-36A8-CE0E42204BF3}"/>
              </a:ext>
            </a:extLst>
          </p:cNvPr>
          <p:cNvGrpSpPr/>
          <p:nvPr/>
        </p:nvGrpSpPr>
        <p:grpSpPr>
          <a:xfrm>
            <a:off x="6604721" y="4075805"/>
            <a:ext cx="1148040" cy="590760"/>
            <a:chOff x="6604721" y="4075805"/>
            <a:chExt cx="114804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72C72D-9DA1-CA25-D5A3-6928D7F02E7E}"/>
                    </a:ext>
                  </a:extLst>
                </p14:cNvPr>
                <p14:cNvContentPartPr/>
                <p14:nvPr/>
              </p14:nvContentPartPr>
              <p14:xfrm>
                <a:off x="6604721" y="4250765"/>
                <a:ext cx="184320" cy="415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72C72D-9DA1-CA25-D5A3-6928D7F02E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87081" y="4232765"/>
                  <a:ext cx="2199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A8C4C94-098E-AFCE-BCB6-107871D0434D}"/>
                    </a:ext>
                  </a:extLst>
                </p14:cNvPr>
                <p14:cNvContentPartPr/>
                <p14:nvPr/>
              </p14:nvContentPartPr>
              <p14:xfrm>
                <a:off x="6916121" y="4484045"/>
                <a:ext cx="60480" cy="13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A8C4C94-098E-AFCE-BCB6-107871D043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98121" y="4466405"/>
                  <a:ext cx="96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31D612-243B-77FB-6B73-3CC1C20EBA11}"/>
                    </a:ext>
                  </a:extLst>
                </p14:cNvPr>
                <p14:cNvContentPartPr/>
                <p14:nvPr/>
              </p14:nvContentPartPr>
              <p14:xfrm>
                <a:off x="6955001" y="425076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31D612-243B-77FB-6B73-3CC1C20EBA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37361" y="42327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6210D78-6E27-9AE5-687E-711BABD39EE4}"/>
                    </a:ext>
                  </a:extLst>
                </p14:cNvPr>
                <p14:cNvContentPartPr/>
                <p14:nvPr/>
              </p14:nvContentPartPr>
              <p14:xfrm>
                <a:off x="7108361" y="4249685"/>
                <a:ext cx="317520" cy="27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6210D78-6E27-9AE5-687E-711BABD39E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90721" y="4232045"/>
                  <a:ext cx="3531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E62734-FE97-FA2E-1338-BD6434A0F505}"/>
                    </a:ext>
                  </a:extLst>
                </p14:cNvPr>
                <p14:cNvContentPartPr/>
                <p14:nvPr/>
              </p14:nvContentPartPr>
              <p14:xfrm>
                <a:off x="7597241" y="4075805"/>
                <a:ext cx="153720" cy="25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E62734-FE97-FA2E-1338-BD6434A0F5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79241" y="4057805"/>
                  <a:ext cx="1893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7BFD4D-4234-3189-5EE9-1EBACDB9F0F4}"/>
                    </a:ext>
                  </a:extLst>
                </p14:cNvPr>
                <p14:cNvContentPartPr/>
                <p14:nvPr/>
              </p14:nvContentPartPr>
              <p14:xfrm>
                <a:off x="7497161" y="4172645"/>
                <a:ext cx="255600" cy="63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7BFD4D-4234-3189-5EE9-1EBACDB9F0F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79161" y="4154645"/>
                  <a:ext cx="29124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400A9ED-B781-0537-459A-DAEF289D0C87}"/>
                  </a:ext>
                </a:extLst>
              </p14:cNvPr>
              <p14:cNvContentPartPr/>
              <p14:nvPr/>
            </p14:nvContentPartPr>
            <p14:xfrm>
              <a:off x="1078001" y="5280365"/>
              <a:ext cx="246600" cy="313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400A9ED-B781-0537-459A-DAEF289D0C8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60001" y="5262725"/>
                <a:ext cx="2822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68B470E-C6D8-F73F-F737-C26B04A6F6E3}"/>
                  </a:ext>
                </a:extLst>
              </p14:cNvPr>
              <p14:cNvContentPartPr/>
              <p14:nvPr/>
            </p14:nvContentPartPr>
            <p14:xfrm>
              <a:off x="3433121" y="5680325"/>
              <a:ext cx="159624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68B470E-C6D8-F73F-F737-C26B04A6F6E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15481" y="5644325"/>
                <a:ext cx="1631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E9366D7-518B-EC6B-B166-08B866EF008C}"/>
                  </a:ext>
                </a:extLst>
              </p14:cNvPr>
              <p14:cNvContentPartPr/>
              <p14:nvPr/>
            </p14:nvContentPartPr>
            <p14:xfrm>
              <a:off x="8452601" y="5622005"/>
              <a:ext cx="749520" cy="6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E9366D7-518B-EC6B-B166-08B866EF008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34961" y="5604005"/>
                <a:ext cx="7851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77E12E0-5C4D-DEF4-BD2F-D6FFEC6CFD5B}"/>
                  </a:ext>
                </a:extLst>
              </p14:cNvPr>
              <p14:cNvContentPartPr/>
              <p14:nvPr/>
            </p14:nvContentPartPr>
            <p14:xfrm>
              <a:off x="1145681" y="5504285"/>
              <a:ext cx="1910160" cy="626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77E12E0-5C4D-DEF4-BD2F-D6FFEC6CFD5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27681" y="5486285"/>
                <a:ext cx="1945800" cy="66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659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13DF3-1585-9CB6-C21C-E44657FF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</a:t>
            </a:r>
            <a:r>
              <a:rPr lang="en-US" sz="4800" dirty="0"/>
              <a:t>filter()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67DF-61D4-B8D4-6281-2A6A89914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filter() is an </a:t>
            </a:r>
            <a:r>
              <a:rPr lang="ar-EG" sz="2400" b="1" dirty="0"/>
              <a:t>intermediate operation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It keeps only the elements that satisfy a condition. </a:t>
            </a:r>
          </a:p>
          <a:p>
            <a:pPr lvl="0"/>
            <a:r>
              <a:rPr lang="ar-EG" sz="2400" dirty="0"/>
              <a:t>The condition is represented by a Predicate.</a:t>
            </a:r>
          </a:p>
          <a:p>
            <a:pPr lvl="0"/>
            <a:endParaRPr lang="ar-EG" sz="2400" dirty="0"/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0276625A-B64A-91C3-FF98-4925CA001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39" y="4998681"/>
            <a:ext cx="3673566" cy="111458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83973E3-88ED-6503-C87E-A98F8E019ECE}"/>
              </a:ext>
            </a:extLst>
          </p:cNvPr>
          <p:cNvGrpSpPr/>
          <p:nvPr/>
        </p:nvGrpSpPr>
        <p:grpSpPr>
          <a:xfrm>
            <a:off x="4406201" y="632045"/>
            <a:ext cx="1862640" cy="785880"/>
            <a:chOff x="4406201" y="632045"/>
            <a:chExt cx="1862640" cy="78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48B16C0-2F8E-4CB5-A084-C9411ACEC6AF}"/>
                    </a:ext>
                  </a:extLst>
                </p14:cNvPr>
                <p14:cNvContentPartPr/>
                <p14:nvPr/>
              </p14:nvContentPartPr>
              <p14:xfrm>
                <a:off x="4532561" y="855965"/>
                <a:ext cx="166680" cy="514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48B16C0-2F8E-4CB5-A084-C9411ACEC6A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14921" y="837965"/>
                  <a:ext cx="20232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69E54D-AC72-B64A-2CDB-6FDEE2F23CE9}"/>
                    </a:ext>
                  </a:extLst>
                </p14:cNvPr>
                <p14:cNvContentPartPr/>
                <p14:nvPr/>
              </p14:nvContentPartPr>
              <p14:xfrm>
                <a:off x="4406201" y="632045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69E54D-AC72-B64A-2CDB-6FDEE2F23C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88561" y="6140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20DDFE4-0D9A-2DD6-98A0-BF80EE2E230D}"/>
                    </a:ext>
                  </a:extLst>
                </p14:cNvPr>
                <p14:cNvContentPartPr/>
                <p14:nvPr/>
              </p14:nvContentPartPr>
              <p14:xfrm>
                <a:off x="4726961" y="912845"/>
                <a:ext cx="489960" cy="50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20DDFE4-0D9A-2DD6-98A0-BF80EE2E23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09321" y="895205"/>
                  <a:ext cx="52560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FA4CCEE-5B3A-EEF4-BB97-7DB946FCFA14}"/>
                    </a:ext>
                  </a:extLst>
                </p14:cNvPr>
                <p14:cNvContentPartPr/>
                <p14:nvPr/>
              </p14:nvContentPartPr>
              <p14:xfrm>
                <a:off x="5310881" y="768125"/>
                <a:ext cx="165240" cy="558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FA4CCEE-5B3A-EEF4-BB97-7DB946FCFA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92881" y="750125"/>
                  <a:ext cx="20088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A05F5A-F08E-2699-C24F-5FB2A216F392}"/>
                    </a:ext>
                  </a:extLst>
                </p14:cNvPr>
                <p14:cNvContentPartPr/>
                <p14:nvPr/>
              </p14:nvContentPartPr>
              <p14:xfrm>
                <a:off x="5191361" y="699725"/>
                <a:ext cx="392400" cy="10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A05F5A-F08E-2699-C24F-5FB2A216F39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73361" y="681725"/>
                  <a:ext cx="428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B10297-5911-6D44-FEE1-8E79DB224863}"/>
                    </a:ext>
                  </a:extLst>
                </p14:cNvPr>
                <p14:cNvContentPartPr/>
                <p14:nvPr/>
              </p14:nvContentPartPr>
              <p14:xfrm>
                <a:off x="5777801" y="832565"/>
                <a:ext cx="491040" cy="477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B10297-5911-6D44-FEE1-8E79DB2248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59801" y="814565"/>
                  <a:ext cx="526680" cy="51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CCB890-A66F-59BF-B7DB-C6D0D915FB1D}"/>
                  </a:ext>
                </a:extLst>
              </p14:cNvPr>
              <p14:cNvContentPartPr/>
              <p14:nvPr/>
            </p14:nvContentPartPr>
            <p14:xfrm>
              <a:off x="2869361" y="3819125"/>
              <a:ext cx="415440" cy="43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CCB890-A66F-59BF-B7DB-C6D0D915FB1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51721" y="3801485"/>
                <a:ext cx="4510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A77E492-657E-0BA3-25BB-A8D81E81262C}"/>
                  </a:ext>
                </a:extLst>
              </p14:cNvPr>
              <p14:cNvContentPartPr/>
              <p14:nvPr/>
            </p14:nvContentPartPr>
            <p14:xfrm>
              <a:off x="5457041" y="4795085"/>
              <a:ext cx="894600" cy="39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A77E492-657E-0BA3-25BB-A8D81E8126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39041" y="4777085"/>
                <a:ext cx="9302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8D20B09-BFA6-2C50-5D9D-F350C2EA47B2}"/>
                  </a:ext>
                </a:extLst>
              </p14:cNvPr>
              <p14:cNvContentPartPr/>
              <p14:nvPr/>
            </p14:nvContentPartPr>
            <p14:xfrm>
              <a:off x="3657041" y="5343725"/>
              <a:ext cx="527400" cy="249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8D20B09-BFA6-2C50-5D9D-F350C2EA47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9401" y="5326085"/>
                <a:ext cx="5630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C71FC23-2031-C832-1817-801494A88BD5}"/>
                  </a:ext>
                </a:extLst>
              </p14:cNvPr>
              <p14:cNvContentPartPr/>
              <p14:nvPr/>
            </p14:nvContentPartPr>
            <p14:xfrm>
              <a:off x="4435361" y="5514365"/>
              <a:ext cx="330840" cy="127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C71FC23-2031-C832-1817-801494A88BD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17361" y="5496725"/>
                <a:ext cx="3664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2F57B2E-7F8B-5097-9068-0221CD5A2EFD}"/>
                  </a:ext>
                </a:extLst>
              </p14:cNvPr>
              <p14:cNvContentPartPr/>
              <p14:nvPr/>
            </p14:nvContentPartPr>
            <p14:xfrm>
              <a:off x="4503761" y="5776085"/>
              <a:ext cx="273960" cy="99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2F57B2E-7F8B-5097-9068-0221CD5A2EF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485761" y="5758445"/>
                <a:ext cx="3096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8B8AF4B-6FD5-6869-EA30-E93F975E217B}"/>
                  </a:ext>
                </a:extLst>
              </p14:cNvPr>
              <p14:cNvContentPartPr/>
              <p14:nvPr/>
            </p14:nvContentPartPr>
            <p14:xfrm>
              <a:off x="8452961" y="493152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8B8AF4B-6FD5-6869-EA30-E93F975E21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34961" y="491352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42BAB591-57C1-9301-405B-D42E140BA8FE}"/>
              </a:ext>
            </a:extLst>
          </p:cNvPr>
          <p:cNvGrpSpPr/>
          <p:nvPr/>
        </p:nvGrpSpPr>
        <p:grpSpPr>
          <a:xfrm>
            <a:off x="8470601" y="4416005"/>
            <a:ext cx="623520" cy="295200"/>
            <a:chOff x="8470601" y="4416005"/>
            <a:chExt cx="62352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29B025-E81D-C53C-9325-2B6748C672BC}"/>
                    </a:ext>
                  </a:extLst>
                </p14:cNvPr>
                <p14:cNvContentPartPr/>
                <p14:nvPr/>
              </p14:nvContentPartPr>
              <p14:xfrm>
                <a:off x="8470601" y="4475405"/>
                <a:ext cx="119160" cy="195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29B025-E81D-C53C-9325-2B6748C672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52601" y="4457405"/>
                  <a:ext cx="154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216CC8-1D1B-E56B-8BE3-9147EFA9690C}"/>
                    </a:ext>
                  </a:extLst>
                </p14:cNvPr>
                <p14:cNvContentPartPr/>
                <p14:nvPr/>
              </p14:nvContentPartPr>
              <p14:xfrm>
                <a:off x="8715761" y="4571885"/>
                <a:ext cx="136440" cy="139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216CC8-1D1B-E56B-8BE3-9147EFA969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98121" y="4553885"/>
                  <a:ext cx="172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EFB979-16F3-03C1-F8F2-09A08255360E}"/>
                    </a:ext>
                  </a:extLst>
                </p14:cNvPr>
                <p14:cNvContentPartPr/>
                <p14:nvPr/>
              </p14:nvContentPartPr>
              <p14:xfrm>
                <a:off x="8978201" y="4416005"/>
                <a:ext cx="115920" cy="156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EFB979-16F3-03C1-F8F2-09A0825536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60201" y="4398365"/>
                  <a:ext cx="15156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70D4ACA-BFEC-582C-8C72-7F081083EC13}"/>
              </a:ext>
            </a:extLst>
          </p:cNvPr>
          <p:cNvGrpSpPr/>
          <p:nvPr/>
        </p:nvGrpSpPr>
        <p:grpSpPr>
          <a:xfrm>
            <a:off x="8501921" y="4960685"/>
            <a:ext cx="844920" cy="314280"/>
            <a:chOff x="8501921" y="4960685"/>
            <a:chExt cx="84492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FBBE6F-D562-EF75-103F-4BA8A97B4768}"/>
                    </a:ext>
                  </a:extLst>
                </p14:cNvPr>
                <p14:cNvContentPartPr/>
                <p14:nvPr/>
              </p14:nvContentPartPr>
              <p14:xfrm>
                <a:off x="8501921" y="4999205"/>
                <a:ext cx="185040" cy="237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FBBE6F-D562-EF75-103F-4BA8A97B47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83921" y="4981205"/>
                  <a:ext cx="2206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3383BB0-FEFD-D4DE-357F-D4B6D44905A1}"/>
                    </a:ext>
                  </a:extLst>
                </p14:cNvPr>
                <p14:cNvContentPartPr/>
                <p14:nvPr/>
              </p14:nvContentPartPr>
              <p14:xfrm>
                <a:off x="8870921" y="5038445"/>
                <a:ext cx="86400" cy="236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3383BB0-FEFD-D4DE-357F-D4B6D44905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53281" y="5020445"/>
                  <a:ext cx="122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21E7898-9700-D727-4F65-7EC63EAD739B}"/>
                    </a:ext>
                  </a:extLst>
                </p14:cNvPr>
                <p14:cNvContentPartPr/>
                <p14:nvPr/>
              </p14:nvContentPartPr>
              <p14:xfrm>
                <a:off x="8842121" y="5037005"/>
                <a:ext cx="216720" cy="99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21E7898-9700-D727-4F65-7EC63EAD73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24121" y="5019005"/>
                  <a:ext cx="25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E093BB-E786-60B1-5D3E-20793D8A977B}"/>
                    </a:ext>
                  </a:extLst>
                </p14:cNvPr>
                <p14:cNvContentPartPr/>
                <p14:nvPr/>
              </p14:nvContentPartPr>
              <p14:xfrm>
                <a:off x="9153161" y="4960685"/>
                <a:ext cx="193680" cy="240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E093BB-E786-60B1-5D3E-20793D8A97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135521" y="4943045"/>
                  <a:ext cx="22932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3B7D7D4-8C6D-E5D2-5222-266C73459ED1}"/>
              </a:ext>
            </a:extLst>
          </p:cNvPr>
          <p:cNvGrpSpPr/>
          <p:nvPr/>
        </p:nvGrpSpPr>
        <p:grpSpPr>
          <a:xfrm>
            <a:off x="8656721" y="5553245"/>
            <a:ext cx="234720" cy="272520"/>
            <a:chOff x="8656721" y="5553245"/>
            <a:chExt cx="23472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23D2B8-456A-33E9-A3E6-097EED9A8F1A}"/>
                    </a:ext>
                  </a:extLst>
                </p14:cNvPr>
                <p14:cNvContentPartPr/>
                <p14:nvPr/>
              </p14:nvContentPartPr>
              <p14:xfrm>
                <a:off x="8656721" y="5553245"/>
                <a:ext cx="108000" cy="272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23D2B8-456A-33E9-A3E6-097EED9A8F1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38721" y="5535245"/>
                  <a:ext cx="143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94A957-E310-6C5E-4384-2BDD96F2587C}"/>
                    </a:ext>
                  </a:extLst>
                </p14:cNvPr>
                <p14:cNvContentPartPr/>
                <p14:nvPr/>
              </p14:nvContentPartPr>
              <p14:xfrm>
                <a:off x="8695241" y="5719565"/>
                <a:ext cx="98640" cy="9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94A957-E310-6C5E-4384-2BDD96F258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77241" y="5701565"/>
                  <a:ext cx="134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D0B5E47-1E0C-94CE-A346-7C69F96DD044}"/>
                    </a:ext>
                  </a:extLst>
                </p14:cNvPr>
                <p14:cNvContentPartPr/>
                <p14:nvPr/>
              </p14:nvContentPartPr>
              <p14:xfrm>
                <a:off x="8881001" y="5631725"/>
                <a:ext cx="10440" cy="86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D0B5E47-1E0C-94CE-A346-7C69F96DD0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63361" y="5614085"/>
                  <a:ext cx="4608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ABE523C-DE77-B6BA-2A90-AC59953C141C}"/>
                  </a:ext>
                </a:extLst>
              </p14:cNvPr>
              <p14:cNvContentPartPr/>
              <p14:nvPr/>
            </p14:nvContentPartPr>
            <p14:xfrm>
              <a:off x="8890721" y="5534885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ABE523C-DE77-B6BA-2A90-AC59953C14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3081" y="55168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E99FD2A-B033-97ED-F2EA-F0F4CE999C43}"/>
                  </a:ext>
                </a:extLst>
              </p14:cNvPr>
              <p14:cNvContentPartPr/>
              <p14:nvPr/>
            </p14:nvContentPartPr>
            <p14:xfrm>
              <a:off x="9064601" y="5466845"/>
              <a:ext cx="97560" cy="176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E99FD2A-B033-97ED-F2EA-F0F4CE999C4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046601" y="5448845"/>
                <a:ext cx="13320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F56E890-0C61-0C89-E65F-08F9C7732EDB}"/>
              </a:ext>
            </a:extLst>
          </p:cNvPr>
          <p:cNvGrpSpPr/>
          <p:nvPr/>
        </p:nvGrpSpPr>
        <p:grpSpPr>
          <a:xfrm>
            <a:off x="8755361" y="6001805"/>
            <a:ext cx="429480" cy="246960"/>
            <a:chOff x="8755361" y="6001805"/>
            <a:chExt cx="42948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6699D44-23C3-BC21-D55A-0259967D5A45}"/>
                    </a:ext>
                  </a:extLst>
                </p14:cNvPr>
                <p14:cNvContentPartPr/>
                <p14:nvPr/>
              </p14:nvContentPartPr>
              <p14:xfrm>
                <a:off x="8832401" y="6001805"/>
                <a:ext cx="110160" cy="216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6699D44-23C3-BC21-D55A-0259967D5A4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14401" y="5983805"/>
                  <a:ext cx="145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9D0EB1-E034-B47E-340F-495C6059D2CE}"/>
                    </a:ext>
                  </a:extLst>
                </p14:cNvPr>
                <p14:cNvContentPartPr/>
                <p14:nvPr/>
              </p14:nvContentPartPr>
              <p14:xfrm>
                <a:off x="8825201" y="6097565"/>
                <a:ext cx="163080" cy="24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9D0EB1-E034-B47E-340F-495C6059D2C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07561" y="6079565"/>
                  <a:ext cx="198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2DDC98-59B3-20AA-479E-792A8327A48D}"/>
                    </a:ext>
                  </a:extLst>
                </p14:cNvPr>
                <p14:cNvContentPartPr/>
                <p14:nvPr/>
              </p14:nvContentPartPr>
              <p14:xfrm>
                <a:off x="9094121" y="6128165"/>
                <a:ext cx="90720" cy="120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2DDC98-59B3-20AA-479E-792A8327A48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76481" y="6110165"/>
                  <a:ext cx="126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90DBCAE-554F-F622-4DB7-B38EC245CF61}"/>
                    </a:ext>
                  </a:extLst>
                </p14:cNvPr>
                <p14:cNvContentPartPr/>
                <p14:nvPr/>
              </p14:nvContentPartPr>
              <p14:xfrm>
                <a:off x="8755361" y="6128165"/>
                <a:ext cx="11592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90DBCAE-554F-F622-4DB7-B38EC245CF6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37721" y="6110165"/>
                  <a:ext cx="1515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832811C-9ADC-CF85-D638-FAE65EDAA771}"/>
              </a:ext>
            </a:extLst>
          </p:cNvPr>
          <p:cNvGrpSpPr/>
          <p:nvPr/>
        </p:nvGrpSpPr>
        <p:grpSpPr>
          <a:xfrm>
            <a:off x="9288881" y="5923685"/>
            <a:ext cx="244440" cy="246600"/>
            <a:chOff x="9288881" y="5923685"/>
            <a:chExt cx="24444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9E734E3-6451-5AE0-B5E5-6A7FC324E616}"/>
                    </a:ext>
                  </a:extLst>
                </p14:cNvPr>
                <p14:cNvContentPartPr/>
                <p14:nvPr/>
              </p14:nvContentPartPr>
              <p14:xfrm>
                <a:off x="9288881" y="5923685"/>
                <a:ext cx="136080" cy="246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9E734E3-6451-5AE0-B5E5-6A7FC324E61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71241" y="5905685"/>
                  <a:ext cx="171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46941B5-39CC-0285-A51F-CB6560CBBD05}"/>
                    </a:ext>
                  </a:extLst>
                </p14:cNvPr>
                <p14:cNvContentPartPr/>
                <p14:nvPr/>
              </p14:nvContentPartPr>
              <p14:xfrm>
                <a:off x="9532961" y="5992085"/>
                <a:ext cx="360" cy="101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46941B5-39CC-0285-A51F-CB6560CBBD0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14961" y="5974085"/>
                  <a:ext cx="3600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5B048EB-7AE2-4314-ACF7-612B0E5E81BC}"/>
                  </a:ext>
                </a:extLst>
              </p14:cNvPr>
              <p14:cNvContentPartPr/>
              <p14:nvPr/>
            </p14:nvContentPartPr>
            <p14:xfrm>
              <a:off x="9552041" y="5787605"/>
              <a:ext cx="360" cy="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5B048EB-7AE2-4314-ACF7-612B0E5E81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4401" y="576960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2A3C83E9-06F0-6568-9A9B-85BABD674665}"/>
              </a:ext>
            </a:extLst>
          </p:cNvPr>
          <p:cNvGrpSpPr/>
          <p:nvPr/>
        </p:nvGrpSpPr>
        <p:grpSpPr>
          <a:xfrm>
            <a:off x="9718001" y="5758445"/>
            <a:ext cx="394920" cy="372240"/>
            <a:chOff x="9718001" y="5758445"/>
            <a:chExt cx="39492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28DB00-4D35-DDF8-94B5-2E4AE1C6F26D}"/>
                    </a:ext>
                  </a:extLst>
                </p14:cNvPr>
                <p14:cNvContentPartPr/>
                <p14:nvPr/>
              </p14:nvContentPartPr>
              <p14:xfrm>
                <a:off x="9718001" y="5817125"/>
                <a:ext cx="136080" cy="313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28DB00-4D35-DDF8-94B5-2E4AE1C6F26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00361" y="5799125"/>
                  <a:ext cx="1717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B245DE-6443-6699-D859-FE8BC9D91780}"/>
                    </a:ext>
                  </a:extLst>
                </p14:cNvPr>
                <p14:cNvContentPartPr/>
                <p14:nvPr/>
              </p14:nvContentPartPr>
              <p14:xfrm>
                <a:off x="9999881" y="5758445"/>
                <a:ext cx="95400" cy="344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B245DE-6443-6699-D859-FE8BC9D917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81881" y="5740805"/>
                  <a:ext cx="1310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EE4A674-F725-6703-86C3-9C575BA44429}"/>
                    </a:ext>
                  </a:extLst>
                </p14:cNvPr>
                <p14:cNvContentPartPr/>
                <p14:nvPr/>
              </p14:nvContentPartPr>
              <p14:xfrm>
                <a:off x="9961721" y="5924405"/>
                <a:ext cx="151200" cy="19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EE4A674-F725-6703-86C3-9C575BA444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44081" y="5906405"/>
                  <a:ext cx="1868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ADAE71E-3374-785F-3F3F-C84CD064ED0D}"/>
                  </a:ext>
                </a:extLst>
              </p14:cNvPr>
              <p14:cNvContentPartPr/>
              <p14:nvPr/>
            </p14:nvContentPartPr>
            <p14:xfrm>
              <a:off x="9581201" y="4484045"/>
              <a:ext cx="16920" cy="256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ADAE71E-3374-785F-3F3F-C84CD064ED0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563201" y="4466405"/>
                <a:ext cx="525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EF60FE1-48A9-DB34-594F-9FF86C437BB3}"/>
                  </a:ext>
                </a:extLst>
              </p14:cNvPr>
              <p14:cNvContentPartPr/>
              <p14:nvPr/>
            </p14:nvContentPartPr>
            <p14:xfrm>
              <a:off x="9688121" y="5379005"/>
              <a:ext cx="19800" cy="224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EF60FE1-48A9-DB34-594F-9FF86C437BB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670481" y="5361005"/>
                <a:ext cx="554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C08AA5B-8EE7-A7E6-06A8-7AACF451AE53}"/>
                  </a:ext>
                </a:extLst>
              </p14:cNvPr>
              <p14:cNvContentPartPr/>
              <p14:nvPr/>
            </p14:nvContentPartPr>
            <p14:xfrm>
              <a:off x="10330361" y="5817125"/>
              <a:ext cx="10440" cy="243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C08AA5B-8EE7-A7E6-06A8-7AACF451AE5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312361" y="5799125"/>
                <a:ext cx="46080" cy="27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217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29970-6AEF-D764-111F-1936011D2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✍Combining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1B45F0-587C-8A8A-5B34-5F75F222F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178" y="2375210"/>
            <a:ext cx="7731248" cy="3844615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373A12-4985-BC3B-D432-8E16E1DFB35E}"/>
                  </a:ext>
                </a:extLst>
              </p14:cNvPr>
              <p14:cNvContentPartPr/>
              <p14:nvPr/>
            </p14:nvContentPartPr>
            <p14:xfrm>
              <a:off x="3511601" y="4319119"/>
              <a:ext cx="770760" cy="369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373A12-4985-BC3B-D432-8E16E1DFB3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3601" y="4301119"/>
                <a:ext cx="80640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8C1369-4490-0B9D-F491-B48341EC0C0E}"/>
                  </a:ext>
                </a:extLst>
              </p14:cNvPr>
              <p14:cNvContentPartPr/>
              <p14:nvPr/>
            </p14:nvContentPartPr>
            <p14:xfrm>
              <a:off x="3520961" y="4873159"/>
              <a:ext cx="690840" cy="418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8C1369-4490-0B9D-F491-B48341EC0C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03321" y="4855159"/>
                <a:ext cx="72648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C14294-3C43-8F4E-E7A0-8E8AE1B7F255}"/>
                  </a:ext>
                </a:extLst>
              </p14:cNvPr>
              <p14:cNvContentPartPr/>
              <p14:nvPr/>
            </p14:nvContentPartPr>
            <p14:xfrm>
              <a:off x="4698161" y="4503439"/>
              <a:ext cx="6231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C14294-3C43-8F4E-E7A0-8E8AE1B7F2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80161" y="4485799"/>
                <a:ext cx="658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DD239BA-D6A4-DEBC-DC76-225FC99BB9D0}"/>
                  </a:ext>
                </a:extLst>
              </p14:cNvPr>
              <p14:cNvContentPartPr/>
              <p14:nvPr/>
            </p14:nvContentPartPr>
            <p14:xfrm>
              <a:off x="4658921" y="5028679"/>
              <a:ext cx="30204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DD239BA-D6A4-DEBC-DC76-225FC99BB9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40921" y="5011039"/>
                <a:ext cx="337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F9448B-BCEF-941B-3DA2-6B79C822D0C5}"/>
                  </a:ext>
                </a:extLst>
              </p14:cNvPr>
              <p14:cNvContentPartPr/>
              <p14:nvPr/>
            </p14:nvContentPartPr>
            <p14:xfrm>
              <a:off x="1273841" y="1127359"/>
              <a:ext cx="1371960" cy="59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F9448B-BCEF-941B-3DA2-6B79C822D0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55841" y="1109719"/>
                <a:ext cx="1407600" cy="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635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9D3EC-418C-F136-A7AD-1FBDF9C4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✍sorted</a:t>
            </a:r>
            <a:r>
              <a:rPr lang="en-US" sz="4800"/>
              <a:t>()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B9A2-28D5-270B-BB88-2384221F7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sorted() is an </a:t>
            </a:r>
            <a:r>
              <a:rPr lang="ar-EG" sz="2400" b="1" dirty="0"/>
              <a:t>intermediate operation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It returns a stream with elements in sorted order. </a:t>
            </a:r>
          </a:p>
          <a:p>
            <a:pPr lvl="0"/>
            <a:r>
              <a:rPr lang="ar-EG" sz="2400" dirty="0"/>
              <a:t>By default, natural ordering is used.</a:t>
            </a:r>
          </a:p>
          <a:p>
            <a:pPr marL="0" indent="0">
              <a:buNone/>
            </a:pP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C3A5E2-316E-58AF-92FF-86ED90D2F2BE}"/>
                  </a:ext>
                </a:extLst>
              </p14:cNvPr>
              <p14:cNvContentPartPr/>
              <p14:nvPr/>
            </p14:nvContentPartPr>
            <p14:xfrm>
              <a:off x="911681" y="1125965"/>
              <a:ext cx="685800" cy="819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C3A5E2-316E-58AF-92FF-86ED90D2F2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4041" y="1107965"/>
                <a:ext cx="721440" cy="8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42B591-39DF-294A-9115-FDBB20BCBB75}"/>
                  </a:ext>
                </a:extLst>
              </p14:cNvPr>
              <p14:cNvContentPartPr/>
              <p14:nvPr/>
            </p14:nvContentPartPr>
            <p14:xfrm>
              <a:off x="4308281" y="1205525"/>
              <a:ext cx="273960" cy="496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42B591-39DF-294A-9115-FDBB20BCBB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0641" y="1187525"/>
                <a:ext cx="30960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DDA04D-9284-57B6-D67B-4349A7AE56E3}"/>
                  </a:ext>
                </a:extLst>
              </p14:cNvPr>
              <p14:cNvContentPartPr/>
              <p14:nvPr/>
            </p14:nvContentPartPr>
            <p14:xfrm>
              <a:off x="5057801" y="5028725"/>
              <a:ext cx="360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DDA04D-9284-57B6-D67B-4349A7AE56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40161" y="5011085"/>
                <a:ext cx="39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852FDD-6B83-F92E-C607-697333C01560}"/>
                  </a:ext>
                </a:extLst>
              </p14:cNvPr>
              <p14:cNvContentPartPr/>
              <p14:nvPr/>
            </p14:nvContentPartPr>
            <p14:xfrm>
              <a:off x="1974041" y="1896005"/>
              <a:ext cx="95436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852FDD-6B83-F92E-C607-697333C015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6401" y="1860005"/>
                <a:ext cx="990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504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6DBA2-AFDF-A325-5BF9-12BF35C5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✍distinct</a:t>
            </a:r>
            <a:r>
              <a:rPr lang="en-US" sz="4800" dirty="0"/>
              <a:t>()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1ACD7-88C6-A1CA-787E-152422221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Removes duplicate elements. </a:t>
            </a:r>
          </a:p>
          <a:p>
            <a:pPr lvl="0"/>
            <a:r>
              <a:rPr lang="ar-EG" sz="2400" dirty="0"/>
              <a:t>distinct() is an </a:t>
            </a:r>
            <a:r>
              <a:rPr lang="ar-EG" sz="2400" b="1" dirty="0"/>
              <a:t>intermediate operation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It keeps only unique elements.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C1E7FE-7376-F416-A3B4-AE8562E3AF08}"/>
                  </a:ext>
                </a:extLst>
              </p14:cNvPr>
              <p14:cNvContentPartPr/>
              <p14:nvPr/>
            </p14:nvContentPartPr>
            <p14:xfrm>
              <a:off x="894041" y="3699965"/>
              <a:ext cx="482400" cy="300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C1E7FE-7376-F416-A3B4-AE8562E3AF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6041" y="3682325"/>
                <a:ext cx="51804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1B4FF9-8D7D-ABAF-113F-89F013959CF8}"/>
                  </a:ext>
                </a:extLst>
              </p14:cNvPr>
              <p14:cNvContentPartPr/>
              <p14:nvPr/>
            </p14:nvContentPartPr>
            <p14:xfrm>
              <a:off x="3559841" y="4483685"/>
              <a:ext cx="438120" cy="1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1B4FF9-8D7D-ABAF-113F-89F013959C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1841" y="4466045"/>
                <a:ext cx="4737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02CE41-DC21-276F-1397-427DE00ABB00}"/>
                  </a:ext>
                </a:extLst>
              </p14:cNvPr>
              <p14:cNvContentPartPr/>
              <p14:nvPr/>
            </p14:nvContentPartPr>
            <p14:xfrm>
              <a:off x="4590881" y="1114445"/>
              <a:ext cx="616680" cy="790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02CE41-DC21-276F-1397-427DE00ABB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3241" y="1096445"/>
                <a:ext cx="652320" cy="82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AA9FF7CA-4088-C720-4A06-70ABDBB41171}"/>
              </a:ext>
            </a:extLst>
          </p:cNvPr>
          <p:cNvGrpSpPr/>
          <p:nvPr/>
        </p:nvGrpSpPr>
        <p:grpSpPr>
          <a:xfrm>
            <a:off x="3122081" y="4979765"/>
            <a:ext cx="2032920" cy="20520"/>
            <a:chOff x="3122081" y="4979765"/>
            <a:chExt cx="2032920" cy="2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22FC31D-FF19-1AD5-E66C-4C5498896E3C}"/>
                    </a:ext>
                  </a:extLst>
                </p14:cNvPr>
                <p14:cNvContentPartPr/>
                <p14:nvPr/>
              </p14:nvContentPartPr>
              <p14:xfrm>
                <a:off x="3122081" y="4979765"/>
                <a:ext cx="1303200" cy="20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22FC31D-FF19-1AD5-E66C-4C5498896E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04441" y="4962125"/>
                  <a:ext cx="1338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ABD33F9-24E2-1717-8209-33F9D7B6D06C}"/>
                    </a:ext>
                  </a:extLst>
                </p14:cNvPr>
                <p14:cNvContentPartPr/>
                <p14:nvPr/>
              </p14:nvContentPartPr>
              <p14:xfrm>
                <a:off x="4435361" y="4980125"/>
                <a:ext cx="71964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ABD33F9-24E2-1717-8209-33F9D7B6D0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17361" y="4962125"/>
                  <a:ext cx="75528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2390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1E56B-65F9-99C2-EAC6-C1E8850DB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✍limit</a:t>
            </a:r>
            <a:r>
              <a:rPr lang="en-US" sz="4800" dirty="0"/>
              <a:t>()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4F3A3-A6ED-5C8E-9178-A0EC48400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limit(n) keeps only the first n elements. </a:t>
            </a:r>
          </a:p>
          <a:p>
            <a:pPr lvl="0"/>
            <a:r>
              <a:rPr lang="ar-EG" sz="2400" dirty="0"/>
              <a:t>It is an </a:t>
            </a:r>
            <a:r>
              <a:rPr lang="ar-EG" sz="2400" b="1" dirty="0"/>
              <a:t>intermediate operation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It can be useful for limiting large or infinite streams.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87D9B5-AE32-E4E0-060D-46253F483F9D}"/>
                  </a:ext>
                </a:extLst>
              </p14:cNvPr>
              <p14:cNvContentPartPr/>
              <p14:nvPr/>
            </p14:nvContentPartPr>
            <p14:xfrm>
              <a:off x="1039121" y="1226765"/>
              <a:ext cx="318240" cy="141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87D9B5-AE32-E4E0-060D-46253F483F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1481" y="1208765"/>
                <a:ext cx="3538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E1FC87-EF11-5C28-94A1-2EBA2E245FC3}"/>
                  </a:ext>
                </a:extLst>
              </p14:cNvPr>
              <p14:cNvContentPartPr/>
              <p14:nvPr/>
            </p14:nvContentPartPr>
            <p14:xfrm>
              <a:off x="5048441" y="3353645"/>
              <a:ext cx="263520" cy="33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E1FC87-EF11-5C28-94A1-2EBA2E245F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0441" y="3335645"/>
                <a:ext cx="29916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15B264-32D2-FB3E-972D-89D46E20F2AF}"/>
                  </a:ext>
                </a:extLst>
              </p14:cNvPr>
              <p14:cNvContentPartPr/>
              <p14:nvPr/>
            </p14:nvContentPartPr>
            <p14:xfrm>
              <a:off x="5651441" y="2974565"/>
              <a:ext cx="393120" cy="545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15B264-32D2-FB3E-972D-89D46E20F2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33441" y="2956565"/>
                <a:ext cx="428760" cy="58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3BE3BF5B-88DC-7E8A-75C9-52FF6F8005A7}"/>
              </a:ext>
            </a:extLst>
          </p:cNvPr>
          <p:cNvGrpSpPr/>
          <p:nvPr/>
        </p:nvGrpSpPr>
        <p:grpSpPr>
          <a:xfrm>
            <a:off x="6319241" y="2859005"/>
            <a:ext cx="648720" cy="732600"/>
            <a:chOff x="6319241" y="2859005"/>
            <a:chExt cx="648720" cy="73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3D37309-369C-0BA5-967D-CB7B20F9A1D6}"/>
                    </a:ext>
                  </a:extLst>
                </p14:cNvPr>
                <p14:cNvContentPartPr/>
                <p14:nvPr/>
              </p14:nvContentPartPr>
              <p14:xfrm>
                <a:off x="6319241" y="3170765"/>
                <a:ext cx="110880" cy="294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3D37309-369C-0BA5-967D-CB7B20F9A1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01241" y="3152765"/>
                  <a:ext cx="1465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6A533FD-1BC8-E4EE-1B6C-1605898DC042}"/>
                    </a:ext>
                  </a:extLst>
                </p14:cNvPr>
                <p14:cNvContentPartPr/>
                <p14:nvPr/>
              </p14:nvContentPartPr>
              <p14:xfrm>
                <a:off x="6681761" y="2859005"/>
                <a:ext cx="286200" cy="732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6A533FD-1BC8-E4EE-1B6C-1605898DC0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64121" y="2841365"/>
                  <a:ext cx="32184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518BDCD-F199-F960-527E-197FE3ABD803}"/>
                    </a:ext>
                  </a:extLst>
                </p14:cNvPr>
                <p14:cNvContentPartPr/>
                <p14:nvPr/>
              </p14:nvContentPartPr>
              <p14:xfrm>
                <a:off x="6734321" y="2859365"/>
                <a:ext cx="133560" cy="177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518BDCD-F199-F960-527E-197FE3ABD8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16321" y="2841725"/>
                  <a:ext cx="16920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FBC834E-3A98-4234-CB1D-63686396B7CF}"/>
                  </a:ext>
                </a:extLst>
              </p14:cNvPr>
              <p14:cNvContentPartPr/>
              <p14:nvPr/>
            </p14:nvContentPartPr>
            <p14:xfrm>
              <a:off x="2382641" y="4591325"/>
              <a:ext cx="361800" cy="30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FBC834E-3A98-4234-CB1D-63686396B7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65001" y="4573325"/>
                <a:ext cx="39744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9181EA4-6872-E0FF-F790-B894A5B3C50E}"/>
              </a:ext>
            </a:extLst>
          </p:cNvPr>
          <p:cNvGrpSpPr/>
          <p:nvPr/>
        </p:nvGrpSpPr>
        <p:grpSpPr>
          <a:xfrm>
            <a:off x="3745241" y="1195805"/>
            <a:ext cx="439920" cy="550440"/>
            <a:chOff x="3745241" y="1195805"/>
            <a:chExt cx="439920" cy="55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9327D0-24AB-87B7-4FEE-30C04EBAD456}"/>
                    </a:ext>
                  </a:extLst>
                </p14:cNvPr>
                <p14:cNvContentPartPr/>
                <p14:nvPr/>
              </p14:nvContentPartPr>
              <p14:xfrm>
                <a:off x="4095161" y="1195805"/>
                <a:ext cx="90000" cy="55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9327D0-24AB-87B7-4FEE-30C04EBAD4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77521" y="1178165"/>
                  <a:ext cx="12564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65C40B-6A11-4D14-B6BB-CBE74D86E62E}"/>
                    </a:ext>
                  </a:extLst>
                </p14:cNvPr>
                <p14:cNvContentPartPr/>
                <p14:nvPr/>
              </p14:nvContentPartPr>
              <p14:xfrm>
                <a:off x="3745241" y="1245845"/>
                <a:ext cx="437760" cy="29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65C40B-6A11-4D14-B6BB-CBE74D86E6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27241" y="1227845"/>
                  <a:ext cx="473400" cy="32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67D1769-4DEA-4D1E-1C58-2EE4FD451B30}"/>
                  </a:ext>
                </a:extLst>
              </p14:cNvPr>
              <p14:cNvContentPartPr/>
              <p14:nvPr/>
            </p14:nvContentPartPr>
            <p14:xfrm>
              <a:off x="4581521" y="399732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67D1769-4DEA-4D1E-1C58-2EE4FD451B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63521" y="397968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3686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5DEF4-F6FD-754A-1824-64596525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✍</a:t>
            </a:r>
            <a:r>
              <a:rPr lang="ar-EG" sz="4800"/>
              <a:t> peek</a:t>
            </a:r>
            <a:r>
              <a:rPr lang="en-US" sz="4800"/>
              <a:t>()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D0616-0554-80A6-89C6-0C3472308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peek() is an </a:t>
            </a:r>
            <a:r>
              <a:rPr lang="ar-EG" sz="2400" b="1" dirty="0"/>
              <a:t>intermediate operation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It allows us to observe elements as they pass through the pipeline. </a:t>
            </a:r>
          </a:p>
          <a:p>
            <a:pPr lvl="0"/>
            <a:r>
              <a:rPr lang="ar-EG" sz="2400" dirty="0"/>
              <a:t>It is mainly useful for </a:t>
            </a:r>
            <a:r>
              <a:rPr lang="ar-EG" sz="2400" b="1" dirty="0"/>
              <a:t>debugging</a:t>
            </a:r>
            <a:r>
              <a:rPr lang="ar-EG" sz="2400" dirty="0"/>
              <a:t>.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4D53988-893A-C1FB-C60E-16A42F2F812E}"/>
              </a:ext>
            </a:extLst>
          </p:cNvPr>
          <p:cNvGrpSpPr/>
          <p:nvPr/>
        </p:nvGrpSpPr>
        <p:grpSpPr>
          <a:xfrm>
            <a:off x="3579641" y="1069805"/>
            <a:ext cx="1451160" cy="788400"/>
            <a:chOff x="3579641" y="1069805"/>
            <a:chExt cx="1451160" cy="78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A0CC80E-BF64-C125-4500-CB8A7B1D0441}"/>
                    </a:ext>
                  </a:extLst>
                </p14:cNvPr>
                <p14:cNvContentPartPr/>
                <p14:nvPr/>
              </p14:nvContentPartPr>
              <p14:xfrm>
                <a:off x="4647041" y="1069805"/>
                <a:ext cx="383760" cy="56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A0CC80E-BF64-C125-4500-CB8A7B1D044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29041" y="1051805"/>
                  <a:ext cx="41940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67960E-6666-81F4-C9EF-0332709BF9C2}"/>
                    </a:ext>
                  </a:extLst>
                </p14:cNvPr>
                <p14:cNvContentPartPr/>
                <p14:nvPr/>
              </p14:nvContentPartPr>
              <p14:xfrm>
                <a:off x="3579641" y="1244405"/>
                <a:ext cx="896400" cy="613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67960E-6666-81F4-C9EF-0332709BF9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61641" y="1226405"/>
                  <a:ext cx="932040" cy="64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8413C33-96C7-842C-CE9C-315F94D060E7}"/>
                  </a:ext>
                </a:extLst>
              </p14:cNvPr>
              <p14:cNvContentPartPr/>
              <p14:nvPr/>
            </p14:nvContentPartPr>
            <p14:xfrm>
              <a:off x="6760241" y="4765925"/>
              <a:ext cx="2985840" cy="20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8413C33-96C7-842C-CE9C-315F94D060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42241" y="4747925"/>
                <a:ext cx="30214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6BD0956-1DC5-F306-96B7-333240C0A8D8}"/>
                  </a:ext>
                </a:extLst>
              </p14:cNvPr>
              <p14:cNvContentPartPr/>
              <p14:nvPr/>
            </p14:nvContentPartPr>
            <p14:xfrm>
              <a:off x="3861881" y="5241845"/>
              <a:ext cx="1826280" cy="110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6BD0956-1DC5-F306-96B7-333240C0A8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43881" y="5224205"/>
                <a:ext cx="1861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31E4663-4B3C-3532-B385-3B19D1D53027}"/>
                  </a:ext>
                </a:extLst>
              </p14:cNvPr>
              <p14:cNvContentPartPr/>
              <p14:nvPr/>
            </p14:nvContentPartPr>
            <p14:xfrm>
              <a:off x="1760561" y="1984205"/>
              <a:ext cx="40788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31E4663-4B3C-3532-B385-3B19D1D530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2561" y="1966205"/>
                <a:ext cx="4435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1624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1A324-EF8D-090B-D058-05453083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ar-EG" sz="4000"/>
              <a:t>✍Common terminal operations: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524B-AC77-9D8D-42BE-AFB0C1F7A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ar-EG" sz="2000" dirty="0"/>
              <a:t>Terminal operations end the stream pipeline and trigger processing.</a:t>
            </a:r>
            <a:endParaRPr lang="en-US" sz="2000" dirty="0"/>
          </a:p>
          <a:p>
            <a:r>
              <a:rPr lang="en-US" sz="2000" dirty="0" err="1"/>
              <a:t>forEach</a:t>
            </a:r>
            <a:r>
              <a:rPr lang="en-US" sz="2000" dirty="0"/>
              <a:t>()</a:t>
            </a:r>
          </a:p>
          <a:p>
            <a:pPr lvl="0"/>
            <a:r>
              <a:rPr lang="ar-EG" sz="2000" dirty="0"/>
              <a:t>findFirst() </a:t>
            </a:r>
          </a:p>
          <a:p>
            <a:pPr lvl="0"/>
            <a:r>
              <a:rPr lang="ar-EG" sz="2000" dirty="0"/>
              <a:t>anyMatch() </a:t>
            </a:r>
          </a:p>
          <a:p>
            <a:pPr lvl="0"/>
            <a:r>
              <a:rPr lang="ar-EG" sz="2000" dirty="0"/>
              <a:t>allMatch()</a:t>
            </a:r>
            <a:endParaRPr lang="en-US" sz="2000" dirty="0"/>
          </a:p>
          <a:p>
            <a:r>
              <a:rPr lang="en-US" sz="2000" dirty="0"/>
              <a:t>count()</a:t>
            </a:r>
          </a:p>
          <a:p>
            <a:r>
              <a:rPr lang="en-US" sz="2000" dirty="0"/>
              <a:t>reduce()</a:t>
            </a:r>
          </a:p>
          <a:p>
            <a:r>
              <a:rPr lang="en-US" sz="2000" dirty="0"/>
              <a:t>collect()</a:t>
            </a:r>
          </a:p>
          <a:p>
            <a:r>
              <a:rPr lang="en-US" sz="2000" dirty="0" err="1"/>
              <a:t>toList</a:t>
            </a:r>
            <a:r>
              <a:rPr lang="en-US" sz="2000" dirty="0"/>
              <a:t>()</a:t>
            </a:r>
            <a:endParaRPr lang="ar-EG" sz="2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B9A8C-83E6-A218-E56B-9907D66056FC}"/>
              </a:ext>
            </a:extLst>
          </p:cNvPr>
          <p:cNvGrpSpPr/>
          <p:nvPr/>
        </p:nvGrpSpPr>
        <p:grpSpPr>
          <a:xfrm>
            <a:off x="3793121" y="1371125"/>
            <a:ext cx="1118160" cy="48960"/>
            <a:chOff x="3793121" y="1371125"/>
            <a:chExt cx="1118160" cy="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DE8DE2F-D044-2EB8-F639-604B5EC0FEBD}"/>
                    </a:ext>
                  </a:extLst>
                </p14:cNvPr>
                <p14:cNvContentPartPr/>
                <p14:nvPr/>
              </p14:nvContentPartPr>
              <p14:xfrm>
                <a:off x="3851441" y="1390565"/>
                <a:ext cx="1059840" cy="29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DE8DE2F-D044-2EB8-F639-604B5EC0FEB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33801" y="1372565"/>
                  <a:ext cx="1095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6DFDC8-DD2B-1BF7-27B7-B0FA08B067A8}"/>
                    </a:ext>
                  </a:extLst>
                </p14:cNvPr>
                <p14:cNvContentPartPr/>
                <p14:nvPr/>
              </p14:nvContentPartPr>
              <p14:xfrm>
                <a:off x="3793121" y="1371125"/>
                <a:ext cx="391680" cy="2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6DFDC8-DD2B-1BF7-27B7-B0FA08B067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75481" y="1353125"/>
                  <a:ext cx="42732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2DFC3DA-8B19-D6D3-D408-0BBD494476DD}"/>
                  </a:ext>
                </a:extLst>
              </p14:cNvPr>
              <p14:cNvContentPartPr/>
              <p14:nvPr/>
            </p14:nvContentPartPr>
            <p14:xfrm>
              <a:off x="2626001" y="4289285"/>
              <a:ext cx="1031400" cy="146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2DFC3DA-8B19-D6D3-D408-0BBD494476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8001" y="4271285"/>
                <a:ext cx="1067040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F749E18-C8AE-8882-C86F-D3D07F825091}"/>
              </a:ext>
            </a:extLst>
          </p:cNvPr>
          <p:cNvGrpSpPr/>
          <p:nvPr/>
        </p:nvGrpSpPr>
        <p:grpSpPr>
          <a:xfrm>
            <a:off x="2645801" y="2976365"/>
            <a:ext cx="3395160" cy="1622160"/>
            <a:chOff x="2645801" y="2976365"/>
            <a:chExt cx="3395160" cy="16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165FDDB-A2EE-7ADD-AC0D-76E329535B76}"/>
                    </a:ext>
                  </a:extLst>
                </p14:cNvPr>
                <p14:cNvContentPartPr/>
                <p14:nvPr/>
              </p14:nvContentPartPr>
              <p14:xfrm>
                <a:off x="2772161" y="2976365"/>
                <a:ext cx="927360" cy="53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165FDDB-A2EE-7ADD-AC0D-76E329535B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54161" y="2958365"/>
                  <a:ext cx="96300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BEBBDA-CEC7-E50E-E6E4-83BDBAD5F4F4}"/>
                    </a:ext>
                  </a:extLst>
                </p14:cNvPr>
                <p14:cNvContentPartPr/>
                <p14:nvPr/>
              </p14:nvContentPartPr>
              <p14:xfrm>
                <a:off x="3501161" y="3355445"/>
                <a:ext cx="255960" cy="29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BEBBDA-CEC7-E50E-E6E4-83BDBAD5F4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83161" y="3337805"/>
                  <a:ext cx="2916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711BB7-C0CE-ACBF-0723-BB38E25E073C}"/>
                    </a:ext>
                  </a:extLst>
                </p14:cNvPr>
                <p14:cNvContentPartPr/>
                <p14:nvPr/>
              </p14:nvContentPartPr>
              <p14:xfrm>
                <a:off x="3997601" y="3287405"/>
                <a:ext cx="106200" cy="390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711BB7-C0CE-ACBF-0723-BB38E25E07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79961" y="3269765"/>
                  <a:ext cx="1418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216E05-50BC-708C-FDF9-1A8003173304}"/>
                    </a:ext>
                  </a:extLst>
                </p14:cNvPr>
                <p14:cNvContentPartPr/>
                <p14:nvPr/>
              </p14:nvContentPartPr>
              <p14:xfrm>
                <a:off x="4201361" y="3471365"/>
                <a:ext cx="158040" cy="16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216E05-50BC-708C-FDF9-1A80031733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83721" y="3453725"/>
                  <a:ext cx="193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8E16DE-444C-F128-EA9A-CF379611F1DB}"/>
                    </a:ext>
                  </a:extLst>
                </p14:cNvPr>
                <p14:cNvContentPartPr/>
                <p14:nvPr/>
              </p14:nvContentPartPr>
              <p14:xfrm>
                <a:off x="4561721" y="3471005"/>
                <a:ext cx="168120" cy="148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8E16DE-444C-F128-EA9A-CF379611F1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44081" y="3453005"/>
                  <a:ext cx="203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33E65E-22F5-5ED0-3818-57AC4BDD59AB}"/>
                    </a:ext>
                  </a:extLst>
                </p14:cNvPr>
                <p14:cNvContentPartPr/>
                <p14:nvPr/>
              </p14:nvContentPartPr>
              <p14:xfrm>
                <a:off x="5028281" y="3119285"/>
                <a:ext cx="196560" cy="604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33E65E-22F5-5ED0-3818-57AC4BDD59A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10641" y="3101645"/>
                  <a:ext cx="23220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2A3FFA4-21E9-F993-0ED1-9ED3B7233553}"/>
                    </a:ext>
                  </a:extLst>
                </p14:cNvPr>
                <p14:cNvContentPartPr/>
                <p14:nvPr/>
              </p14:nvContentPartPr>
              <p14:xfrm>
                <a:off x="2645801" y="3491885"/>
                <a:ext cx="1018080" cy="988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2A3FFA4-21E9-F993-0ED1-9ED3B72335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7801" y="3474245"/>
                  <a:ext cx="105372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594273-8DE5-CADA-60A2-E44D70689AA9}"/>
                    </a:ext>
                  </a:extLst>
                </p14:cNvPr>
                <p14:cNvContentPartPr/>
                <p14:nvPr/>
              </p14:nvContentPartPr>
              <p14:xfrm>
                <a:off x="2781881" y="3929645"/>
                <a:ext cx="809280" cy="45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594273-8DE5-CADA-60A2-E44D70689A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63881" y="3911645"/>
                  <a:ext cx="8449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1BD7A8-8C2C-B818-45E6-2EFF026CDC7B}"/>
                    </a:ext>
                  </a:extLst>
                </p14:cNvPr>
                <p14:cNvContentPartPr/>
                <p14:nvPr/>
              </p14:nvContentPartPr>
              <p14:xfrm>
                <a:off x="3938921" y="4258685"/>
                <a:ext cx="303480" cy="314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21BD7A8-8C2C-B818-45E6-2EFF026CDC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20921" y="4240685"/>
                  <a:ext cx="3391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C90D03-7960-E081-A4B7-5D6C78180660}"/>
                    </a:ext>
                  </a:extLst>
                </p14:cNvPr>
                <p14:cNvContentPartPr/>
                <p14:nvPr/>
              </p14:nvContentPartPr>
              <p14:xfrm>
                <a:off x="4345361" y="4337525"/>
                <a:ext cx="234720" cy="22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C90D03-7960-E081-A4B7-5D6C781806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27721" y="4319885"/>
                  <a:ext cx="270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C40CF8-2B9F-8549-A3A0-0C7A884B5F4D}"/>
                    </a:ext>
                  </a:extLst>
                </p14:cNvPr>
                <p14:cNvContentPartPr/>
                <p14:nvPr/>
              </p14:nvContentPartPr>
              <p14:xfrm>
                <a:off x="4688441" y="4202165"/>
                <a:ext cx="175680" cy="341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C40CF8-2B9F-8549-A3A0-0C7A884B5F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70801" y="4184165"/>
                  <a:ext cx="2113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29CF7F9-993D-BF3C-EF42-6194FD430DF5}"/>
                    </a:ext>
                  </a:extLst>
                </p14:cNvPr>
                <p14:cNvContentPartPr/>
                <p14:nvPr/>
              </p14:nvContentPartPr>
              <p14:xfrm>
                <a:off x="4552721" y="4276325"/>
                <a:ext cx="272160" cy="52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29CF7F9-993D-BF3C-EF42-6194FD430DF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34721" y="4258685"/>
                  <a:ext cx="307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1B2201-4E20-B9D8-D3D4-92D94CFB1B41}"/>
                    </a:ext>
                  </a:extLst>
                </p14:cNvPr>
                <p14:cNvContentPartPr/>
                <p14:nvPr/>
              </p14:nvContentPartPr>
              <p14:xfrm>
                <a:off x="4968881" y="4318445"/>
                <a:ext cx="240120" cy="280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1B2201-4E20-B9D8-D3D4-92D94CFB1B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51241" y="4300445"/>
                  <a:ext cx="2757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2FF47D-CA44-C35C-C05D-0E82980F2008}"/>
                    </a:ext>
                  </a:extLst>
                </p14:cNvPr>
                <p14:cNvContentPartPr/>
                <p14:nvPr/>
              </p14:nvContentPartPr>
              <p14:xfrm>
                <a:off x="5239961" y="4323845"/>
                <a:ext cx="127800" cy="142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2FF47D-CA44-C35C-C05D-0E82980F200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22321" y="4305845"/>
                  <a:ext cx="163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948D08-4FB5-3D9B-7FC8-E2864DF2B305}"/>
                    </a:ext>
                  </a:extLst>
                </p14:cNvPr>
                <p14:cNvContentPartPr/>
                <p14:nvPr/>
              </p14:nvContentPartPr>
              <p14:xfrm>
                <a:off x="5417801" y="4202165"/>
                <a:ext cx="208800" cy="207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948D08-4FB5-3D9B-7FC8-E2864DF2B3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00161" y="4184165"/>
                  <a:ext cx="244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BD4FCF-F4DF-B44D-BC7B-CE6E8038EEDF}"/>
                    </a:ext>
                  </a:extLst>
                </p14:cNvPr>
                <p14:cNvContentPartPr/>
                <p14:nvPr/>
              </p14:nvContentPartPr>
              <p14:xfrm>
                <a:off x="5534441" y="4416005"/>
                <a:ext cx="37800" cy="86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BD4FCF-F4DF-B44D-BC7B-CE6E8038EE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16801" y="4398365"/>
                  <a:ext cx="73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84F59F-4E34-8F59-0F2F-B2B645B85C40}"/>
                    </a:ext>
                  </a:extLst>
                </p14:cNvPr>
                <p14:cNvContentPartPr/>
                <p14:nvPr/>
              </p14:nvContentPartPr>
              <p14:xfrm>
                <a:off x="5573321" y="4413485"/>
                <a:ext cx="124560" cy="5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84F59F-4E34-8F59-0F2F-B2B645B85C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55321" y="4395845"/>
                  <a:ext cx="160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AADE0E-66BC-B7FC-14D4-A695F7F34933}"/>
                    </a:ext>
                  </a:extLst>
                </p14:cNvPr>
                <p14:cNvContentPartPr/>
                <p14:nvPr/>
              </p14:nvContentPartPr>
              <p14:xfrm>
                <a:off x="5956361" y="4202165"/>
                <a:ext cx="84600" cy="354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8AADE0E-66BC-B7FC-14D4-A695F7F3493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38721" y="4184165"/>
                  <a:ext cx="12024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DA7E393-232C-4855-5369-B6E4F31391E9}"/>
              </a:ext>
            </a:extLst>
          </p:cNvPr>
          <p:cNvGrpSpPr/>
          <p:nvPr/>
        </p:nvGrpSpPr>
        <p:grpSpPr>
          <a:xfrm>
            <a:off x="6409241" y="4054205"/>
            <a:ext cx="1721880" cy="578880"/>
            <a:chOff x="6409241" y="4054205"/>
            <a:chExt cx="1721880" cy="57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9428BE-B91E-641D-EDA5-7BED4BE3C204}"/>
                    </a:ext>
                  </a:extLst>
                </p14:cNvPr>
                <p14:cNvContentPartPr/>
                <p14:nvPr/>
              </p14:nvContentPartPr>
              <p14:xfrm>
                <a:off x="6409241" y="4054205"/>
                <a:ext cx="363240" cy="568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9428BE-B91E-641D-EDA5-7BED4BE3C2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91241" y="4036205"/>
                  <a:ext cx="39888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069606-03FD-98E3-71E2-75D99BEFCBC4}"/>
                    </a:ext>
                  </a:extLst>
                </p14:cNvPr>
                <p14:cNvContentPartPr/>
                <p14:nvPr/>
              </p14:nvContentPartPr>
              <p14:xfrm>
                <a:off x="6924401" y="4263365"/>
                <a:ext cx="182880" cy="241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069606-03FD-98E3-71E2-75D99BEFCBC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06401" y="4245365"/>
                  <a:ext cx="218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9888DE-C8D1-D882-62B0-5B56BFDB3883}"/>
                    </a:ext>
                  </a:extLst>
                </p14:cNvPr>
                <p14:cNvContentPartPr/>
                <p14:nvPr/>
              </p14:nvContentPartPr>
              <p14:xfrm>
                <a:off x="7110521" y="4279565"/>
                <a:ext cx="198000" cy="196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9888DE-C8D1-D882-62B0-5B56BFDB38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92881" y="4261565"/>
                  <a:ext cx="233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B3CDC09-E823-EAC6-D078-528647CBC3E6}"/>
                    </a:ext>
                  </a:extLst>
                </p14:cNvPr>
                <p14:cNvContentPartPr/>
                <p14:nvPr/>
              </p14:nvContentPartPr>
              <p14:xfrm>
                <a:off x="7295201" y="4357685"/>
                <a:ext cx="188640" cy="14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B3CDC09-E823-EAC6-D078-528647CBC3E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77201" y="4340045"/>
                  <a:ext cx="224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1A25A8-6800-FDD3-F8B7-71C9740A4F05}"/>
                    </a:ext>
                  </a:extLst>
                </p14:cNvPr>
                <p14:cNvContentPartPr/>
                <p14:nvPr/>
              </p14:nvContentPartPr>
              <p14:xfrm>
                <a:off x="7499681" y="4192445"/>
                <a:ext cx="370440" cy="44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1A25A8-6800-FDD3-F8B7-71C9740A4F0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82041" y="4174445"/>
                  <a:ext cx="4060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5BBA99-9605-53C7-7EBD-55AB2CC51138}"/>
                    </a:ext>
                  </a:extLst>
                </p14:cNvPr>
                <p14:cNvContentPartPr/>
                <p14:nvPr/>
              </p14:nvContentPartPr>
              <p14:xfrm>
                <a:off x="7925561" y="4318805"/>
                <a:ext cx="205560" cy="225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5BBA99-9605-53C7-7EBD-55AB2CC511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07561" y="4300805"/>
                  <a:ext cx="241200" cy="2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543F3F0-4DBB-930C-8FAF-57A3D78E9C02}"/>
                  </a:ext>
                </a:extLst>
              </p14:cNvPr>
              <p14:cNvContentPartPr/>
              <p14:nvPr/>
            </p14:nvContentPartPr>
            <p14:xfrm>
              <a:off x="8209601" y="4221245"/>
              <a:ext cx="204840" cy="380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543F3F0-4DBB-930C-8FAF-57A3D78E9C0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191961" y="4203245"/>
                <a:ext cx="2404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B613F7D-DFF2-D8D1-60EE-45D3A11D5310}"/>
                  </a:ext>
                </a:extLst>
              </p14:cNvPr>
              <p14:cNvContentPartPr/>
              <p14:nvPr/>
            </p14:nvContentPartPr>
            <p14:xfrm>
              <a:off x="8393561" y="4356245"/>
              <a:ext cx="241200" cy="2156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B613F7D-DFF2-D8D1-60EE-45D3A11D531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375921" y="4338605"/>
                <a:ext cx="2768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D670677-0492-AECC-3FA2-6C7BC3FB80C3}"/>
                  </a:ext>
                </a:extLst>
              </p14:cNvPr>
              <p14:cNvContentPartPr/>
              <p14:nvPr/>
            </p14:nvContentPartPr>
            <p14:xfrm>
              <a:off x="1074761" y="4438325"/>
              <a:ext cx="1306800" cy="382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D670677-0492-AECC-3FA2-6C7BC3FB80C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56761" y="4420325"/>
                <a:ext cx="134244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E159E99-79EA-3CEA-242E-444D8EF49EB0}"/>
                  </a:ext>
                </a:extLst>
              </p14:cNvPr>
              <p14:cNvContentPartPr/>
              <p14:nvPr/>
            </p14:nvContentPartPr>
            <p14:xfrm>
              <a:off x="2372921" y="4668725"/>
              <a:ext cx="1080360" cy="856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E159E99-79EA-3CEA-242E-444D8EF49EB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55281" y="4650725"/>
                <a:ext cx="1116000" cy="8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B076B40-CC7C-3C81-DEE6-A1D407E4F600}"/>
                  </a:ext>
                </a:extLst>
              </p14:cNvPr>
              <p14:cNvContentPartPr/>
              <p14:nvPr/>
            </p14:nvContentPartPr>
            <p14:xfrm>
              <a:off x="4922081" y="5252645"/>
              <a:ext cx="277920" cy="224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B076B40-CC7C-3C81-DEE6-A1D407E4F60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04081" y="5234645"/>
                <a:ext cx="31356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B1939D4-A9A0-371C-F166-E9E2CDF592BC}"/>
              </a:ext>
            </a:extLst>
          </p:cNvPr>
          <p:cNvGrpSpPr/>
          <p:nvPr/>
        </p:nvGrpSpPr>
        <p:grpSpPr>
          <a:xfrm>
            <a:off x="2431601" y="5058245"/>
            <a:ext cx="2337120" cy="1283760"/>
            <a:chOff x="2431601" y="5058245"/>
            <a:chExt cx="2337120" cy="12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4F57DB-F391-C34C-BDC8-AB0193A3AB88}"/>
                    </a:ext>
                  </a:extLst>
                </p14:cNvPr>
                <p14:cNvContentPartPr/>
                <p14:nvPr/>
              </p14:nvContentPartPr>
              <p14:xfrm>
                <a:off x="3724361" y="5192525"/>
                <a:ext cx="218880" cy="533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4F57DB-F391-C34C-BDC8-AB0193A3AB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06721" y="5174525"/>
                  <a:ext cx="25452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BA408A-8BEF-688C-F2BB-53A095E607C0}"/>
                    </a:ext>
                  </a:extLst>
                </p14:cNvPr>
                <p14:cNvContentPartPr/>
                <p14:nvPr/>
              </p14:nvContentPartPr>
              <p14:xfrm>
                <a:off x="3764321" y="5515085"/>
                <a:ext cx="213840" cy="142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BA408A-8BEF-688C-F2BB-53A095E607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46321" y="5497085"/>
                  <a:ext cx="249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38EE00D-45C5-50EC-D684-26D5B04D7C36}"/>
                    </a:ext>
                  </a:extLst>
                </p14:cNvPr>
                <p14:cNvContentPartPr/>
                <p14:nvPr/>
              </p14:nvContentPartPr>
              <p14:xfrm>
                <a:off x="4162481" y="5162645"/>
                <a:ext cx="207360" cy="363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38EE00D-45C5-50EC-D684-26D5B04D7C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44841" y="5144645"/>
                  <a:ext cx="2430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D075F26-7085-C9D2-BF55-7F6DA0993C8A}"/>
                    </a:ext>
                  </a:extLst>
                </p14:cNvPr>
                <p14:cNvContentPartPr/>
                <p14:nvPr/>
              </p14:nvContentPartPr>
              <p14:xfrm>
                <a:off x="4512041" y="5058245"/>
                <a:ext cx="256680" cy="478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D075F26-7085-C9D2-BF55-7F6DA0993C8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94401" y="5040605"/>
                  <a:ext cx="29232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55A31A-5781-9F8B-D04B-59FEF4BCDBA0}"/>
                    </a:ext>
                  </a:extLst>
                </p14:cNvPr>
                <p14:cNvContentPartPr/>
                <p14:nvPr/>
              </p14:nvContentPartPr>
              <p14:xfrm>
                <a:off x="2489921" y="5515085"/>
                <a:ext cx="547560" cy="510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55A31A-5781-9F8B-D04B-59FEF4BCDB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71921" y="5497085"/>
                  <a:ext cx="58320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C8C148F-DBF0-7AF9-001C-BCF43235FC9A}"/>
                    </a:ext>
                  </a:extLst>
                </p14:cNvPr>
                <p14:cNvContentPartPr/>
                <p14:nvPr/>
              </p14:nvContentPartPr>
              <p14:xfrm>
                <a:off x="2986361" y="5904245"/>
                <a:ext cx="1147320" cy="437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C8C148F-DBF0-7AF9-001C-BCF43235FC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68361" y="5886605"/>
                  <a:ext cx="11829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35ECB81-3539-A169-D530-476DD9E6DDBA}"/>
                    </a:ext>
                  </a:extLst>
                </p14:cNvPr>
                <p14:cNvContentPartPr/>
                <p14:nvPr/>
              </p14:nvContentPartPr>
              <p14:xfrm>
                <a:off x="2431601" y="5096765"/>
                <a:ext cx="995400" cy="387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35ECB81-3539-A169-D530-476DD9E6DDB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13601" y="5079125"/>
                  <a:ext cx="1031040" cy="42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4E5BC50-6AB0-DEA8-98AF-3856595F763A}"/>
              </a:ext>
            </a:extLst>
          </p:cNvPr>
          <p:cNvGrpSpPr/>
          <p:nvPr/>
        </p:nvGrpSpPr>
        <p:grpSpPr>
          <a:xfrm>
            <a:off x="4356161" y="6145085"/>
            <a:ext cx="322920" cy="372960"/>
            <a:chOff x="4356161" y="6145085"/>
            <a:chExt cx="32292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34AE92B-C5F8-82AE-7C65-616E0CA2CB0A}"/>
                    </a:ext>
                  </a:extLst>
                </p14:cNvPr>
                <p14:cNvContentPartPr/>
                <p14:nvPr/>
              </p14:nvContentPartPr>
              <p14:xfrm>
                <a:off x="4630121" y="6215285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34AE92B-C5F8-82AE-7C65-616E0CA2CB0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12121" y="61976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B94968-D96D-84DB-0689-C718159F3E16}"/>
                    </a:ext>
                  </a:extLst>
                </p14:cNvPr>
                <p14:cNvContentPartPr/>
                <p14:nvPr/>
              </p14:nvContentPartPr>
              <p14:xfrm>
                <a:off x="4630121" y="6215285"/>
                <a:ext cx="360" cy="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B94968-D96D-84DB-0689-C718159F3E1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12121" y="61976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35CDDF9-D400-AE39-1999-A6EDBBAB3897}"/>
                    </a:ext>
                  </a:extLst>
                </p14:cNvPr>
                <p14:cNvContentPartPr/>
                <p14:nvPr/>
              </p14:nvContentPartPr>
              <p14:xfrm>
                <a:off x="4356161" y="6145085"/>
                <a:ext cx="322920" cy="372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35CDDF9-D400-AE39-1999-A6EDBBAB389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38161" y="6127445"/>
                  <a:ext cx="358560" cy="40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A655D42-D7C1-1BD1-4601-8ADDF0AA0963}"/>
              </a:ext>
            </a:extLst>
          </p:cNvPr>
          <p:cNvGrpSpPr/>
          <p:nvPr/>
        </p:nvGrpSpPr>
        <p:grpSpPr>
          <a:xfrm>
            <a:off x="5047721" y="5651525"/>
            <a:ext cx="1638000" cy="786960"/>
            <a:chOff x="5047721" y="5651525"/>
            <a:chExt cx="1638000" cy="78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5277258-9BC4-244E-C479-82E98F507E59}"/>
                    </a:ext>
                  </a:extLst>
                </p14:cNvPr>
                <p14:cNvContentPartPr/>
                <p14:nvPr/>
              </p14:nvContentPartPr>
              <p14:xfrm>
                <a:off x="5047721" y="6107285"/>
                <a:ext cx="178560" cy="255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5277258-9BC4-244E-C479-82E98F507E5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029721" y="6089645"/>
                  <a:ext cx="214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335A4F-30A0-13CA-CE30-EE72CABEB803}"/>
                    </a:ext>
                  </a:extLst>
                </p14:cNvPr>
                <p14:cNvContentPartPr/>
                <p14:nvPr/>
              </p14:nvContentPartPr>
              <p14:xfrm>
                <a:off x="5281721" y="6088925"/>
                <a:ext cx="178920" cy="272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335A4F-30A0-13CA-CE30-EE72CABEB80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264081" y="6071285"/>
                  <a:ext cx="214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D9C42CD-DD34-C592-2AF5-343D5893A1E1}"/>
                    </a:ext>
                  </a:extLst>
                </p14:cNvPr>
                <p14:cNvContentPartPr/>
                <p14:nvPr/>
              </p14:nvContentPartPr>
              <p14:xfrm>
                <a:off x="5466401" y="6098645"/>
                <a:ext cx="183240" cy="339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D9C42CD-DD34-C592-2AF5-343D5893A1E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448761" y="6081005"/>
                  <a:ext cx="2188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65C96A-680F-2D0D-DDB1-9E3593902E30}"/>
                    </a:ext>
                  </a:extLst>
                </p14:cNvPr>
                <p14:cNvContentPartPr/>
                <p14:nvPr/>
              </p14:nvContentPartPr>
              <p14:xfrm>
                <a:off x="5669081" y="6086765"/>
                <a:ext cx="196560" cy="314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65C96A-680F-2D0D-DDB1-9E3593902E3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651441" y="6068765"/>
                  <a:ext cx="2322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1E78951-FDF8-20E2-2C42-A26609D840AE}"/>
                    </a:ext>
                  </a:extLst>
                </p14:cNvPr>
                <p14:cNvContentPartPr/>
                <p14:nvPr/>
              </p14:nvContentPartPr>
              <p14:xfrm>
                <a:off x="6029801" y="6126725"/>
                <a:ext cx="193320" cy="248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1E78951-FDF8-20E2-2C42-A26609D840A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012161" y="6108725"/>
                  <a:ext cx="228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E36FAFE-3514-0512-C691-30CD37BA598A}"/>
                    </a:ext>
                  </a:extLst>
                </p14:cNvPr>
                <p14:cNvContentPartPr/>
                <p14:nvPr/>
              </p14:nvContentPartPr>
              <p14:xfrm>
                <a:off x="6419681" y="5651525"/>
                <a:ext cx="266040" cy="564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E36FAFE-3514-0512-C691-30CD37BA598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02041" y="5633525"/>
                  <a:ext cx="30168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4005610-D32D-9155-DF86-8B9E4F3A5CD7}"/>
                    </a:ext>
                  </a:extLst>
                </p14:cNvPr>
                <p14:cNvContentPartPr/>
                <p14:nvPr/>
              </p14:nvContentPartPr>
              <p14:xfrm>
                <a:off x="6393761" y="5826485"/>
                <a:ext cx="270000" cy="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4005610-D32D-9155-DF86-8B9E4F3A5CD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75761" y="5808845"/>
                  <a:ext cx="3056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E2E51ED-1FF5-FF23-4102-99BAA1C840EF}"/>
                  </a:ext>
                </a:extLst>
              </p14:cNvPr>
              <p14:cNvContentPartPr/>
              <p14:nvPr/>
            </p14:nvContentPartPr>
            <p14:xfrm>
              <a:off x="7130321" y="5622005"/>
              <a:ext cx="360" cy="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E2E51ED-1FF5-FF23-4102-99BAA1C840E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112321" y="560436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23991296-2DBC-0C55-54C3-64329308CFA7}"/>
              </a:ext>
            </a:extLst>
          </p:cNvPr>
          <p:cNvGrpSpPr/>
          <p:nvPr/>
        </p:nvGrpSpPr>
        <p:grpSpPr>
          <a:xfrm>
            <a:off x="6971561" y="5825405"/>
            <a:ext cx="889560" cy="432360"/>
            <a:chOff x="6971561" y="5825405"/>
            <a:chExt cx="88956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199E74-85CA-9B62-3734-07ED7233F6CF}"/>
                    </a:ext>
                  </a:extLst>
                </p14:cNvPr>
                <p14:cNvContentPartPr/>
                <p14:nvPr/>
              </p14:nvContentPartPr>
              <p14:xfrm>
                <a:off x="7220321" y="6244445"/>
                <a:ext cx="123840" cy="13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199E74-85CA-9B62-3734-07ED7233F6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02681" y="6226445"/>
                  <a:ext cx="15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3573AC5-10AF-EDC9-3F98-B6BE26C4579E}"/>
                    </a:ext>
                  </a:extLst>
                </p14:cNvPr>
                <p14:cNvContentPartPr/>
                <p14:nvPr/>
              </p14:nvContentPartPr>
              <p14:xfrm>
                <a:off x="6971561" y="5971565"/>
                <a:ext cx="181440" cy="178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3573AC5-10AF-EDC9-3F98-B6BE26C4579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53921" y="5953565"/>
                  <a:ext cx="217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1F7971-3DEF-8EEB-692A-4806F2904872}"/>
                    </a:ext>
                  </a:extLst>
                </p14:cNvPr>
                <p14:cNvContentPartPr/>
                <p14:nvPr/>
              </p14:nvContentPartPr>
              <p14:xfrm>
                <a:off x="7285481" y="5972285"/>
                <a:ext cx="109080" cy="117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1F7971-3DEF-8EEB-692A-4806F290487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67841" y="5954645"/>
                  <a:ext cx="144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E5217B-29A5-754C-5BA9-333BFDB5BD57}"/>
                    </a:ext>
                  </a:extLst>
                </p14:cNvPr>
                <p14:cNvContentPartPr/>
                <p14:nvPr/>
              </p14:nvContentPartPr>
              <p14:xfrm>
                <a:off x="7431641" y="5825405"/>
                <a:ext cx="429480" cy="283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E5217B-29A5-754C-5BA9-333BFDB5BD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14001" y="5807405"/>
                  <a:ext cx="465120" cy="31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52031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112E4-FCD4-4A3D-4D4E-0DCC331E8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✍Employee Stream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D2331-5586-A38E-6633-0EFFA8B79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We will work with a collection of employees and use Stream operations to:</a:t>
            </a:r>
          </a:p>
          <a:p>
            <a:pPr lvl="0"/>
            <a:r>
              <a:rPr lang="ar-EG" sz="2400" dirty="0"/>
              <a:t>Filter employees </a:t>
            </a:r>
          </a:p>
          <a:p>
            <a:pPr lvl="0"/>
            <a:r>
              <a:rPr lang="ar-EG" sz="2400" dirty="0"/>
              <a:t>Transform employee data </a:t>
            </a:r>
          </a:p>
          <a:p>
            <a:pPr lvl="0"/>
            <a:r>
              <a:rPr lang="ar-EG" sz="2400" dirty="0"/>
              <a:t>Sort employees </a:t>
            </a:r>
          </a:p>
          <a:p>
            <a:pPr lvl="0"/>
            <a:r>
              <a:rPr lang="ar-EG" sz="2400" dirty="0"/>
              <a:t>Collect the results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E29CF1-7171-7B7B-F5D8-E19772ACA950}"/>
                  </a:ext>
                </a:extLst>
              </p14:cNvPr>
              <p14:cNvContentPartPr/>
              <p14:nvPr/>
            </p14:nvContentPartPr>
            <p14:xfrm>
              <a:off x="1556081" y="1886645"/>
              <a:ext cx="236484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E29CF1-7171-7B7B-F5D8-E19772ACA9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8081" y="1850645"/>
                <a:ext cx="240048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2068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60801-C3B7-12D1-7FE9-B2BCD2C1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✍</a:t>
            </a:r>
            <a:r>
              <a:rPr lang="ar-EG" sz="4800"/>
              <a:t>forEach() with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D6A3-DA4E-0BE8-E2A8-F0BD38C51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Processing Objects with forEach()</a:t>
            </a:r>
          </a:p>
          <a:p>
            <a:endParaRPr lang="ar-EG" sz="2400" dirty="0"/>
          </a:p>
          <a:p>
            <a:endParaRPr lang="ar-EG" sz="2400" dirty="0"/>
          </a:p>
          <a:p>
            <a:endParaRPr lang="ar-EG" sz="2400" dirty="0"/>
          </a:p>
          <a:p>
            <a:endParaRPr lang="ar-EG" sz="2400" dirty="0"/>
          </a:p>
          <a:p>
            <a:pPr marL="0" indent="0">
              <a:buNone/>
            </a:pP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550A6C4-6265-F06C-7476-F679C7E94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75" y="4313218"/>
            <a:ext cx="4534533" cy="13336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2350B0-74F3-5D87-B25C-942F3EE33F96}"/>
                  </a:ext>
                </a:extLst>
              </p14:cNvPr>
              <p14:cNvContentPartPr/>
              <p14:nvPr/>
            </p14:nvContentPartPr>
            <p14:xfrm>
              <a:off x="7986041" y="360852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2350B0-74F3-5D87-B25C-942F3EE33F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68041" y="35908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D6F275-FE7C-9F66-0AFA-70C7933D36CA}"/>
                  </a:ext>
                </a:extLst>
              </p14:cNvPr>
              <p14:cNvContentPartPr/>
              <p14:nvPr/>
            </p14:nvContentPartPr>
            <p14:xfrm>
              <a:off x="2304881" y="4754765"/>
              <a:ext cx="1100880" cy="322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D6F275-FE7C-9F66-0AFA-70C7933D36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6881" y="4737125"/>
                <a:ext cx="1136520" cy="35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297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667F7-9B29-5388-7369-80BB6FB4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✍Filtering Employees by Salary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F4DC35-8948-447F-57C8-69FEF66E2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801" y="2742164"/>
            <a:ext cx="10668003" cy="3110706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33047E-97F8-E2C2-F03C-D8618C376BF6}"/>
                  </a:ext>
                </a:extLst>
              </p14:cNvPr>
              <p14:cNvContentPartPr/>
              <p14:nvPr/>
            </p14:nvContentPartPr>
            <p14:xfrm>
              <a:off x="661121" y="1121599"/>
              <a:ext cx="374040" cy="245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33047E-97F8-E2C2-F03C-D8618C376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481" y="1103959"/>
                <a:ext cx="4096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2125FB-A8FA-14B8-C1CF-9E2969BD5449}"/>
                  </a:ext>
                </a:extLst>
              </p14:cNvPr>
              <p14:cNvContentPartPr/>
              <p14:nvPr/>
            </p14:nvContentPartPr>
            <p14:xfrm>
              <a:off x="5242841" y="1117999"/>
              <a:ext cx="68148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2125FB-A8FA-14B8-C1CF-9E2969BD54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4841" y="1100359"/>
                <a:ext cx="717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5F1501-3CD3-21BF-3656-58617A5151CA}"/>
                  </a:ext>
                </a:extLst>
              </p14:cNvPr>
              <p14:cNvContentPartPr/>
              <p14:nvPr/>
            </p14:nvContentPartPr>
            <p14:xfrm>
              <a:off x="3861881" y="258715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5F1501-3CD3-21BF-3656-58617A5151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3881" y="256915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7D71CD9-43B2-B621-79F1-D6CF63B822CA}"/>
              </a:ext>
            </a:extLst>
          </p:cNvPr>
          <p:cNvGrpSpPr/>
          <p:nvPr/>
        </p:nvGrpSpPr>
        <p:grpSpPr>
          <a:xfrm>
            <a:off x="3579641" y="3695599"/>
            <a:ext cx="1448280" cy="49680"/>
            <a:chOff x="3579641" y="3695599"/>
            <a:chExt cx="1448280" cy="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B8E7F3-F024-C78A-7C7B-416C9642321C}"/>
                    </a:ext>
                  </a:extLst>
                </p14:cNvPr>
                <p14:cNvContentPartPr/>
                <p14:nvPr/>
              </p14:nvContentPartPr>
              <p14:xfrm>
                <a:off x="3579641" y="3695599"/>
                <a:ext cx="885960" cy="49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B8E7F3-F024-C78A-7C7B-416C964232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61641" y="3677599"/>
                  <a:ext cx="921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6D91BD5-6C87-C7E9-2BD0-6DD5302704EC}"/>
                    </a:ext>
                  </a:extLst>
                </p14:cNvPr>
                <p14:cNvContentPartPr/>
                <p14:nvPr/>
              </p14:nvContentPartPr>
              <p14:xfrm>
                <a:off x="4474241" y="3725479"/>
                <a:ext cx="55368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6D91BD5-6C87-C7E9-2BD0-6DD5302704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56601" y="3707479"/>
                  <a:ext cx="5893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AD8819-43CE-887D-A88C-82A84199596B}"/>
                  </a:ext>
                </a:extLst>
              </p14:cNvPr>
              <p14:cNvContentPartPr/>
              <p14:nvPr/>
            </p14:nvContentPartPr>
            <p14:xfrm>
              <a:off x="1429721" y="4345399"/>
              <a:ext cx="966960" cy="421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AD8819-43CE-887D-A88C-82A8419959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11721" y="4327399"/>
                <a:ext cx="100260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D76608D-962A-B19C-41FD-B9D57C1020EE}"/>
                  </a:ext>
                </a:extLst>
              </p14:cNvPr>
              <p14:cNvContentPartPr/>
              <p14:nvPr/>
            </p14:nvContentPartPr>
            <p14:xfrm>
              <a:off x="2723201" y="5028679"/>
              <a:ext cx="720000" cy="78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76608D-962A-B19C-41FD-B9D57C1020E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05561" y="5011039"/>
                <a:ext cx="755640" cy="1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1609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4E41C-B899-3711-76CF-C494763D7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✍Mapping Employees to Names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3EFFB-8657-421E-BE25-5DDD472D7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801" y="2474218"/>
            <a:ext cx="10668003" cy="3646599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DFE436-0E34-7FC5-0C40-FBB5713AA1C8}"/>
                  </a:ext>
                </a:extLst>
              </p14:cNvPr>
              <p14:cNvContentPartPr/>
              <p14:nvPr/>
            </p14:nvContentPartPr>
            <p14:xfrm>
              <a:off x="2100761" y="4689559"/>
              <a:ext cx="944280" cy="29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DFE436-0E34-7FC5-0C40-FBB5713AA1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2761" y="4671559"/>
                <a:ext cx="97992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9451AEA-6FA3-DD97-A21F-32A8B3E10E46}"/>
                  </a:ext>
                </a:extLst>
              </p14:cNvPr>
              <p14:cNvContentPartPr/>
              <p14:nvPr/>
            </p14:nvContentPartPr>
            <p14:xfrm>
              <a:off x="3005441" y="4697839"/>
              <a:ext cx="360" cy="76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9451AEA-6FA3-DD97-A21F-32A8B3E10E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7801" y="4680199"/>
                <a:ext cx="360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A14AB96-AE9F-55CD-2637-FF6F8FE5063C}"/>
                  </a:ext>
                </a:extLst>
              </p14:cNvPr>
              <p14:cNvContentPartPr/>
              <p14:nvPr/>
            </p14:nvContentPartPr>
            <p14:xfrm>
              <a:off x="2849561" y="4590919"/>
              <a:ext cx="294840" cy="283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A14AB96-AE9F-55CD-2637-FF6F8FE506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1561" y="4572919"/>
                <a:ext cx="33048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9498A7-1994-6DA9-5662-272D66F98BC4}"/>
                  </a:ext>
                </a:extLst>
              </p14:cNvPr>
              <p14:cNvContentPartPr/>
              <p14:nvPr/>
            </p14:nvContentPartPr>
            <p14:xfrm>
              <a:off x="3346001" y="4921759"/>
              <a:ext cx="45792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9498A7-1994-6DA9-5662-272D66F98B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28001" y="4885759"/>
                <a:ext cx="49356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AAA4605-A1FE-1280-1494-F2F885D3DF5E}"/>
              </a:ext>
            </a:extLst>
          </p:cNvPr>
          <p:cNvGrpSpPr/>
          <p:nvPr/>
        </p:nvGrpSpPr>
        <p:grpSpPr>
          <a:xfrm>
            <a:off x="8051921" y="3034279"/>
            <a:ext cx="958320" cy="642960"/>
            <a:chOff x="8051921" y="3034279"/>
            <a:chExt cx="95832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47A504-0A80-B9E0-8EBB-36A286297461}"/>
                    </a:ext>
                  </a:extLst>
                </p14:cNvPr>
                <p14:cNvContentPartPr/>
                <p14:nvPr/>
              </p14:nvContentPartPr>
              <p14:xfrm>
                <a:off x="8248841" y="3461239"/>
                <a:ext cx="452880" cy="3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47A504-0A80-B9E0-8EBB-36A2862974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30841" y="3443599"/>
                  <a:ext cx="488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7F1104-F853-5342-8B71-1FB46D302B2A}"/>
                    </a:ext>
                  </a:extLst>
                </p14:cNvPr>
                <p14:cNvContentPartPr/>
                <p14:nvPr/>
              </p14:nvContentPartPr>
              <p14:xfrm>
                <a:off x="8394281" y="3325519"/>
                <a:ext cx="320760" cy="50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7F1104-F853-5342-8B71-1FB46D302B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76281" y="3307879"/>
                  <a:ext cx="356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997CA2-EC63-0219-9584-2F3610073C6A}"/>
                    </a:ext>
                  </a:extLst>
                </p14:cNvPr>
                <p14:cNvContentPartPr/>
                <p14:nvPr/>
              </p14:nvContentPartPr>
              <p14:xfrm>
                <a:off x="8277641" y="3307879"/>
                <a:ext cx="218880" cy="58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997CA2-EC63-0219-9584-2F3610073C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60001" y="3289879"/>
                  <a:ext cx="254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A8DE406-8A62-0FBA-A397-9053A0803DE4}"/>
                    </a:ext>
                  </a:extLst>
                </p14:cNvPr>
                <p14:cNvContentPartPr/>
                <p14:nvPr/>
              </p14:nvContentPartPr>
              <p14:xfrm>
                <a:off x="8051921" y="3034279"/>
                <a:ext cx="958320" cy="642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A8DE406-8A62-0FBA-A397-9053A0803DE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34281" y="3016279"/>
                  <a:ext cx="99396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B959FE-AC6F-FE1B-9A63-6AE20C84E58E}"/>
                    </a:ext>
                  </a:extLst>
                </p14:cNvPr>
                <p14:cNvContentPartPr/>
                <p14:nvPr/>
              </p14:nvContentPartPr>
              <p14:xfrm>
                <a:off x="8744561" y="3627919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B959FE-AC6F-FE1B-9A63-6AE20C84E5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26921" y="361027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ED20EA-C746-56AF-0605-87DA22359607}"/>
              </a:ext>
            </a:extLst>
          </p:cNvPr>
          <p:cNvGrpSpPr/>
          <p:nvPr/>
        </p:nvGrpSpPr>
        <p:grpSpPr>
          <a:xfrm>
            <a:off x="6283601" y="4941559"/>
            <a:ext cx="2518920" cy="68400"/>
            <a:chOff x="6283601" y="4941559"/>
            <a:chExt cx="251892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7F65A7-2B20-22D0-6246-EC3A45DD2BEC}"/>
                    </a:ext>
                  </a:extLst>
                </p14:cNvPr>
                <p14:cNvContentPartPr/>
                <p14:nvPr/>
              </p14:nvContentPartPr>
              <p14:xfrm>
                <a:off x="6517241" y="4950919"/>
                <a:ext cx="2285280" cy="5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7F65A7-2B20-22D0-6246-EC3A45DD2BE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99241" y="4932919"/>
                  <a:ext cx="23209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EE4251-9E31-2172-F075-1DDD62CD5481}"/>
                    </a:ext>
                  </a:extLst>
                </p14:cNvPr>
                <p14:cNvContentPartPr/>
                <p14:nvPr/>
              </p14:nvContentPartPr>
              <p14:xfrm>
                <a:off x="6283601" y="4941559"/>
                <a:ext cx="282600" cy="20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EE4251-9E31-2172-F075-1DDD62CD54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65961" y="4923559"/>
                  <a:ext cx="318240" cy="5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7690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4DFD36-CDEA-4A58-ABEC-DA9CE2CB2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229D40-E101-ACB3-024E-6FC1982DA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✍Method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FFED0-9ACD-861D-B93D-50CD0008F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111187"/>
            <a:ext cx="11090274" cy="64325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7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The following expressions are equivalent: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D69B6F-23AA-1B5F-FB57-9F978A45C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2169461"/>
            <a:ext cx="11090274" cy="413774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6C3586-4E0A-99CC-E64A-C8AB20AEE904}"/>
                  </a:ext>
                </a:extLst>
              </p14:cNvPr>
              <p14:cNvContentPartPr/>
              <p14:nvPr/>
            </p14:nvContentPartPr>
            <p14:xfrm>
              <a:off x="475721" y="347293"/>
              <a:ext cx="567000" cy="618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6C3586-4E0A-99CC-E64A-C8AB20AEE9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081" y="329293"/>
                <a:ext cx="602640" cy="65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9764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56A82-C8B2-801E-21C5-49BE7B75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✍Filter Then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E348E5-CFC5-B148-25A9-F73D725F0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801" y="2847859"/>
            <a:ext cx="10668003" cy="2899317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763D8B-EEE5-DFF3-3A9D-9B000DB753F7}"/>
                  </a:ext>
                </a:extLst>
              </p14:cNvPr>
              <p14:cNvContentPartPr/>
              <p14:nvPr/>
            </p14:nvContentPartPr>
            <p14:xfrm>
              <a:off x="1079441" y="1049959"/>
              <a:ext cx="1663560" cy="58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763D8B-EEE5-DFF3-3A9D-9B000DB753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1441" y="1032319"/>
                <a:ext cx="16992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D0C653-47E1-2F9A-52DC-0445CB78EC8C}"/>
                  </a:ext>
                </a:extLst>
              </p14:cNvPr>
              <p14:cNvContentPartPr/>
              <p14:nvPr/>
            </p14:nvContentPartPr>
            <p14:xfrm>
              <a:off x="5719121" y="4902319"/>
              <a:ext cx="672120" cy="9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D0C653-47E1-2F9A-52DC-0445CB78EC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1121" y="4884679"/>
                <a:ext cx="7077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7D5067B-38AE-247D-6617-82EAD9B4AA80}"/>
                  </a:ext>
                </a:extLst>
              </p14:cNvPr>
              <p14:cNvContentPartPr/>
              <p14:nvPr/>
            </p14:nvContentPartPr>
            <p14:xfrm>
              <a:off x="2538521" y="4774519"/>
              <a:ext cx="846720" cy="244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7D5067B-38AE-247D-6617-82EAD9B4AA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0521" y="4756879"/>
                <a:ext cx="882360" cy="28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A5812018-D84E-2E19-C193-885B83E1FD51}"/>
              </a:ext>
            </a:extLst>
          </p:cNvPr>
          <p:cNvGrpSpPr/>
          <p:nvPr/>
        </p:nvGrpSpPr>
        <p:grpSpPr>
          <a:xfrm>
            <a:off x="6546401" y="3618199"/>
            <a:ext cx="428400" cy="341280"/>
            <a:chOff x="6546401" y="3618199"/>
            <a:chExt cx="42840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A79CE7-8975-5A5E-0B7A-B5CFEDC3EC50}"/>
                    </a:ext>
                  </a:extLst>
                </p14:cNvPr>
                <p14:cNvContentPartPr/>
                <p14:nvPr/>
              </p14:nvContentPartPr>
              <p14:xfrm>
                <a:off x="6546401" y="3753919"/>
                <a:ext cx="193680" cy="205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A79CE7-8975-5A5E-0B7A-B5CFEDC3EC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28761" y="3735919"/>
                  <a:ext cx="229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7D207C-3BC0-77FF-036E-BAA9175195C4}"/>
                    </a:ext>
                  </a:extLst>
                </p14:cNvPr>
                <p14:cNvContentPartPr/>
                <p14:nvPr/>
              </p14:nvContentPartPr>
              <p14:xfrm>
                <a:off x="6846281" y="3618199"/>
                <a:ext cx="128520" cy="274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7D207C-3BC0-77FF-036E-BAA9175195C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28281" y="3600559"/>
                  <a:ext cx="16416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7CA3D59-874F-8882-83C9-3C1B9DC86CA9}"/>
                  </a:ext>
                </a:extLst>
              </p14:cNvPr>
              <p14:cNvContentPartPr/>
              <p14:nvPr/>
            </p14:nvContentPartPr>
            <p14:xfrm>
              <a:off x="7673921" y="3568159"/>
              <a:ext cx="118800" cy="196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7CA3D59-874F-8882-83C9-3C1B9DC86C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56281" y="3550159"/>
                <a:ext cx="15444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52AA01C-49D4-7E6D-A8C2-6A224D59AF7B}"/>
              </a:ext>
            </a:extLst>
          </p:cNvPr>
          <p:cNvGrpSpPr/>
          <p:nvPr/>
        </p:nvGrpSpPr>
        <p:grpSpPr>
          <a:xfrm>
            <a:off x="7159121" y="3527839"/>
            <a:ext cx="343080" cy="344160"/>
            <a:chOff x="7159121" y="3527839"/>
            <a:chExt cx="34308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4536D0-6D6E-31E4-CFA4-B347F9FFFF03}"/>
                    </a:ext>
                  </a:extLst>
                </p14:cNvPr>
                <p14:cNvContentPartPr/>
                <p14:nvPr/>
              </p14:nvContentPartPr>
              <p14:xfrm>
                <a:off x="7159121" y="3754279"/>
                <a:ext cx="360" cy="66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4536D0-6D6E-31E4-CFA4-B347F9FFFF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41481" y="3736639"/>
                  <a:ext cx="36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9B5DD4-4ED4-DB40-35C4-5DF79B6AF1F4}"/>
                    </a:ext>
                  </a:extLst>
                </p14:cNvPr>
                <p14:cNvContentPartPr/>
                <p14:nvPr/>
              </p14:nvContentPartPr>
              <p14:xfrm>
                <a:off x="7305641" y="3527839"/>
                <a:ext cx="196560" cy="344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9B5DD4-4ED4-DB40-35C4-5DF79B6AF1F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88001" y="3510199"/>
                  <a:ext cx="232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259DD2-0182-FF3D-1806-DFE67E9CB01B}"/>
                    </a:ext>
                  </a:extLst>
                </p14:cNvPr>
                <p14:cNvContentPartPr/>
                <p14:nvPr/>
              </p14:nvContentPartPr>
              <p14:xfrm>
                <a:off x="7325081" y="3715759"/>
                <a:ext cx="126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259DD2-0182-FF3D-1806-DFE67E9CB0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07081" y="3698119"/>
                  <a:ext cx="162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A429AB8-AA88-F684-1086-D0C18E9F9A41}"/>
                  </a:ext>
                </a:extLst>
              </p14:cNvPr>
              <p14:cNvContentPartPr/>
              <p14:nvPr/>
            </p14:nvContentPartPr>
            <p14:xfrm>
              <a:off x="3275441" y="4930759"/>
              <a:ext cx="1668960" cy="497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A429AB8-AA88-F684-1086-D0C18E9F9A4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57801" y="4912759"/>
                <a:ext cx="170460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893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2683D-0864-E1BA-9031-7C764E159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✍Sorting Employees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DA0CF-CBA9-359B-0D85-DDE960770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801" y="2879004"/>
            <a:ext cx="10668003" cy="2837027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EFDE449-27AD-C485-CBA1-C1A4D209A507}"/>
                  </a:ext>
                </a:extLst>
              </p14:cNvPr>
              <p14:cNvContentPartPr/>
              <p14:nvPr/>
            </p14:nvContentPartPr>
            <p14:xfrm>
              <a:off x="1079441" y="962119"/>
              <a:ext cx="296280" cy="5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EFDE449-27AD-C485-CBA1-C1A4D209A5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1441" y="944479"/>
                <a:ext cx="3319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57CC13-0B61-78B4-8DEA-3ECC8061AEB0}"/>
                  </a:ext>
                </a:extLst>
              </p14:cNvPr>
              <p14:cNvContentPartPr/>
              <p14:nvPr/>
            </p14:nvContentPartPr>
            <p14:xfrm>
              <a:off x="3939281" y="4552039"/>
              <a:ext cx="971280" cy="19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57CC13-0B61-78B4-8DEA-3ECC8061AE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1641" y="4534399"/>
                <a:ext cx="10069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AE3F17-5CDC-3B35-F19B-854A3919BE21}"/>
                  </a:ext>
                </a:extLst>
              </p14:cNvPr>
              <p14:cNvContentPartPr/>
              <p14:nvPr/>
            </p14:nvContentPartPr>
            <p14:xfrm>
              <a:off x="5806961" y="4552039"/>
              <a:ext cx="1011960" cy="29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AE3F17-5CDC-3B35-F19B-854A3919BE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88961" y="4534399"/>
                <a:ext cx="10476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69CE969-587D-30BB-F81A-EF584B4C5E4D}"/>
                  </a:ext>
                </a:extLst>
              </p14:cNvPr>
              <p14:cNvContentPartPr/>
              <p14:nvPr/>
            </p14:nvContentPartPr>
            <p14:xfrm>
              <a:off x="4785281" y="4542319"/>
              <a:ext cx="885960" cy="19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69CE969-587D-30BB-F81A-EF584B4C5E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67641" y="4524679"/>
                <a:ext cx="9216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64156C-9190-30D2-2623-8395F81EEC31}"/>
                  </a:ext>
                </a:extLst>
              </p14:cNvPr>
              <p14:cNvContentPartPr/>
              <p14:nvPr/>
            </p14:nvContentPartPr>
            <p14:xfrm>
              <a:off x="7304921" y="4610359"/>
              <a:ext cx="720000" cy="10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64156C-9190-30D2-2623-8395F81EEC3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87281" y="4592359"/>
                <a:ext cx="7556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36DF47A-A254-D1E5-0A67-864E9D0CF05A}"/>
                  </a:ext>
                </a:extLst>
              </p14:cNvPr>
              <p14:cNvContentPartPr/>
              <p14:nvPr/>
            </p14:nvContentPartPr>
            <p14:xfrm>
              <a:off x="8637281" y="4620079"/>
              <a:ext cx="1197360" cy="48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36DF47A-A254-D1E5-0A67-864E9D0CF05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19641" y="4602439"/>
                <a:ext cx="12330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6333319-16E4-7044-E811-300BAB06DE9E}"/>
                  </a:ext>
                </a:extLst>
              </p14:cNvPr>
              <p14:cNvContentPartPr/>
              <p14:nvPr/>
            </p14:nvContentPartPr>
            <p14:xfrm>
              <a:off x="2450681" y="4505239"/>
              <a:ext cx="1977480" cy="695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6333319-16E4-7044-E811-300BAB06DE9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32681" y="4487239"/>
                <a:ext cx="201312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40F56D4-C435-C6CE-4411-97D85C33758A}"/>
                  </a:ext>
                </a:extLst>
              </p14:cNvPr>
              <p14:cNvContentPartPr/>
              <p14:nvPr/>
            </p14:nvContentPartPr>
            <p14:xfrm>
              <a:off x="8686241" y="3822319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40F56D4-C435-C6CE-4411-97D85C33758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68601" y="380467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6E4A41D-673C-5B46-9E34-5A70E0C3692F}"/>
              </a:ext>
            </a:extLst>
          </p:cNvPr>
          <p:cNvGrpSpPr/>
          <p:nvPr/>
        </p:nvGrpSpPr>
        <p:grpSpPr>
          <a:xfrm>
            <a:off x="8568161" y="3716119"/>
            <a:ext cx="471240" cy="254520"/>
            <a:chOff x="8568161" y="3716119"/>
            <a:chExt cx="4712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5EF5AA-28A7-359A-6B2E-D9C94F54DF09}"/>
                    </a:ext>
                  </a:extLst>
                </p14:cNvPr>
                <p14:cNvContentPartPr/>
                <p14:nvPr/>
              </p14:nvContentPartPr>
              <p14:xfrm>
                <a:off x="8568161" y="3725119"/>
                <a:ext cx="225360" cy="197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5EF5AA-28A7-359A-6B2E-D9C94F54DF0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50521" y="3707479"/>
                  <a:ext cx="261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990AF0-3838-1BE0-C9E4-1EAB66B7D5C2}"/>
                    </a:ext>
                  </a:extLst>
                </p14:cNvPr>
                <p14:cNvContentPartPr/>
                <p14:nvPr/>
              </p14:nvContentPartPr>
              <p14:xfrm>
                <a:off x="8858321" y="3716119"/>
                <a:ext cx="181080" cy="254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990AF0-3838-1BE0-C9E4-1EAB66B7D5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40681" y="3698119"/>
                  <a:ext cx="21672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CBE7229-897C-1D29-6FFB-1EF48521C497}"/>
                  </a:ext>
                </a:extLst>
              </p14:cNvPr>
              <p14:cNvContentPartPr/>
              <p14:nvPr/>
            </p14:nvContentPartPr>
            <p14:xfrm>
              <a:off x="9190241" y="3666799"/>
              <a:ext cx="166680" cy="167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CBE7229-897C-1D29-6FFB-1EF48521C49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72601" y="3649159"/>
                <a:ext cx="202320" cy="20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383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254C3-37B0-7532-798E-CADE43C8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✍Sorting in Descending Order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A01232-5D17-AC13-1EED-94FF894A5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2346" y="2375210"/>
            <a:ext cx="9746912" cy="3844615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0E493C-01F7-FFE2-72A5-8624B25B1967}"/>
                  </a:ext>
                </a:extLst>
              </p14:cNvPr>
              <p14:cNvContentPartPr/>
              <p14:nvPr/>
            </p14:nvContentPartPr>
            <p14:xfrm>
              <a:off x="2859281" y="1089199"/>
              <a:ext cx="1199880" cy="107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0E493C-01F7-FFE2-72A5-8624B25B19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1641" y="1071559"/>
                <a:ext cx="1235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B048923-C2D4-D459-E925-6F1323553599}"/>
                  </a:ext>
                </a:extLst>
              </p14:cNvPr>
              <p14:cNvContentPartPr/>
              <p14:nvPr/>
            </p14:nvContentPartPr>
            <p14:xfrm>
              <a:off x="2949281" y="5344399"/>
              <a:ext cx="2245680" cy="572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B048923-C2D4-D459-E925-6F13235535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1641" y="5326759"/>
                <a:ext cx="2281320" cy="6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B0B2775-AED1-44EE-FC34-BEE29FF4148D}"/>
                  </a:ext>
                </a:extLst>
              </p14:cNvPr>
              <p14:cNvContentPartPr/>
              <p14:nvPr/>
            </p14:nvContentPartPr>
            <p14:xfrm>
              <a:off x="1925441" y="5649679"/>
              <a:ext cx="646200" cy="216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B0B2775-AED1-44EE-FC34-BEE29FF414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07801" y="5631679"/>
                <a:ext cx="6818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13C85E2-765A-90BC-126A-043F9B058F23}"/>
                  </a:ext>
                </a:extLst>
              </p14:cNvPr>
              <p14:cNvContentPartPr/>
              <p14:nvPr/>
            </p14:nvContentPartPr>
            <p14:xfrm>
              <a:off x="1789361" y="4328479"/>
              <a:ext cx="529200" cy="70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13C85E2-765A-90BC-126A-043F9B058F2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71721" y="4310479"/>
                <a:ext cx="5648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61ED4DB-DCCD-A8CF-89DC-DEBAC2535405}"/>
                  </a:ext>
                </a:extLst>
              </p14:cNvPr>
              <p14:cNvContentPartPr/>
              <p14:nvPr/>
            </p14:nvContentPartPr>
            <p14:xfrm>
              <a:off x="1702241" y="4728079"/>
              <a:ext cx="491400" cy="28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61ED4DB-DCCD-A8CF-89DC-DEBAC25354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84241" y="4710439"/>
                <a:ext cx="5270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46A5B05-BCDD-92A9-CB5A-F6FB024A9ABD}"/>
                  </a:ext>
                </a:extLst>
              </p14:cNvPr>
              <p14:cNvContentPartPr/>
              <p14:nvPr/>
            </p14:nvContentPartPr>
            <p14:xfrm>
              <a:off x="1692161" y="5037319"/>
              <a:ext cx="475920" cy="50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46A5B05-BCDD-92A9-CB5A-F6FB024A9AB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74161" y="5019319"/>
                <a:ext cx="511560" cy="8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3390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FFFCF-9E78-B474-0D7A-FD85700A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✍Introducing Reduction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59DCF-4B34-6E68-4348-AB875AE9E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200" dirty="0"/>
              <a:t>A reduction operation combines multiple stream elements into </a:t>
            </a:r>
            <a:r>
              <a:rPr lang="ar-EG" sz="2200" b="1" dirty="0"/>
              <a:t>one result</a:t>
            </a:r>
            <a:r>
              <a:rPr lang="ar-EG" sz="2200" dirty="0"/>
              <a:t>.</a:t>
            </a:r>
            <a:endParaRPr lang="en-US" sz="2200" dirty="0"/>
          </a:p>
          <a:p>
            <a:pPr lvl="0"/>
            <a:r>
              <a:rPr lang="ar-EG" sz="2200" dirty="0"/>
              <a:t>count() </a:t>
            </a:r>
          </a:p>
          <a:p>
            <a:pPr lvl="0"/>
            <a:r>
              <a:rPr lang="ar-EG" sz="2200" dirty="0"/>
              <a:t>min() </a:t>
            </a:r>
          </a:p>
          <a:p>
            <a:pPr lvl="0"/>
            <a:r>
              <a:rPr lang="ar-EG" sz="2200" dirty="0"/>
              <a:t>max() </a:t>
            </a:r>
          </a:p>
          <a:p>
            <a:pPr lvl="0"/>
            <a:r>
              <a:rPr lang="ar-EG" sz="2200" dirty="0"/>
              <a:t>average() </a:t>
            </a:r>
          </a:p>
          <a:p>
            <a:pPr lvl="0"/>
            <a:r>
              <a:rPr lang="ar-EG" sz="2200" dirty="0"/>
              <a:t>sum() </a:t>
            </a:r>
          </a:p>
          <a:p>
            <a:pPr lvl="0"/>
            <a:r>
              <a:rPr lang="ar-EG" sz="2200" dirty="0"/>
              <a:t>reduce()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024C14-005D-1EE3-95CF-0E646A810294}"/>
                  </a:ext>
                </a:extLst>
              </p14:cNvPr>
              <p14:cNvContentPartPr/>
              <p14:nvPr/>
            </p14:nvContentPartPr>
            <p14:xfrm>
              <a:off x="4590881" y="1906085"/>
              <a:ext cx="206244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024C14-005D-1EE3-95CF-0E646A8102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3241" y="1888445"/>
                <a:ext cx="20980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6ECBA1-863B-877A-D861-7AF7C4B6C208}"/>
                  </a:ext>
                </a:extLst>
              </p14:cNvPr>
              <p14:cNvContentPartPr/>
              <p14:nvPr/>
            </p14:nvContentPartPr>
            <p14:xfrm>
              <a:off x="670121" y="3509885"/>
              <a:ext cx="604080" cy="405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6ECBA1-863B-877A-D861-7AF7C4B6C2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481" y="3491885"/>
                <a:ext cx="63972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E6B6D09-C9F5-2B19-5508-F499A3E16AC6}"/>
                  </a:ext>
                </a:extLst>
              </p14:cNvPr>
              <p14:cNvContentPartPr/>
              <p14:nvPr/>
            </p14:nvContentPartPr>
            <p14:xfrm>
              <a:off x="2694401" y="3704645"/>
              <a:ext cx="529920" cy="214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E6B6D09-C9F5-2B19-5508-F499A3E16A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6401" y="3686645"/>
                <a:ext cx="56556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EDBD9EAF-B680-4FB8-16BE-AE128D947975}"/>
              </a:ext>
            </a:extLst>
          </p:cNvPr>
          <p:cNvGrpSpPr/>
          <p:nvPr/>
        </p:nvGrpSpPr>
        <p:grpSpPr>
          <a:xfrm>
            <a:off x="3540401" y="3555965"/>
            <a:ext cx="653400" cy="439920"/>
            <a:chOff x="3540401" y="3555965"/>
            <a:chExt cx="65340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9EE5099-A788-7F4D-573E-3A06AE22F628}"/>
                    </a:ext>
                  </a:extLst>
                </p14:cNvPr>
                <p14:cNvContentPartPr/>
                <p14:nvPr/>
              </p14:nvContentPartPr>
              <p14:xfrm>
                <a:off x="3540401" y="3555965"/>
                <a:ext cx="301680" cy="439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9EE5099-A788-7F4D-573E-3A06AE22F6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22761" y="3538325"/>
                  <a:ext cx="33732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AE9BA6-34D2-ECCF-B3CF-6452FE09446C}"/>
                    </a:ext>
                  </a:extLst>
                </p14:cNvPr>
                <p14:cNvContentPartPr/>
                <p14:nvPr/>
              </p14:nvContentPartPr>
              <p14:xfrm>
                <a:off x="3985361" y="3598445"/>
                <a:ext cx="208440" cy="255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AE9BA6-34D2-ECCF-B3CF-6452FE0944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67721" y="3580805"/>
                  <a:ext cx="24408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A38490-2F29-D583-BBB9-B0D05F98E173}"/>
                  </a:ext>
                </a:extLst>
              </p14:cNvPr>
              <p14:cNvContentPartPr/>
              <p14:nvPr/>
            </p14:nvContentPartPr>
            <p14:xfrm>
              <a:off x="6400241" y="3422765"/>
              <a:ext cx="564480" cy="79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A38490-2F29-D583-BBB9-B0D05F98E17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82601" y="3405125"/>
                <a:ext cx="6001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E7FC644-E0FE-B3F0-4375-BB5FBD4F0B78}"/>
                  </a:ext>
                </a:extLst>
              </p14:cNvPr>
              <p14:cNvContentPartPr/>
              <p14:nvPr/>
            </p14:nvContentPartPr>
            <p14:xfrm>
              <a:off x="8881001" y="3520685"/>
              <a:ext cx="1089720" cy="10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E7FC644-E0FE-B3F0-4375-BB5FBD4F0B7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63001" y="3503045"/>
                <a:ext cx="1125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3A93351-45BF-D1DA-732E-AC8F6D35DF68}"/>
                  </a:ext>
                </a:extLst>
              </p14:cNvPr>
              <p14:cNvContentPartPr/>
              <p14:nvPr/>
            </p14:nvContentPartPr>
            <p14:xfrm>
              <a:off x="757961" y="4046645"/>
              <a:ext cx="383400" cy="241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3A93351-45BF-D1DA-732E-AC8F6D35DF6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9961" y="4028645"/>
                <a:ext cx="4190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DE1313B-BF73-CEDE-9212-798891F05EA2}"/>
                  </a:ext>
                </a:extLst>
              </p14:cNvPr>
              <p14:cNvContentPartPr/>
              <p14:nvPr/>
            </p14:nvContentPartPr>
            <p14:xfrm>
              <a:off x="805841" y="4458845"/>
              <a:ext cx="293040" cy="182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DE1313B-BF73-CEDE-9212-798891F05E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8201" y="4440845"/>
                <a:ext cx="3286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ECAD262-44E6-5B81-3F92-BC1781869676}"/>
                  </a:ext>
                </a:extLst>
              </p14:cNvPr>
              <p14:cNvContentPartPr/>
              <p14:nvPr/>
            </p14:nvContentPartPr>
            <p14:xfrm>
              <a:off x="2285801" y="4093445"/>
              <a:ext cx="237240" cy="178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ECAD262-44E6-5B81-3F92-BC178186967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68161" y="4075445"/>
                <a:ext cx="2728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F021F59-1A5F-1266-6DCA-CD5CE0B62C60}"/>
                  </a:ext>
                </a:extLst>
              </p14:cNvPr>
              <p14:cNvContentPartPr/>
              <p14:nvPr/>
            </p14:nvContentPartPr>
            <p14:xfrm>
              <a:off x="2772161" y="4124405"/>
              <a:ext cx="360" cy="83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F021F59-1A5F-1266-6DCA-CD5CE0B62C6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54161" y="4106405"/>
                <a:ext cx="360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D2141B3-2428-EC6E-BBBF-2EE1DA10E1FA}"/>
                  </a:ext>
                </a:extLst>
              </p14:cNvPr>
              <p14:cNvContentPartPr/>
              <p14:nvPr/>
            </p14:nvContentPartPr>
            <p14:xfrm>
              <a:off x="2392361" y="4600685"/>
              <a:ext cx="18576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D2141B3-2428-EC6E-BBBF-2EE1DA10E1F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74361" y="4565405"/>
                <a:ext cx="2214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C2822EBE-A2D4-67FD-6695-2E8B2A08F1A1}"/>
              </a:ext>
            </a:extLst>
          </p:cNvPr>
          <p:cNvGrpSpPr/>
          <p:nvPr/>
        </p:nvGrpSpPr>
        <p:grpSpPr>
          <a:xfrm>
            <a:off x="2594321" y="4436165"/>
            <a:ext cx="832320" cy="333720"/>
            <a:chOff x="2594321" y="4436165"/>
            <a:chExt cx="83232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87AA406-9DD0-C078-9533-C2FDF441EE9E}"/>
                    </a:ext>
                  </a:extLst>
                </p14:cNvPr>
                <p14:cNvContentPartPr/>
                <p14:nvPr/>
              </p14:nvContentPartPr>
              <p14:xfrm>
                <a:off x="2594321" y="4454885"/>
                <a:ext cx="128160" cy="218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87AA406-9DD0-C078-9533-C2FDF441EE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76321" y="4436885"/>
                  <a:ext cx="1638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9A10A09-B03D-308E-861E-A91ED8CC43CC}"/>
                    </a:ext>
                  </a:extLst>
                </p14:cNvPr>
                <p14:cNvContentPartPr/>
                <p14:nvPr/>
              </p14:nvContentPartPr>
              <p14:xfrm>
                <a:off x="2859281" y="4484045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9A10A09-B03D-308E-861E-A91ED8CC43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41641" y="44664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A00505D-D3AF-8C02-BEA2-14E326051A6D}"/>
                    </a:ext>
                  </a:extLst>
                </p14:cNvPr>
                <p14:cNvContentPartPr/>
                <p14:nvPr/>
              </p14:nvContentPartPr>
              <p14:xfrm>
                <a:off x="2927681" y="4436165"/>
                <a:ext cx="270000" cy="333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A00505D-D3AF-8C02-BEA2-14E326051A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10041" y="4418525"/>
                  <a:ext cx="305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9412621-BDAD-047A-172A-DE933681334F}"/>
                    </a:ext>
                  </a:extLst>
                </p14:cNvPr>
                <p14:cNvContentPartPr/>
                <p14:nvPr/>
              </p14:nvContentPartPr>
              <p14:xfrm>
                <a:off x="3277601" y="4466405"/>
                <a:ext cx="149040" cy="136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9412621-BDAD-047A-172A-DE93368133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59601" y="4448405"/>
                  <a:ext cx="18468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512484F-3C0A-ED6C-59B4-2645DD16D56C}"/>
                  </a:ext>
                </a:extLst>
              </p14:cNvPr>
              <p14:cNvContentPartPr/>
              <p14:nvPr/>
            </p14:nvContentPartPr>
            <p14:xfrm>
              <a:off x="2811041" y="4959605"/>
              <a:ext cx="898200" cy="137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512484F-3C0A-ED6C-59B4-2645DD16D56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93401" y="4941965"/>
                <a:ext cx="93384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AAA3DDB-5EE3-3545-D55B-577A2ABE0F2E}"/>
              </a:ext>
            </a:extLst>
          </p:cNvPr>
          <p:cNvGrpSpPr/>
          <p:nvPr/>
        </p:nvGrpSpPr>
        <p:grpSpPr>
          <a:xfrm>
            <a:off x="3828041" y="4254725"/>
            <a:ext cx="3951000" cy="946440"/>
            <a:chOff x="3828041" y="4254725"/>
            <a:chExt cx="3951000" cy="94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19E9C8-D1B0-4B0E-068E-A62E2A6FEF75}"/>
                    </a:ext>
                  </a:extLst>
                </p14:cNvPr>
                <p14:cNvContentPartPr/>
                <p14:nvPr/>
              </p14:nvContentPartPr>
              <p14:xfrm>
                <a:off x="3828041" y="4512845"/>
                <a:ext cx="424080" cy="46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19E9C8-D1B0-4B0E-068E-A62E2A6FEF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10401" y="4494845"/>
                  <a:ext cx="4597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02054B9-86A2-49C6-A4E5-86E3B2F79E4F}"/>
                    </a:ext>
                  </a:extLst>
                </p14:cNvPr>
                <p14:cNvContentPartPr/>
                <p14:nvPr/>
              </p14:nvContentPartPr>
              <p14:xfrm>
                <a:off x="4445081" y="4630205"/>
                <a:ext cx="263160" cy="273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02054B9-86A2-49C6-A4E5-86E3B2F79E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27081" y="4612205"/>
                  <a:ext cx="2988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1E6728-F39C-4EBB-C992-7C75B8F9BD05}"/>
                    </a:ext>
                  </a:extLst>
                </p14:cNvPr>
                <p14:cNvContentPartPr/>
                <p14:nvPr/>
              </p14:nvContentPartPr>
              <p14:xfrm>
                <a:off x="4814801" y="4366685"/>
                <a:ext cx="361800" cy="43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1E6728-F39C-4EBB-C992-7C75B8F9BD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97161" y="4349045"/>
                  <a:ext cx="3974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9BEADB-3DAC-7DF7-E6C5-3F0F97A653D8}"/>
                    </a:ext>
                  </a:extLst>
                </p14:cNvPr>
                <p14:cNvContentPartPr/>
                <p14:nvPr/>
              </p14:nvContentPartPr>
              <p14:xfrm>
                <a:off x="5336441" y="4318805"/>
                <a:ext cx="189000" cy="88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9BEADB-3DAC-7DF7-E6C5-3F0F97A653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18441" y="4300805"/>
                  <a:ext cx="224640" cy="9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ABD2D09-3423-0803-8217-9F1FA424C080}"/>
                    </a:ext>
                  </a:extLst>
                </p14:cNvPr>
                <p14:cNvContentPartPr/>
                <p14:nvPr/>
              </p14:nvContentPartPr>
              <p14:xfrm>
                <a:off x="5592401" y="4629485"/>
                <a:ext cx="263520" cy="394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ABD2D09-3423-0803-8217-9F1FA424C0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74761" y="4611485"/>
                  <a:ext cx="299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4ECE45-318F-ACA5-3434-150DA28EC24D}"/>
                    </a:ext>
                  </a:extLst>
                </p14:cNvPr>
                <p14:cNvContentPartPr/>
                <p14:nvPr/>
              </p14:nvContentPartPr>
              <p14:xfrm>
                <a:off x="6008921" y="4723445"/>
                <a:ext cx="296640" cy="257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4ECE45-318F-ACA5-3434-150DA28EC2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91281" y="4705805"/>
                  <a:ext cx="3322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812E00-3785-D32B-1B54-37E297ECBDA0}"/>
                    </a:ext>
                  </a:extLst>
                </p14:cNvPr>
                <p14:cNvContentPartPr/>
                <p14:nvPr/>
              </p14:nvContentPartPr>
              <p14:xfrm>
                <a:off x="6467201" y="4687445"/>
                <a:ext cx="252720" cy="286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812E00-3785-D32B-1B54-37E297ECBDA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49561" y="4669445"/>
                  <a:ext cx="2883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C3E571-918F-1977-9858-F6CAA770797C}"/>
                    </a:ext>
                  </a:extLst>
                </p14:cNvPr>
                <p14:cNvContentPartPr/>
                <p14:nvPr/>
              </p14:nvContentPartPr>
              <p14:xfrm>
                <a:off x="6857801" y="4696805"/>
                <a:ext cx="186480" cy="232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C3E571-918F-1977-9858-F6CAA77079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39801" y="4678805"/>
                  <a:ext cx="222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72D5D7F-B6FB-3B90-299C-F9A848335D6D}"/>
                    </a:ext>
                  </a:extLst>
                </p14:cNvPr>
                <p14:cNvContentPartPr/>
                <p14:nvPr/>
              </p14:nvContentPartPr>
              <p14:xfrm>
                <a:off x="7382321" y="4289285"/>
                <a:ext cx="308160" cy="576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2D5D7F-B6FB-3B90-299C-F9A848335D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64681" y="4271645"/>
                  <a:ext cx="34380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B66E60A-ED9E-FC39-1151-455EB61298DE}"/>
                    </a:ext>
                  </a:extLst>
                </p14:cNvPr>
                <p14:cNvContentPartPr/>
                <p14:nvPr/>
              </p14:nvContentPartPr>
              <p14:xfrm>
                <a:off x="7392761" y="4254725"/>
                <a:ext cx="386280" cy="230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B66E60A-ED9E-FC39-1151-455EB61298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74761" y="4236725"/>
                  <a:ext cx="421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5776D4-F7BB-1FED-9A86-96AB7E3AB779}"/>
                    </a:ext>
                  </a:extLst>
                </p14:cNvPr>
                <p14:cNvContentPartPr/>
                <p14:nvPr/>
              </p14:nvContentPartPr>
              <p14:xfrm>
                <a:off x="4114601" y="4970405"/>
                <a:ext cx="165600" cy="177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5776D4-F7BB-1FED-9A86-96AB7E3AB7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96961" y="4952765"/>
                  <a:ext cx="201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973B679-6B8D-1CA8-0962-ACD5EF91E0CC}"/>
                    </a:ext>
                  </a:extLst>
                </p14:cNvPr>
                <p14:cNvContentPartPr/>
                <p14:nvPr/>
              </p14:nvContentPartPr>
              <p14:xfrm>
                <a:off x="7209881" y="4337885"/>
                <a:ext cx="309240" cy="236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973B679-6B8D-1CA8-0962-ACD5EF91E0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92241" y="4320245"/>
                  <a:ext cx="344880" cy="27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8A8A57C-740C-70AF-8EED-0E29DBED064C}"/>
                  </a:ext>
                </a:extLst>
              </p14:cNvPr>
              <p14:cNvContentPartPr/>
              <p14:nvPr/>
            </p14:nvContentPartPr>
            <p14:xfrm>
              <a:off x="961361" y="4927565"/>
              <a:ext cx="214560" cy="152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8A8A57C-740C-70AF-8EED-0E29DBED064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3361" y="4909925"/>
                <a:ext cx="2502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86983DD-944B-9C4E-C70D-50FD7C00E1A0}"/>
                  </a:ext>
                </a:extLst>
              </p14:cNvPr>
              <p14:cNvContentPartPr/>
              <p14:nvPr/>
            </p14:nvContentPartPr>
            <p14:xfrm>
              <a:off x="816281" y="5319965"/>
              <a:ext cx="328680" cy="224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86983DD-944B-9C4E-C70D-50FD7C00E1A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98281" y="5301965"/>
                <a:ext cx="3643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1ABE99A-07FD-F7C1-F942-52E2728F53E3}"/>
                  </a:ext>
                </a:extLst>
              </p14:cNvPr>
              <p14:cNvContentPartPr/>
              <p14:nvPr/>
            </p14:nvContentPartPr>
            <p14:xfrm>
              <a:off x="2344121" y="5398445"/>
              <a:ext cx="778680" cy="48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1ABE99A-07FD-F7C1-F942-52E2728F53E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326121" y="5380445"/>
                <a:ext cx="8143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E7FBB13-C9FB-BB50-C1FC-AD549D2094E2}"/>
                  </a:ext>
                </a:extLst>
              </p14:cNvPr>
              <p14:cNvContentPartPr/>
              <p14:nvPr/>
            </p14:nvContentPartPr>
            <p14:xfrm>
              <a:off x="3161321" y="5310965"/>
              <a:ext cx="100800" cy="186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E7FBB13-C9FB-BB50-C1FC-AD549D2094E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43321" y="5292965"/>
                <a:ext cx="1364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ABA6AF9-BD5A-3211-05E4-D048200816BB}"/>
                  </a:ext>
                </a:extLst>
              </p14:cNvPr>
              <p14:cNvContentPartPr/>
              <p14:nvPr/>
            </p14:nvContentPartPr>
            <p14:xfrm>
              <a:off x="1058201" y="5658725"/>
              <a:ext cx="236160" cy="361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ABA6AF9-BD5A-3211-05E4-D048200816B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0561" y="5640725"/>
                <a:ext cx="271800" cy="39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0983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5714-146C-81CC-28A9-45864F82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ar-EG" sz="4000"/>
              <a:t>✍count()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71219-E02B-9B13-2E6D-BAAD549C6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ar-EG" sz="2000"/>
              <a:t>count() returns the number of elements in the stream.</a:t>
            </a:r>
            <a:endParaRPr lang="en-US" sz="2000"/>
          </a:p>
          <a:p>
            <a:endParaRPr lang="ar-EG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8DB28-1826-4F62-5CA3-BE1F28194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3307783"/>
            <a:ext cx="5178206" cy="18347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9A0769-46B2-8E7C-97AF-1DE3987D6F6E}"/>
                  </a:ext>
                </a:extLst>
              </p14:cNvPr>
              <p14:cNvContentPartPr/>
              <p14:nvPr/>
            </p14:nvContentPartPr>
            <p14:xfrm>
              <a:off x="5943041" y="3724039"/>
              <a:ext cx="703080" cy="235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9A0769-46B2-8E7C-97AF-1DE3987D6F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5401" y="3706039"/>
                <a:ext cx="7387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3EC86AF-091D-ED69-5222-A6D7929E187A}"/>
                  </a:ext>
                </a:extLst>
              </p14:cNvPr>
              <p14:cNvContentPartPr/>
              <p14:nvPr/>
            </p14:nvContentPartPr>
            <p14:xfrm>
              <a:off x="6808841" y="4162879"/>
              <a:ext cx="6336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3EC86AF-091D-ED69-5222-A6D7929E18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90841" y="4126879"/>
                <a:ext cx="6692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C214F2D-4AF1-4DEC-DEA4-D06613C63E81}"/>
              </a:ext>
            </a:extLst>
          </p:cNvPr>
          <p:cNvGrpSpPr/>
          <p:nvPr/>
        </p:nvGrpSpPr>
        <p:grpSpPr>
          <a:xfrm>
            <a:off x="7149401" y="4270159"/>
            <a:ext cx="303480" cy="146520"/>
            <a:chOff x="7149401" y="4270159"/>
            <a:chExt cx="30348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168A7C-3E1D-8F35-CD4F-0E54B2F01FF5}"/>
                    </a:ext>
                  </a:extLst>
                </p14:cNvPr>
                <p14:cNvContentPartPr/>
                <p14:nvPr/>
              </p14:nvContentPartPr>
              <p14:xfrm>
                <a:off x="7149401" y="4318039"/>
                <a:ext cx="303480" cy="98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168A7C-3E1D-8F35-CD4F-0E54B2F01FF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31761" y="4300039"/>
                  <a:ext cx="339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D84C72-5815-CFA4-F3BA-F30FBC9CEA50}"/>
                    </a:ext>
                  </a:extLst>
                </p14:cNvPr>
                <p14:cNvContentPartPr/>
                <p14:nvPr/>
              </p14:nvContentPartPr>
              <p14:xfrm>
                <a:off x="7324721" y="4270159"/>
                <a:ext cx="88920" cy="23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D84C72-5815-CFA4-F3BA-F30FBC9CEA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06721" y="4252159"/>
                  <a:ext cx="12456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CC6748D-F85D-57C8-9F89-66B3E0552A4A}"/>
                  </a:ext>
                </a:extLst>
              </p14:cNvPr>
              <p14:cNvContentPartPr/>
              <p14:nvPr/>
            </p14:nvContentPartPr>
            <p14:xfrm>
              <a:off x="7353521" y="3861199"/>
              <a:ext cx="137160" cy="10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CC6748D-F85D-57C8-9F89-66B3E0552A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35881" y="3843199"/>
                <a:ext cx="17280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FAB5179-478A-9F92-78A5-13FAA73FE263}"/>
              </a:ext>
            </a:extLst>
          </p:cNvPr>
          <p:cNvGrpSpPr/>
          <p:nvPr/>
        </p:nvGrpSpPr>
        <p:grpSpPr>
          <a:xfrm>
            <a:off x="2867561" y="718039"/>
            <a:ext cx="753840" cy="1063440"/>
            <a:chOff x="2867561" y="718039"/>
            <a:chExt cx="753840" cy="10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583A03-D8E6-0838-DCC9-C7739AD0FF3E}"/>
                    </a:ext>
                  </a:extLst>
                </p14:cNvPr>
                <p14:cNvContentPartPr/>
                <p14:nvPr/>
              </p14:nvContentPartPr>
              <p14:xfrm>
                <a:off x="3190121" y="933679"/>
                <a:ext cx="47880" cy="50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583A03-D8E6-0838-DCC9-C7739AD0FF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2481" y="915679"/>
                  <a:ext cx="835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7C79FE-2016-5EEE-2014-D309AAB4997F}"/>
                    </a:ext>
                  </a:extLst>
                </p14:cNvPr>
                <p14:cNvContentPartPr/>
                <p14:nvPr/>
              </p14:nvContentPartPr>
              <p14:xfrm>
                <a:off x="2867561" y="718039"/>
                <a:ext cx="753840" cy="1063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7C79FE-2016-5EEE-2014-D309AAB4997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49561" y="700039"/>
                  <a:ext cx="789480" cy="10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F7E4477-2F13-BF00-EC45-6300BE8E1CFF}"/>
                  </a:ext>
                </a:extLst>
              </p14:cNvPr>
              <p14:cNvContentPartPr/>
              <p14:nvPr/>
            </p14:nvContentPartPr>
            <p14:xfrm>
              <a:off x="8656721" y="4357639"/>
              <a:ext cx="495720" cy="78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F7E4477-2F13-BF00-EC45-6300BE8E1CF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38721" y="4339999"/>
                <a:ext cx="5313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BEB2112-A1D9-0569-949F-C19534B0D07F}"/>
                  </a:ext>
                </a:extLst>
              </p14:cNvPr>
              <p14:cNvContentPartPr/>
              <p14:nvPr/>
            </p14:nvContentPartPr>
            <p14:xfrm>
              <a:off x="9162521" y="4415959"/>
              <a:ext cx="438480" cy="10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BEB2112-A1D9-0569-949F-C19534B0D07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44881" y="4397959"/>
                <a:ext cx="4741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9340B04-0AC6-522C-9BC7-5516329D17BD}"/>
                  </a:ext>
                </a:extLst>
              </p14:cNvPr>
              <p14:cNvContentPartPr/>
              <p14:nvPr/>
            </p14:nvContentPartPr>
            <p14:xfrm>
              <a:off x="9999521" y="4367359"/>
              <a:ext cx="389160" cy="29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9340B04-0AC6-522C-9BC7-5516329D17B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981881" y="4349359"/>
                <a:ext cx="4248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B76A162-85ED-FC0E-50D5-115803E7E7ED}"/>
                  </a:ext>
                </a:extLst>
              </p14:cNvPr>
              <p14:cNvContentPartPr/>
              <p14:nvPr/>
            </p14:nvContentPartPr>
            <p14:xfrm>
              <a:off x="7379441" y="4342519"/>
              <a:ext cx="1055160" cy="379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B76A162-85ED-FC0E-50D5-115803E7E7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61441" y="4324519"/>
                <a:ext cx="109080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D341CC1-AA01-2DC1-BAF8-71891C7E1299}"/>
                  </a:ext>
                </a:extLst>
              </p14:cNvPr>
              <p14:cNvContentPartPr/>
              <p14:nvPr/>
            </p14:nvContentPartPr>
            <p14:xfrm>
              <a:off x="544481" y="902359"/>
              <a:ext cx="362160" cy="334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D341CC1-AA01-2DC1-BAF8-71891C7E129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6481" y="884359"/>
                <a:ext cx="397800" cy="3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4093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B60271-CC36-038E-7174-CCC14F968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2D660-02C5-C1B9-11FB-8C20B51C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33497"/>
            <a:ext cx="10593993" cy="10294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✍min() and max()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DA63A8-985F-3149-332D-F97C2F3C2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5604" y="2324532"/>
            <a:ext cx="6220687" cy="3912766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85544F-A904-A728-5255-56D185592280}"/>
                  </a:ext>
                </a:extLst>
              </p14:cNvPr>
              <p14:cNvContentPartPr/>
              <p14:nvPr/>
            </p14:nvContentPartPr>
            <p14:xfrm>
              <a:off x="4873121" y="325855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85544F-A904-A728-5255-56D1855922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55481" y="324055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8845EBF-45DA-AAC8-184A-DEF6F6DC37F3}"/>
              </a:ext>
            </a:extLst>
          </p:cNvPr>
          <p:cNvGrpSpPr/>
          <p:nvPr/>
        </p:nvGrpSpPr>
        <p:grpSpPr>
          <a:xfrm>
            <a:off x="1264841" y="1818199"/>
            <a:ext cx="789840" cy="772560"/>
            <a:chOff x="1264841" y="1818199"/>
            <a:chExt cx="789840" cy="77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626CB6-E877-513C-7B90-5C250F158A5F}"/>
                    </a:ext>
                  </a:extLst>
                </p14:cNvPr>
                <p14:cNvContentPartPr/>
                <p14:nvPr/>
              </p14:nvContentPartPr>
              <p14:xfrm>
                <a:off x="1264841" y="1839439"/>
                <a:ext cx="259200" cy="60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626CB6-E877-513C-7B90-5C250F158A5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47201" y="1821439"/>
                  <a:ext cx="2948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F23D81-0AA6-ECFA-308C-1BDC5C4E69B8}"/>
                    </a:ext>
                  </a:extLst>
                </p14:cNvPr>
                <p14:cNvContentPartPr/>
                <p14:nvPr/>
              </p14:nvContentPartPr>
              <p14:xfrm>
                <a:off x="1682441" y="2149399"/>
                <a:ext cx="100440" cy="441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F23D81-0AA6-ECFA-308C-1BDC5C4E69B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64441" y="2131759"/>
                  <a:ext cx="1360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EA6A6A-D121-2E5D-4A16-8BB106D85FF4}"/>
                    </a:ext>
                  </a:extLst>
                </p14:cNvPr>
                <p14:cNvContentPartPr/>
                <p14:nvPr/>
              </p14:nvContentPartPr>
              <p14:xfrm>
                <a:off x="1828601" y="1818199"/>
                <a:ext cx="226080" cy="439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EA6A6A-D121-2E5D-4A16-8BB106D85FF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0601" y="1800199"/>
                  <a:ext cx="261720" cy="47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F236D72-82BE-B569-7317-BB659BD1A5B9}"/>
                  </a:ext>
                </a:extLst>
              </p14:cNvPr>
              <p14:cNvContentPartPr/>
              <p14:nvPr/>
            </p14:nvContentPartPr>
            <p14:xfrm>
              <a:off x="4344281" y="3627199"/>
              <a:ext cx="978480" cy="438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F236D72-82BE-B569-7317-BB659BD1A5B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26281" y="3609559"/>
                <a:ext cx="1014120" cy="47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3667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B60271-CC36-038E-7174-CCC14F968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6E6C5-BF20-CA8F-0AB3-2A7A9444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33497"/>
            <a:ext cx="10593993" cy="10294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✍sum() and average()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48A0B-1BB0-03F6-FDD5-DDF586EF1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952" y="2965733"/>
            <a:ext cx="4947920" cy="2325561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7E592C-0AB2-292A-2D75-DD31E4D5C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840" y="2965733"/>
            <a:ext cx="4505105" cy="23255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C621B55-88B2-0BD7-0C6C-C373046A2314}"/>
              </a:ext>
            </a:extLst>
          </p:cNvPr>
          <p:cNvGrpSpPr/>
          <p:nvPr/>
        </p:nvGrpSpPr>
        <p:grpSpPr>
          <a:xfrm>
            <a:off x="1155041" y="1322839"/>
            <a:ext cx="1404720" cy="661680"/>
            <a:chOff x="1155041" y="1322839"/>
            <a:chExt cx="1404720" cy="66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A0D471-1C7A-62A1-AA7F-1EEA2891ADFD}"/>
                    </a:ext>
                  </a:extLst>
                </p14:cNvPr>
                <p14:cNvContentPartPr/>
                <p14:nvPr/>
              </p14:nvContentPartPr>
              <p14:xfrm>
                <a:off x="1155041" y="1322839"/>
                <a:ext cx="260640" cy="527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A0D471-1C7A-62A1-AA7F-1EEA2891AD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7401" y="1304839"/>
                  <a:ext cx="29628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A46EA7A-8A3A-95DE-3454-862A9EF581EE}"/>
                    </a:ext>
                  </a:extLst>
                </p14:cNvPr>
                <p14:cNvContentPartPr/>
                <p14:nvPr/>
              </p14:nvContentPartPr>
              <p14:xfrm>
                <a:off x="1380761" y="1799479"/>
                <a:ext cx="113760" cy="185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A46EA7A-8A3A-95DE-3454-862A9EF581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3121" y="1781479"/>
                  <a:ext cx="149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C25941-E06C-FB40-1A97-F3E411AF552F}"/>
                    </a:ext>
                  </a:extLst>
                </p14:cNvPr>
                <p14:cNvContentPartPr/>
                <p14:nvPr/>
              </p14:nvContentPartPr>
              <p14:xfrm>
                <a:off x="1721321" y="1614439"/>
                <a:ext cx="178560" cy="284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C25941-E06C-FB40-1A97-F3E411AF55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03681" y="1596799"/>
                  <a:ext cx="2142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8E66CB-74FE-57A6-EB8D-95B165F370B9}"/>
                    </a:ext>
                  </a:extLst>
                </p14:cNvPr>
                <p14:cNvContentPartPr/>
                <p14:nvPr/>
              </p14:nvContentPartPr>
              <p14:xfrm>
                <a:off x="2127041" y="1350919"/>
                <a:ext cx="432720" cy="46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8E66CB-74FE-57A6-EB8D-95B165F370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09401" y="1332919"/>
                  <a:ext cx="468360" cy="50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4948CE-F83F-EC6A-D760-967286ABC83E}"/>
                  </a:ext>
                </a:extLst>
              </p14:cNvPr>
              <p14:cNvContentPartPr/>
              <p14:nvPr/>
            </p14:nvContentPartPr>
            <p14:xfrm>
              <a:off x="3394601" y="1176679"/>
              <a:ext cx="10119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4948CE-F83F-EC6A-D760-967286ABC83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76601" y="1158679"/>
                <a:ext cx="1047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BADBC75-BEDD-DC29-3568-429CEE7C0574}"/>
                  </a:ext>
                </a:extLst>
              </p14:cNvPr>
              <p14:cNvContentPartPr/>
              <p14:nvPr/>
            </p14:nvContentPartPr>
            <p14:xfrm>
              <a:off x="797201" y="3694159"/>
              <a:ext cx="236520" cy="186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BADBC75-BEDD-DC29-3568-429CEE7C05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9561" y="3676519"/>
                <a:ext cx="2721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F4C246-60BA-7CC5-BEC7-5905ECECF530}"/>
                  </a:ext>
                </a:extLst>
              </p14:cNvPr>
              <p14:cNvContentPartPr/>
              <p14:nvPr/>
            </p14:nvContentPartPr>
            <p14:xfrm>
              <a:off x="2003561" y="4590919"/>
              <a:ext cx="108036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F4C246-60BA-7CC5-BEC7-5905ECECF5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85561" y="4554919"/>
                <a:ext cx="111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AF71E1E-5319-3BCF-EA2F-78B6ABE6F490}"/>
                  </a:ext>
                </a:extLst>
              </p14:cNvPr>
              <p14:cNvContentPartPr/>
              <p14:nvPr/>
            </p14:nvContentPartPr>
            <p14:xfrm>
              <a:off x="495521" y="4424959"/>
              <a:ext cx="1226160" cy="477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AF71E1E-5319-3BCF-EA2F-78B6ABE6F49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7881" y="4407319"/>
                <a:ext cx="126180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26F8737-12C2-971D-0635-DA4200DD29BB}"/>
                  </a:ext>
                </a:extLst>
              </p14:cNvPr>
              <p14:cNvContentPartPr/>
              <p14:nvPr/>
            </p14:nvContentPartPr>
            <p14:xfrm>
              <a:off x="3433121" y="4659319"/>
              <a:ext cx="1469160" cy="19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26F8737-12C2-971D-0635-DA4200DD29B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15481" y="4641319"/>
                <a:ext cx="15048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10F2063-AC66-A32F-85D8-D184C7AEBD2B}"/>
                  </a:ext>
                </a:extLst>
              </p14:cNvPr>
              <p14:cNvContentPartPr/>
              <p14:nvPr/>
            </p14:nvContentPartPr>
            <p14:xfrm>
              <a:off x="1831841" y="4621159"/>
              <a:ext cx="1150560" cy="510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10F2063-AC66-A32F-85D8-D184C7AEBD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14201" y="4603159"/>
                <a:ext cx="1186200" cy="54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B67EE4F-D98B-0E67-2322-56855B981E80}"/>
              </a:ext>
            </a:extLst>
          </p:cNvPr>
          <p:cNvGrpSpPr/>
          <p:nvPr/>
        </p:nvGrpSpPr>
        <p:grpSpPr>
          <a:xfrm>
            <a:off x="3073481" y="2162359"/>
            <a:ext cx="1715040" cy="465480"/>
            <a:chOff x="3073481" y="2162359"/>
            <a:chExt cx="171504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44BF98-3BF6-3E85-EE17-9CD44C20A497}"/>
                    </a:ext>
                  </a:extLst>
                </p14:cNvPr>
                <p14:cNvContentPartPr/>
                <p14:nvPr/>
              </p14:nvContentPartPr>
              <p14:xfrm>
                <a:off x="3073481" y="2460439"/>
                <a:ext cx="194760" cy="167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44BF98-3BF6-3E85-EE17-9CD44C20A4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5841" y="2442799"/>
                  <a:ext cx="230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7558E3B-B81A-E931-74CB-261D1748B2AB}"/>
                    </a:ext>
                  </a:extLst>
                </p14:cNvPr>
                <p14:cNvContentPartPr/>
                <p14:nvPr/>
              </p14:nvContentPartPr>
              <p14:xfrm>
                <a:off x="3443201" y="2528839"/>
                <a:ext cx="360" cy="56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7558E3B-B81A-E931-74CB-261D1748B2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25201" y="2510839"/>
                  <a:ext cx="36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048A8C-7CA4-3EB2-507D-4B24496B617B}"/>
                    </a:ext>
                  </a:extLst>
                </p14:cNvPr>
                <p14:cNvContentPartPr/>
                <p14:nvPr/>
              </p14:nvContentPartPr>
              <p14:xfrm>
                <a:off x="3628241" y="2208079"/>
                <a:ext cx="147960" cy="313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048A8C-7CA4-3EB2-507D-4B24496B61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10241" y="2190079"/>
                  <a:ext cx="1836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EFDCD84-814D-1A09-AC65-B3BD551FFE45}"/>
                    </a:ext>
                  </a:extLst>
                </p14:cNvPr>
                <p14:cNvContentPartPr/>
                <p14:nvPr/>
              </p14:nvContentPartPr>
              <p14:xfrm>
                <a:off x="4036841" y="2162359"/>
                <a:ext cx="751680" cy="292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EFDCD84-814D-1A09-AC65-B3BD551FFE4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18841" y="2144359"/>
                  <a:ext cx="787320" cy="32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65643C6-608E-5C4A-E684-216D6630571B}"/>
                  </a:ext>
                </a:extLst>
              </p14:cNvPr>
              <p14:cNvContentPartPr/>
              <p14:nvPr/>
            </p14:nvContentPartPr>
            <p14:xfrm>
              <a:off x="7363601" y="3890719"/>
              <a:ext cx="331200" cy="10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65643C6-608E-5C4A-E684-216D663057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45961" y="3873079"/>
                <a:ext cx="3668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97CC0E2-9F1F-D558-E542-028F79D31DE5}"/>
                  </a:ext>
                </a:extLst>
              </p14:cNvPr>
              <p14:cNvContentPartPr/>
              <p14:nvPr/>
            </p14:nvContentPartPr>
            <p14:xfrm>
              <a:off x="7411841" y="4119319"/>
              <a:ext cx="258120" cy="258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97CC0E2-9F1F-D558-E542-028F79D31D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94201" y="4101319"/>
                <a:ext cx="2937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9B86F52-EDA7-D32C-8DD8-8EC8B2F17C51}"/>
                  </a:ext>
                </a:extLst>
              </p14:cNvPr>
              <p14:cNvContentPartPr/>
              <p14:nvPr/>
            </p14:nvContentPartPr>
            <p14:xfrm>
              <a:off x="8034641" y="4464199"/>
              <a:ext cx="788760" cy="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9B86F52-EDA7-D32C-8DD8-8EC8B2F17C5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016641" y="4428199"/>
                <a:ext cx="824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E512CD8-AF37-2F57-37BF-2B9426B0E573}"/>
                  </a:ext>
                </a:extLst>
              </p14:cNvPr>
              <p14:cNvContentPartPr/>
              <p14:nvPr/>
            </p14:nvContentPartPr>
            <p14:xfrm>
              <a:off x="7876601" y="4503079"/>
              <a:ext cx="1054800" cy="351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E512CD8-AF37-2F57-37BF-2B9426B0E57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58961" y="4485079"/>
                <a:ext cx="109044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CEE0CAC-F7EA-99E6-9F6C-B2163C01D17E}"/>
                  </a:ext>
                </a:extLst>
              </p14:cNvPr>
              <p14:cNvContentPartPr/>
              <p14:nvPr/>
            </p14:nvContentPartPr>
            <p14:xfrm>
              <a:off x="7947161" y="5164759"/>
              <a:ext cx="1050840" cy="39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CEE0CAC-F7EA-99E6-9F6C-B2163C01D17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29521" y="5146759"/>
                <a:ext cx="1086480" cy="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9653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BF8D1-43C9-6C62-00B1-0D6EA253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✍reduce</a:t>
            </a:r>
            <a:r>
              <a:rPr lang="en-US" sz="4800"/>
              <a:t>()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70241-9B8A-A06A-7C6F-2104405D2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reduce() combines all elements of a stream into a single result.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E4E537C-87FA-82E1-0EE5-FF233C43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54" y="3847520"/>
            <a:ext cx="4077269" cy="22005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DBADFC1-C312-84B4-AF03-629C1F0C479E}"/>
                  </a:ext>
                </a:extLst>
              </p14:cNvPr>
              <p14:cNvContentPartPr/>
              <p14:nvPr/>
            </p14:nvContentPartPr>
            <p14:xfrm>
              <a:off x="8063801" y="3618245"/>
              <a:ext cx="1118880" cy="29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DBADFC1-C312-84B4-AF03-629C1F0C47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46161" y="3600605"/>
                <a:ext cx="1154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617075-B42B-C042-8A1F-049BCEB26DE7}"/>
                  </a:ext>
                </a:extLst>
              </p14:cNvPr>
              <p14:cNvContentPartPr/>
              <p14:nvPr/>
            </p14:nvContentPartPr>
            <p14:xfrm>
              <a:off x="3103001" y="4104605"/>
              <a:ext cx="1051200" cy="370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617075-B42B-C042-8A1F-049BCEB26D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5001" y="4086605"/>
                <a:ext cx="10868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7EE8DB-DB7B-1222-A669-1D6F18A32BBE}"/>
                  </a:ext>
                </a:extLst>
              </p14:cNvPr>
              <p14:cNvContentPartPr/>
              <p14:nvPr/>
            </p14:nvContentPartPr>
            <p14:xfrm>
              <a:off x="3997601" y="3997325"/>
              <a:ext cx="157680" cy="242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7EE8DB-DB7B-1222-A669-1D6F18A32B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79961" y="3979685"/>
                <a:ext cx="1933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565FAB8-90D5-47E8-FA8B-61C5A575E25C}"/>
                  </a:ext>
                </a:extLst>
              </p14:cNvPr>
              <p14:cNvContentPartPr/>
              <p14:nvPr/>
            </p14:nvContentPartPr>
            <p14:xfrm>
              <a:off x="4717241" y="4435445"/>
              <a:ext cx="41868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565FAB8-90D5-47E8-FA8B-61C5A575E25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99601" y="4417445"/>
                <a:ext cx="454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2B21494-EB94-7A9D-4114-E3ED9E9C0FAF}"/>
                  </a:ext>
                </a:extLst>
              </p14:cNvPr>
              <p14:cNvContentPartPr/>
              <p14:nvPr/>
            </p14:nvContentPartPr>
            <p14:xfrm>
              <a:off x="5447321" y="4435445"/>
              <a:ext cx="953280" cy="68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2B21494-EB94-7A9D-4114-E3ED9E9C0FA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29321" y="4417445"/>
                <a:ext cx="9889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95F21A-5FEA-D581-1D8D-832BF2D6AE65}"/>
                  </a:ext>
                </a:extLst>
              </p14:cNvPr>
              <p14:cNvContentPartPr/>
              <p14:nvPr/>
            </p14:nvContentPartPr>
            <p14:xfrm>
              <a:off x="5483321" y="4425365"/>
              <a:ext cx="946800" cy="49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95F21A-5FEA-D581-1D8D-832BF2D6AE6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65321" y="4407725"/>
                <a:ext cx="9824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EA20B80-7EE5-F61A-4DC4-E41D2036771C}"/>
                  </a:ext>
                </a:extLst>
              </p14:cNvPr>
              <p14:cNvContentPartPr/>
              <p14:nvPr/>
            </p14:nvContentPartPr>
            <p14:xfrm>
              <a:off x="4766201" y="5164805"/>
              <a:ext cx="36000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EA20B80-7EE5-F61A-4DC4-E41D203677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48201" y="5146805"/>
                <a:ext cx="395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49A0EBB-9153-156B-665E-D8C119E8AD69}"/>
                  </a:ext>
                </a:extLst>
              </p14:cNvPr>
              <p14:cNvContentPartPr/>
              <p14:nvPr/>
            </p14:nvContentPartPr>
            <p14:xfrm>
              <a:off x="5408081" y="5398085"/>
              <a:ext cx="379800" cy="10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49A0EBB-9153-156B-665E-D8C119E8AD6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390081" y="5380445"/>
                <a:ext cx="4154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D5F0B5D-B010-2FCD-DA85-9F105EAC937E}"/>
                  </a:ext>
                </a:extLst>
              </p14:cNvPr>
              <p14:cNvContentPartPr/>
              <p14:nvPr/>
            </p14:nvContentPartPr>
            <p14:xfrm>
              <a:off x="6030521" y="5427605"/>
              <a:ext cx="2267280" cy="369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D5F0B5D-B010-2FCD-DA85-9F105EAC937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12881" y="5409605"/>
                <a:ext cx="230292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BEB0A47-CEB5-9B55-3ABB-EDF7EECF7B50}"/>
                  </a:ext>
                </a:extLst>
              </p14:cNvPr>
              <p14:cNvContentPartPr/>
              <p14:nvPr/>
            </p14:nvContentPartPr>
            <p14:xfrm>
              <a:off x="8287361" y="5709845"/>
              <a:ext cx="133200" cy="18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BEB0A47-CEB5-9B55-3ABB-EDF7EECF7B5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69721" y="5692205"/>
                <a:ext cx="1688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12DC7CD-5324-C916-CC2C-3A010AD67166}"/>
                  </a:ext>
                </a:extLst>
              </p14:cNvPr>
              <p14:cNvContentPartPr/>
              <p14:nvPr/>
            </p14:nvContentPartPr>
            <p14:xfrm>
              <a:off x="6808841" y="5398445"/>
              <a:ext cx="547920" cy="41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12DC7CD-5324-C916-CC2C-3A010AD6716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91201" y="5380445"/>
                <a:ext cx="5835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1D852F4-8B47-8629-7782-A1CD295A4FFC}"/>
                  </a:ext>
                </a:extLst>
              </p14:cNvPr>
              <p14:cNvContentPartPr/>
              <p14:nvPr/>
            </p14:nvContentPartPr>
            <p14:xfrm>
              <a:off x="6351641" y="5398085"/>
              <a:ext cx="99252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1D852F4-8B47-8629-7782-A1CD295A4FF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33641" y="5380445"/>
                <a:ext cx="1028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8020B99-DE36-D45E-E8DA-1E661738D7F0}"/>
                  </a:ext>
                </a:extLst>
              </p14:cNvPr>
              <p14:cNvContentPartPr/>
              <p14:nvPr/>
            </p14:nvContentPartPr>
            <p14:xfrm>
              <a:off x="5349041" y="4220525"/>
              <a:ext cx="478080" cy="302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8020B99-DE36-D45E-E8DA-1E661738D7F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31401" y="4202525"/>
                <a:ext cx="5137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2A7CF51-52AA-AD46-7EEF-625E76645998}"/>
                  </a:ext>
                </a:extLst>
              </p14:cNvPr>
              <p14:cNvContentPartPr/>
              <p14:nvPr/>
            </p14:nvContentPartPr>
            <p14:xfrm>
              <a:off x="6224921" y="5427605"/>
              <a:ext cx="22428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2A7CF51-52AA-AD46-7EEF-625E7664599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207281" y="5409605"/>
                <a:ext cx="259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12620BB-C974-62B6-4B09-666A89127348}"/>
                  </a:ext>
                </a:extLst>
              </p14:cNvPr>
              <p14:cNvContentPartPr/>
              <p14:nvPr/>
            </p14:nvContentPartPr>
            <p14:xfrm>
              <a:off x="6740081" y="4911725"/>
              <a:ext cx="946800" cy="546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12620BB-C974-62B6-4B09-666A8912734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22441" y="4894085"/>
                <a:ext cx="982440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CEAE6A7-1F8B-8EC9-79A2-F11158929837}"/>
                  </a:ext>
                </a:extLst>
              </p14:cNvPr>
              <p14:cNvContentPartPr/>
              <p14:nvPr/>
            </p14:nvContentPartPr>
            <p14:xfrm>
              <a:off x="5913521" y="5417885"/>
              <a:ext cx="14688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CEAE6A7-1F8B-8EC9-79A2-F1115892983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95521" y="5400245"/>
                <a:ext cx="182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CFB110D-2110-055A-AFA6-9A3E33A11A46}"/>
                  </a:ext>
                </a:extLst>
              </p14:cNvPr>
              <p14:cNvContentPartPr/>
              <p14:nvPr/>
            </p14:nvContentPartPr>
            <p14:xfrm>
              <a:off x="5904521" y="5417885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CFB110D-2110-055A-AFA6-9A3E33A11A4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86521" y="54002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702D0EA-ADDE-2162-109B-777777E00364}"/>
                  </a:ext>
                </a:extLst>
              </p14:cNvPr>
              <p14:cNvContentPartPr/>
              <p14:nvPr/>
            </p14:nvContentPartPr>
            <p14:xfrm>
              <a:off x="4980401" y="5912885"/>
              <a:ext cx="796680" cy="40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702D0EA-ADDE-2162-109B-777777E0036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62401" y="5895245"/>
                <a:ext cx="8323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EE0DA19-C038-CF2B-9568-57EFE6C002AE}"/>
                  </a:ext>
                </a:extLst>
              </p14:cNvPr>
              <p14:cNvContentPartPr/>
              <p14:nvPr/>
            </p14:nvContentPartPr>
            <p14:xfrm>
              <a:off x="5524721" y="5369285"/>
              <a:ext cx="175320" cy="19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EE0DA19-C038-CF2B-9568-57EFE6C002A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506721" y="5351285"/>
                <a:ext cx="2109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4EB232C-6C18-552A-F428-194CF0B2BAB4}"/>
                  </a:ext>
                </a:extLst>
              </p14:cNvPr>
              <p14:cNvContentPartPr/>
              <p14:nvPr/>
            </p14:nvContentPartPr>
            <p14:xfrm>
              <a:off x="8588681" y="4706885"/>
              <a:ext cx="285120" cy="265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4EB232C-6C18-552A-F428-194CF0B2BAB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570681" y="4688885"/>
                <a:ext cx="3207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CD38ED0-F814-B9EC-72AE-CE83F431D75A}"/>
                  </a:ext>
                </a:extLst>
              </p14:cNvPr>
              <p14:cNvContentPartPr/>
              <p14:nvPr/>
            </p14:nvContentPartPr>
            <p14:xfrm>
              <a:off x="9727001" y="4474325"/>
              <a:ext cx="68400" cy="398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CD38ED0-F814-B9EC-72AE-CE83F431D75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709361" y="4456325"/>
                <a:ext cx="104040" cy="43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FE20970D-A0A0-3359-68A9-85F38FA07E1A}"/>
              </a:ext>
            </a:extLst>
          </p:cNvPr>
          <p:cNvGrpSpPr/>
          <p:nvPr/>
        </p:nvGrpSpPr>
        <p:grpSpPr>
          <a:xfrm>
            <a:off x="8471681" y="4218365"/>
            <a:ext cx="1833840" cy="1084680"/>
            <a:chOff x="8471681" y="4218365"/>
            <a:chExt cx="1833840" cy="10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3EF0E7E-26A2-15AB-B880-98E4E0F8774C}"/>
                    </a:ext>
                  </a:extLst>
                </p14:cNvPr>
                <p14:cNvContentPartPr/>
                <p14:nvPr/>
              </p14:nvContentPartPr>
              <p14:xfrm>
                <a:off x="9165041" y="4601045"/>
                <a:ext cx="134640" cy="40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3EF0E7E-26A2-15AB-B880-98E4E0F8774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47401" y="4583045"/>
                  <a:ext cx="1702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CB33AF2-38B0-4DC0-F28F-E9E65FF75BCF}"/>
                    </a:ext>
                  </a:extLst>
                </p14:cNvPr>
                <p14:cNvContentPartPr/>
                <p14:nvPr/>
              </p14:nvContentPartPr>
              <p14:xfrm>
                <a:off x="9124361" y="4669085"/>
                <a:ext cx="350280" cy="272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CB33AF2-38B0-4DC0-F28F-E9E65FF75BC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06361" y="4651085"/>
                  <a:ext cx="385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A8263D-6CFA-2066-E88C-A8B78C96C878}"/>
                    </a:ext>
                  </a:extLst>
                </p14:cNvPr>
                <p14:cNvContentPartPr/>
                <p14:nvPr/>
              </p14:nvContentPartPr>
              <p14:xfrm>
                <a:off x="8471681" y="4218365"/>
                <a:ext cx="1833840" cy="1084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A8263D-6CFA-2066-E88C-A8B78C96C87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53681" y="4200365"/>
                  <a:ext cx="1869480" cy="11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F7B84E2-6A6F-F09F-7D42-D8B8973B3A51}"/>
              </a:ext>
            </a:extLst>
          </p:cNvPr>
          <p:cNvGrpSpPr/>
          <p:nvPr/>
        </p:nvGrpSpPr>
        <p:grpSpPr>
          <a:xfrm>
            <a:off x="5709761" y="4435445"/>
            <a:ext cx="720720" cy="245520"/>
            <a:chOff x="5709761" y="4435445"/>
            <a:chExt cx="72072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31EAA09-9096-1544-4743-652F5EBD0F29}"/>
                    </a:ext>
                  </a:extLst>
                </p14:cNvPr>
                <p14:cNvContentPartPr/>
                <p14:nvPr/>
              </p14:nvContentPartPr>
              <p14:xfrm>
                <a:off x="5709761" y="4493765"/>
                <a:ext cx="219240" cy="187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31EAA09-9096-1544-4743-652F5EBD0F2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91761" y="4476125"/>
                  <a:ext cx="254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2E613A-97ED-CA8B-019C-3E4A36DCB737}"/>
                    </a:ext>
                  </a:extLst>
                </p14:cNvPr>
                <p14:cNvContentPartPr/>
                <p14:nvPr/>
              </p14:nvContentPartPr>
              <p14:xfrm>
                <a:off x="5933321" y="4493765"/>
                <a:ext cx="204120" cy="157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2E613A-97ED-CA8B-019C-3E4A36DCB73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15681" y="4476125"/>
                  <a:ext cx="239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25CC334-DFBA-2F72-DD1E-14A17EBC144E}"/>
                    </a:ext>
                  </a:extLst>
                </p14:cNvPr>
                <p14:cNvContentPartPr/>
                <p14:nvPr/>
              </p14:nvContentPartPr>
              <p14:xfrm>
                <a:off x="6176681" y="4435445"/>
                <a:ext cx="25380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25CC334-DFBA-2F72-DD1E-14A17EBC144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158681" y="4417805"/>
                  <a:ext cx="28944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F4472A-3D06-3D8F-ECEE-13D33F6D156F}"/>
                  </a:ext>
                </a:extLst>
              </p14:cNvPr>
              <p14:cNvContentPartPr/>
              <p14:nvPr/>
            </p14:nvContentPartPr>
            <p14:xfrm>
              <a:off x="8764361" y="5729285"/>
              <a:ext cx="19800" cy="3600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F4472A-3D06-3D8F-ECEE-13D33F6D156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746361" y="5711285"/>
                <a:ext cx="55440" cy="39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FDF3EE3-619B-4A77-AC6F-3B56F3C7118E}"/>
              </a:ext>
            </a:extLst>
          </p:cNvPr>
          <p:cNvGrpSpPr/>
          <p:nvPr/>
        </p:nvGrpSpPr>
        <p:grpSpPr>
          <a:xfrm>
            <a:off x="9571121" y="5514005"/>
            <a:ext cx="626760" cy="244800"/>
            <a:chOff x="9571121" y="5514005"/>
            <a:chExt cx="62676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F6A3D7-0DF4-1A3B-AF4B-F665393151A4}"/>
                    </a:ext>
                  </a:extLst>
                </p14:cNvPr>
                <p14:cNvContentPartPr/>
                <p14:nvPr/>
              </p14:nvContentPartPr>
              <p14:xfrm>
                <a:off x="9571121" y="5622005"/>
                <a:ext cx="20520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F6A3D7-0DF4-1A3B-AF4B-F665393151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53121" y="5604365"/>
                  <a:ext cx="240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4B1AB30-CE8F-BFF3-2058-3D39B5A56C44}"/>
                    </a:ext>
                  </a:extLst>
                </p14:cNvPr>
                <p14:cNvContentPartPr/>
                <p14:nvPr/>
              </p14:nvContentPartPr>
              <p14:xfrm>
                <a:off x="9591281" y="5525165"/>
                <a:ext cx="141480" cy="184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4B1AB30-CE8F-BFF3-2058-3D39B5A56C4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73281" y="5507165"/>
                  <a:ext cx="177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CBA88B6-6611-4A47-378D-D9008AE5DBE9}"/>
                    </a:ext>
                  </a:extLst>
                </p14:cNvPr>
                <p14:cNvContentPartPr/>
                <p14:nvPr/>
              </p14:nvContentPartPr>
              <p14:xfrm>
                <a:off x="9980081" y="5514005"/>
                <a:ext cx="217800" cy="244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CBA88B6-6611-4A47-378D-D9008AE5DBE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62081" y="5496365"/>
                  <a:ext cx="253440" cy="28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5BF727C-AE87-C91B-F482-70BB476EE520}"/>
                  </a:ext>
                </a:extLst>
              </p14:cNvPr>
              <p14:cNvContentPartPr/>
              <p14:nvPr/>
            </p14:nvContentPartPr>
            <p14:xfrm>
              <a:off x="991241" y="812765"/>
              <a:ext cx="380880" cy="3330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5BF727C-AE87-C91B-F482-70BB476EE52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73241" y="795125"/>
                <a:ext cx="416520" cy="3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070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FB58D-91BB-F5B5-30F6-878649103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</a:t>
            </a:r>
            <a:r>
              <a:rPr lang="ar-EG" sz="4800" dirty="0"/>
              <a:t>collect()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617A4-9E84-DAB8-92D7-F44618B8E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collect() is a terminal operation used to accumulate stream elements into a result.</a:t>
            </a:r>
          </a:p>
          <a:p>
            <a:r>
              <a:rPr lang="ar-EG" sz="2400" dirty="0"/>
              <a:t>Common results include:</a:t>
            </a:r>
          </a:p>
          <a:p>
            <a:pPr lvl="0"/>
            <a:r>
              <a:rPr lang="ar-EG" sz="2400" dirty="0"/>
              <a:t>List </a:t>
            </a:r>
          </a:p>
          <a:p>
            <a:pPr lvl="0"/>
            <a:r>
              <a:rPr lang="ar-EG" sz="2400" dirty="0"/>
              <a:t>Set </a:t>
            </a:r>
          </a:p>
          <a:p>
            <a:pPr lvl="0"/>
            <a:r>
              <a:rPr lang="ar-EG" sz="2400" dirty="0"/>
              <a:t>Map </a:t>
            </a:r>
          </a:p>
          <a:p>
            <a:pPr lvl="0"/>
            <a:r>
              <a:rPr lang="ar-EG" sz="2400" dirty="0"/>
              <a:t>String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E891A3E-0BF1-9674-1D6F-1A75037C2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73" y="3703440"/>
            <a:ext cx="4353533" cy="24387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CB0134-7FAA-6B45-11A5-695F899AE247}"/>
                  </a:ext>
                </a:extLst>
              </p14:cNvPr>
              <p14:cNvContentPartPr/>
              <p14:nvPr/>
            </p14:nvContentPartPr>
            <p14:xfrm>
              <a:off x="2382641" y="3802925"/>
              <a:ext cx="5256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CB0134-7FAA-6B45-11A5-695F899AE2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4641" y="3785285"/>
                <a:ext cx="561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D25B7F-D3DA-6C39-6296-4F2A9D6E4010}"/>
                  </a:ext>
                </a:extLst>
              </p14:cNvPr>
              <p14:cNvContentPartPr/>
              <p14:nvPr/>
            </p14:nvContentPartPr>
            <p14:xfrm>
              <a:off x="1009961" y="4191725"/>
              <a:ext cx="1044360" cy="517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D25B7F-D3DA-6C39-6296-4F2A9D6E40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1961" y="4173725"/>
                <a:ext cx="108000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647285-7D8F-A796-A708-D92A314E7D2D}"/>
                  </a:ext>
                </a:extLst>
              </p14:cNvPr>
              <p14:cNvContentPartPr/>
              <p14:nvPr/>
            </p14:nvContentPartPr>
            <p14:xfrm>
              <a:off x="1788641" y="2016245"/>
              <a:ext cx="98640" cy="65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0647285-7D8F-A796-A708-D92A314E7D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0641" y="1998245"/>
                <a:ext cx="1342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E0E3B63-0117-44F6-B0B9-331472DFB286}"/>
                  </a:ext>
                </a:extLst>
              </p14:cNvPr>
              <p14:cNvContentPartPr/>
              <p14:nvPr/>
            </p14:nvContentPartPr>
            <p14:xfrm>
              <a:off x="930401" y="4668005"/>
              <a:ext cx="1204200" cy="585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E0E3B63-0117-44F6-B0B9-331472DFB2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2761" y="4650005"/>
                <a:ext cx="1239840" cy="6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C6DB6D1-002A-9D4D-09BB-4367CA09A8B1}"/>
                  </a:ext>
                </a:extLst>
              </p14:cNvPr>
              <p14:cNvContentPartPr/>
              <p14:nvPr/>
            </p14:nvContentPartPr>
            <p14:xfrm>
              <a:off x="2285801" y="4405925"/>
              <a:ext cx="339120" cy="136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C6DB6D1-002A-9D4D-09BB-4367CA09A8B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68161" y="4388285"/>
                <a:ext cx="3747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3458855-EBE3-A441-A759-E2A7F6D44E6E}"/>
                  </a:ext>
                </a:extLst>
              </p14:cNvPr>
              <p14:cNvContentPartPr/>
              <p14:nvPr/>
            </p14:nvContentPartPr>
            <p14:xfrm>
              <a:off x="2375801" y="4873925"/>
              <a:ext cx="360720" cy="222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3458855-EBE3-A441-A759-E2A7F6D44E6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58161" y="4856285"/>
                <a:ext cx="3963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38032A4-01C1-1409-A873-F896AA72CE0E}"/>
                  </a:ext>
                </a:extLst>
              </p14:cNvPr>
              <p14:cNvContentPartPr/>
              <p14:nvPr/>
            </p14:nvContentPartPr>
            <p14:xfrm>
              <a:off x="2245841" y="4745405"/>
              <a:ext cx="595080" cy="431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38032A4-01C1-1409-A873-F896AA72CE0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27841" y="4727405"/>
                <a:ext cx="630720" cy="46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87B50407-4B16-9403-2D28-86647F9B9ADF}"/>
              </a:ext>
            </a:extLst>
          </p:cNvPr>
          <p:cNvGrpSpPr/>
          <p:nvPr/>
        </p:nvGrpSpPr>
        <p:grpSpPr>
          <a:xfrm>
            <a:off x="953441" y="5202965"/>
            <a:ext cx="1717200" cy="1141920"/>
            <a:chOff x="953441" y="5202965"/>
            <a:chExt cx="1717200" cy="11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1D1DB97-DDB5-FB64-B300-F20EC98F9B76}"/>
                    </a:ext>
                  </a:extLst>
                </p14:cNvPr>
                <p14:cNvContentPartPr/>
                <p14:nvPr/>
              </p14:nvContentPartPr>
              <p14:xfrm>
                <a:off x="1029761" y="5202965"/>
                <a:ext cx="1064160" cy="420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1D1DB97-DDB5-FB64-B300-F20EC98F9B7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12121" y="5185325"/>
                  <a:ext cx="10998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C05712-B0E9-A599-8CA0-04ED1CB58962}"/>
                    </a:ext>
                  </a:extLst>
                </p14:cNvPr>
                <p14:cNvContentPartPr/>
                <p14:nvPr/>
              </p14:nvContentPartPr>
              <p14:xfrm>
                <a:off x="953441" y="5650805"/>
                <a:ext cx="1529280" cy="694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C05712-B0E9-A599-8CA0-04ED1CB589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5801" y="5632805"/>
                  <a:ext cx="156492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6858FA-C7C0-6DEB-7CC2-79E1EA47A087}"/>
                    </a:ext>
                  </a:extLst>
                </p14:cNvPr>
                <p14:cNvContentPartPr/>
                <p14:nvPr/>
              </p14:nvContentPartPr>
              <p14:xfrm>
                <a:off x="2402081" y="5456765"/>
                <a:ext cx="268560" cy="88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6858FA-C7C0-6DEB-7CC2-79E1EA47A0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84441" y="5438765"/>
                  <a:ext cx="30420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A216D99-6458-AD51-FACE-485D48B7D75E}"/>
                  </a:ext>
                </a:extLst>
              </p14:cNvPr>
              <p14:cNvContentPartPr/>
              <p14:nvPr/>
            </p14:nvContentPartPr>
            <p14:xfrm>
              <a:off x="2772161" y="5933765"/>
              <a:ext cx="234000" cy="59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A216D99-6458-AD51-FACE-485D48B7D75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754161" y="5915765"/>
                <a:ext cx="2696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EE2FB4C-A2C4-38D0-BA7C-EB7F18F2DAB0}"/>
                  </a:ext>
                </a:extLst>
              </p14:cNvPr>
              <p14:cNvContentPartPr/>
              <p14:nvPr/>
            </p14:nvContentPartPr>
            <p14:xfrm>
              <a:off x="6731441" y="4085165"/>
              <a:ext cx="135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EE2FB4C-A2C4-38D0-BA7C-EB7F18F2DAB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13441" y="4067525"/>
                <a:ext cx="171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2758197-C5D9-8F26-A4D9-A2BD4438F8A1}"/>
                  </a:ext>
                </a:extLst>
              </p14:cNvPr>
              <p14:cNvContentPartPr/>
              <p14:nvPr/>
            </p14:nvContentPartPr>
            <p14:xfrm>
              <a:off x="8005481" y="4328165"/>
              <a:ext cx="1128600" cy="29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2758197-C5D9-8F26-A4D9-A2BD4438F8A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987481" y="4310525"/>
                <a:ext cx="11642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A71F366-8C3D-61C9-3BA8-0B71131028DA}"/>
                  </a:ext>
                </a:extLst>
              </p14:cNvPr>
              <p14:cNvContentPartPr/>
              <p14:nvPr/>
            </p14:nvContentPartPr>
            <p14:xfrm>
              <a:off x="7801001" y="4756205"/>
              <a:ext cx="41868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A71F366-8C3D-61C9-3BA8-0B71131028D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83001" y="4738565"/>
                <a:ext cx="454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1F57CFE-16A8-7B41-FEE2-27ACA2B7F59D}"/>
                  </a:ext>
                </a:extLst>
              </p14:cNvPr>
              <p14:cNvContentPartPr/>
              <p14:nvPr/>
            </p14:nvContentPartPr>
            <p14:xfrm>
              <a:off x="7470161" y="5163725"/>
              <a:ext cx="322200" cy="215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1F57CFE-16A8-7B41-FEE2-27ACA2B7F59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452521" y="5146085"/>
                <a:ext cx="3578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F2BDE73-4DE8-850D-BA86-B16358D3E193}"/>
                  </a:ext>
                </a:extLst>
              </p14:cNvPr>
              <p14:cNvContentPartPr/>
              <p14:nvPr/>
            </p14:nvContentPartPr>
            <p14:xfrm>
              <a:off x="8627921" y="4341845"/>
              <a:ext cx="652680" cy="6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F2BDE73-4DE8-850D-BA86-B16358D3E19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610281" y="4323845"/>
                <a:ext cx="688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5DF6E39-C94B-B795-6166-841BD1769225}"/>
                  </a:ext>
                </a:extLst>
              </p14:cNvPr>
              <p14:cNvContentPartPr/>
              <p14:nvPr/>
            </p14:nvContentPartPr>
            <p14:xfrm>
              <a:off x="8647721" y="5495645"/>
              <a:ext cx="545040" cy="19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5DF6E39-C94B-B795-6166-841BD176922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629721" y="5477645"/>
                <a:ext cx="580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C8192D5-FC5C-058D-EAB7-86FE26EAFB1B}"/>
                  </a:ext>
                </a:extLst>
              </p14:cNvPr>
              <p14:cNvContentPartPr/>
              <p14:nvPr/>
            </p14:nvContentPartPr>
            <p14:xfrm>
              <a:off x="8637281" y="5485925"/>
              <a:ext cx="720720" cy="39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C8192D5-FC5C-058D-EAB7-86FE26EAFB1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619641" y="5468285"/>
                <a:ext cx="7563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3A4E53C-C3DE-437D-DDF7-27CA8249CFC2}"/>
                  </a:ext>
                </a:extLst>
              </p14:cNvPr>
              <p14:cNvContentPartPr/>
              <p14:nvPr/>
            </p14:nvContentPartPr>
            <p14:xfrm>
              <a:off x="9522881" y="5505365"/>
              <a:ext cx="379800" cy="29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3A4E53C-C3DE-437D-DDF7-27CA8249CFC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505241" y="5487365"/>
                <a:ext cx="41544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9B44F342-15B3-94BA-319F-E968886A76C2}"/>
              </a:ext>
            </a:extLst>
          </p:cNvPr>
          <p:cNvGrpSpPr/>
          <p:nvPr/>
        </p:nvGrpSpPr>
        <p:grpSpPr>
          <a:xfrm>
            <a:off x="6094961" y="5893085"/>
            <a:ext cx="503280" cy="225720"/>
            <a:chOff x="6094961" y="5893085"/>
            <a:chExt cx="50328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C5A1323-2E4A-ACC2-66C8-F6AB2FD1D54F}"/>
                    </a:ext>
                  </a:extLst>
                </p14:cNvPr>
                <p14:cNvContentPartPr/>
                <p14:nvPr/>
              </p14:nvContentPartPr>
              <p14:xfrm>
                <a:off x="6322841" y="5893085"/>
                <a:ext cx="275400" cy="88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C5A1323-2E4A-ACC2-66C8-F6AB2FD1D5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304841" y="5875085"/>
                  <a:ext cx="311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1BBDDC-3810-97FD-B3DB-2489177CD688}"/>
                    </a:ext>
                  </a:extLst>
                </p14:cNvPr>
                <p14:cNvContentPartPr/>
                <p14:nvPr/>
              </p14:nvContentPartPr>
              <p14:xfrm>
                <a:off x="6094961" y="5913965"/>
                <a:ext cx="471240" cy="204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1BBDDC-3810-97FD-B3DB-2489177CD68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77321" y="5895965"/>
                  <a:ext cx="506880" cy="24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84175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0EB0E-0B7E-0396-1658-3185B798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✍summarizingDouble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C9EB-4A7C-521C-074D-0519750F9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000" b="1" dirty="0"/>
              <a:t>summarizingDouble()</a:t>
            </a:r>
          </a:p>
          <a:p>
            <a:r>
              <a:rPr lang="ar-EG" sz="2000" dirty="0"/>
              <a:t>Collectors.summarizingDouble() calculates multiple statistics in one operation:</a:t>
            </a:r>
          </a:p>
          <a:p>
            <a:pPr lvl="1"/>
            <a:r>
              <a:rPr lang="ar-EG" sz="1600" dirty="0"/>
              <a:t>Count </a:t>
            </a:r>
          </a:p>
          <a:p>
            <a:pPr lvl="1"/>
            <a:r>
              <a:rPr lang="ar-EG" sz="1600" dirty="0"/>
              <a:t>Sum </a:t>
            </a:r>
          </a:p>
          <a:p>
            <a:pPr lvl="1"/>
            <a:r>
              <a:rPr lang="ar-EG" sz="1600" dirty="0"/>
              <a:t>Minimum </a:t>
            </a:r>
          </a:p>
          <a:p>
            <a:pPr lvl="1"/>
            <a:r>
              <a:rPr lang="ar-EG" sz="1600" dirty="0"/>
              <a:t>Maximum </a:t>
            </a:r>
          </a:p>
          <a:p>
            <a:pPr lvl="1"/>
            <a:r>
              <a:rPr lang="ar-EG" sz="1600" dirty="0"/>
              <a:t>Average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B80C6D-63BB-044F-E545-5E251CB65326}"/>
                  </a:ext>
                </a:extLst>
              </p14:cNvPr>
              <p14:cNvContentPartPr/>
              <p14:nvPr/>
            </p14:nvContentPartPr>
            <p14:xfrm>
              <a:off x="991601" y="1226405"/>
              <a:ext cx="532800" cy="60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B80C6D-63BB-044F-E545-5E251CB653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3961" y="1208765"/>
                <a:ext cx="56844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8ECE6E-B895-EBA9-4CFC-843A26E9F452}"/>
                  </a:ext>
                </a:extLst>
              </p14:cNvPr>
              <p14:cNvContentPartPr/>
              <p14:nvPr/>
            </p14:nvContentPartPr>
            <p14:xfrm>
              <a:off x="7178201" y="4250405"/>
              <a:ext cx="798120" cy="19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8ECE6E-B895-EBA9-4CFC-843A26E9F4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0561" y="4232765"/>
                <a:ext cx="83376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012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A3CBA-2A80-5725-B35A-3CA9D186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dirty="0"/>
              <a:t>✍When Should We Use Parallel Streams?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85D8-E7A3-CBE7-8193-BF08EB75E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Parallel streams can improve performance when:</a:t>
            </a:r>
          </a:p>
          <a:p>
            <a:pPr lvl="0"/>
            <a:r>
              <a:rPr lang="ar-EG" sz="2400" dirty="0"/>
              <a:t>The dataset is large. </a:t>
            </a:r>
          </a:p>
          <a:p>
            <a:pPr lvl="0"/>
            <a:r>
              <a:rPr lang="ar-EG" sz="2400" dirty="0"/>
              <a:t>Each element requires significant computation. </a:t>
            </a:r>
          </a:p>
          <a:p>
            <a:pPr lvl="0"/>
            <a:r>
              <a:rPr lang="ar-EG" sz="2400" dirty="0"/>
              <a:t>The operation can be safely executed in parallel. </a:t>
            </a:r>
          </a:p>
          <a:p>
            <a:pPr lvl="0"/>
            <a:r>
              <a:rPr lang="ar-EG" sz="2400" dirty="0"/>
              <a:t>The environment has multiple CPU cores.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492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ECFB0-FA3E-AD90-E8CE-63AFB125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✍Avoid blindly using parallel streams.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44CC8-804C-9A10-56AC-E0D8E1AE9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Consider:</a:t>
            </a:r>
          </a:p>
          <a:p>
            <a:pPr lvl="0"/>
            <a:r>
              <a:rPr lang="ar-EG" sz="2400" dirty="0"/>
              <a:t>Thread-safety </a:t>
            </a:r>
          </a:p>
          <a:p>
            <a:pPr lvl="0"/>
            <a:r>
              <a:rPr lang="ar-EG" sz="2400" dirty="0"/>
              <a:t>Ordering requirements </a:t>
            </a:r>
          </a:p>
          <a:p>
            <a:pPr lvl="0"/>
            <a:r>
              <a:rPr lang="ar-EG" sz="2400" dirty="0"/>
              <a:t>Shared mutable state </a:t>
            </a:r>
          </a:p>
          <a:p>
            <a:pPr lvl="0"/>
            <a:r>
              <a:rPr lang="ar-EG" sz="2400" dirty="0"/>
              <a:t>Overhead of parallelization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857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01AC2F-562A-B26A-DCCC-DA5EBD6A9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01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C5CA3-93A2-F947-519D-618286C0C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0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730</Words>
  <Application>Microsoft Office PowerPoint</Application>
  <PresentationFormat>Widescreen</PresentationFormat>
  <Paragraphs>180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✍Lecture 10 : </vt:lpstr>
      <vt:lpstr>✍Java Stream API</vt:lpstr>
      <vt:lpstr>✍What Is a Stream</vt:lpstr>
      <vt:lpstr>✍Collections vs Streams</vt:lpstr>
      <vt:lpstr>✍From Loop to Stream</vt:lpstr>
      <vt:lpstr>✍Stream Pipeline</vt:lpstr>
      <vt:lpstr>✍Intermediate Operations</vt:lpstr>
      <vt:lpstr>✍Terminal Operation</vt:lpstr>
      <vt:lpstr>✍Intermediate vs Terminal Operations</vt:lpstr>
      <vt:lpstr>✍filter()</vt:lpstr>
      <vt:lpstr>✍Combining Operations</vt:lpstr>
      <vt:lpstr>✍sorted()</vt:lpstr>
      <vt:lpstr>✍distinct()</vt:lpstr>
      <vt:lpstr>✍limit()</vt:lpstr>
      <vt:lpstr>✍ peek()</vt:lpstr>
      <vt:lpstr>✍Common terminal operations:</vt:lpstr>
      <vt:lpstr>✍Employee Stream Example</vt:lpstr>
      <vt:lpstr>✍forEach() with Objects</vt:lpstr>
      <vt:lpstr>✍Filtering Employees by Salary</vt:lpstr>
      <vt:lpstr>✍Mapping Employees to Names</vt:lpstr>
      <vt:lpstr>✍Method Reference</vt:lpstr>
      <vt:lpstr>✍Filter Then Map</vt:lpstr>
      <vt:lpstr>✍Sorting Employees</vt:lpstr>
      <vt:lpstr>✍Sorting in Descending Order</vt:lpstr>
      <vt:lpstr>✍Introducing Reduction Operations</vt:lpstr>
      <vt:lpstr>✍count()</vt:lpstr>
      <vt:lpstr>✍min() and max()</vt:lpstr>
      <vt:lpstr>✍sum() and average()</vt:lpstr>
      <vt:lpstr>✍reduce()</vt:lpstr>
      <vt:lpstr>✍collect()</vt:lpstr>
      <vt:lpstr>✍summarizingDouble</vt:lpstr>
      <vt:lpstr>✍When Should We Use Parallel Streams?</vt:lpstr>
      <vt:lpstr>✍Avoid blindly using parallel streams.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1</cp:revision>
  <dcterms:created xsi:type="dcterms:W3CDTF">2026-08-31T17:21:32Z</dcterms:created>
  <dcterms:modified xsi:type="dcterms:W3CDTF">2026-09-01T15:51:38Z</dcterms:modified>
</cp:coreProperties>
</file>