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80" r:id="rId3"/>
    <p:sldId id="262" r:id="rId4"/>
    <p:sldId id="267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0:54:48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B261-C083-F0FF-29DD-AEC442C7A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2E43E-6E06-2915-54C7-4C9567CEE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0355E-F0B7-6742-C990-9EC08B5D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0AFEB-61EB-A9BC-CFB0-D7459DE1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3A174-5869-FE30-87B2-C7296FCA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793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7EF9-C67C-F432-3348-9E1B508A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0BDE7-B63A-E3B9-8F07-42D0B4D24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F8395-0F9B-7E43-49C3-E2EC71B9A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0D4B-6613-607C-2425-5E82928EE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1C603-BEB7-E46A-8C61-E632A974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3509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DA3C-2D2F-E869-31A3-F4684D02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473EC-9745-3469-4156-3EBE96566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1F51F-51C3-7C80-B10D-E8DB7D62E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AD55E-FED9-E221-0594-05047CAF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72909-4CB7-4D71-9F69-61B74E3E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8017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5293-EA76-C383-73C9-C0B3CD02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FCE67-90CA-83A4-D584-ED170A31D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6350E-AE8B-AB97-BBEF-1B29F2CEB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EB4BF-D5CF-8365-ECD8-4A62CFA4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277DA-D796-6C48-3A04-A9AD96A6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2F32C-129C-6B57-7FF1-05966133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8019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D63E-B4B5-308A-C88B-815A4431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E5EC1-FF56-A797-A6B2-24B0E392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D01D-5F3A-3DDC-1EAA-42716F845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2A215-3CE3-7C5D-0787-86667F37D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AF424-02C8-DF96-DF5F-66E08B030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C2E89-0543-D289-345B-5F6EE8501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5093F-F29A-0555-ECC2-8D7CCF67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4DF57-AB99-5BD6-4A18-1D7DDA46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0337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AE05-B6C4-B506-3085-E5EFD1F0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890C1-000E-665C-F5C2-D35A6076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6DB99-2E9F-64EF-0414-1E22F210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CC220-ECD3-9840-4E18-AC58BCB1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7804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5E004-BA3A-8B7B-9810-3B0D7959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87B3A-2C28-81F7-B22B-24F70D5C6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D5131-AA60-F2AE-1A98-5BC99961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6436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5B95-5D05-573F-BDBF-C4B95987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1FED-1B78-ACF7-BD91-74C280C8F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0FCE7-AB70-305F-86AE-8FEDD8765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2D96D-A310-CA90-C85F-5C98298A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EB81A-34E2-70B4-E86A-3C39CD63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D90E9-950B-0DC7-41A4-2360E4A6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7031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0D4A-EDCF-83C4-AE22-97CBA963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321E1A-85A5-26B9-94A0-7FB781FD1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0F26C-6F82-681B-C2EC-1E9A5EE98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5F228-6031-2BEA-B6AF-691A5BDB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41586-8C35-CB92-C65A-FFB69137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19663-D28E-3913-A1F1-A9DFBF41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4565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041D-423F-A1B5-949D-ABA8F4B7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7D2B2-FF5B-F78F-5702-F00C4CD5C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456FC-6F38-8494-74BF-9B27BCE47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AD71C-789E-D7DC-4511-84ECCE0B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49780-FA53-4270-709E-0AE586AA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8148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6998D-884C-8A88-7AB3-4E2DECAB3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EF080-7152-B4D8-53E7-3E3D5CF6F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922F0-8F24-2BDF-7203-FD8A0C34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B74FC-6E26-05B9-197A-C05FB67B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A0CD-B73F-106E-5598-2647B79B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6773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472F9B-C5AA-C05F-3276-BB13128D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E00CB-187C-B8BB-6BE3-EF903CCA6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1D28A-E983-FE58-E34F-48377DF9B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B36B3-42A0-4D9A-BBAF-C7A4CF831130}" type="datetimeFigureOut">
              <a:rPr lang="ar-EG" smtClean="0"/>
              <a:t>07/03/1448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36C83-3B11-C124-BAC2-6901DB732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9D919-A532-282C-1DC2-0836323F8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832C2-D684-43EB-9045-736FBD2C140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0732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6A5FDD-E8DD-87C7-1D20-D67ACD0196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0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46EC1-0EDA-94DE-6585-F8CC4B23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✍Core Java … 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5F32B-7296-A0D2-B551-1010549F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lnSpcReduction="10000"/>
          </a:bodyPr>
          <a:lstStyle/>
          <a:p>
            <a:r>
              <a:rPr lang="en-US" sz="2400" b="1" dirty="0"/>
              <a:t>Lecture 2 : </a:t>
            </a:r>
          </a:p>
          <a:p>
            <a:pPr lvl="1"/>
            <a:r>
              <a:rPr lang="ar-EG" sz="2000" dirty="0"/>
              <a:t>Encapsulation</a:t>
            </a:r>
          </a:p>
          <a:p>
            <a:pPr lvl="1"/>
            <a:r>
              <a:rPr lang="ar-EG" sz="2000" dirty="0"/>
              <a:t>Inheritance and Polymorphism</a:t>
            </a:r>
          </a:p>
          <a:p>
            <a:pPr lvl="1"/>
            <a:r>
              <a:rPr lang="ar-EG" sz="2000" dirty="0"/>
              <a:t>First Java Program</a:t>
            </a:r>
          </a:p>
          <a:p>
            <a:pPr lvl="1"/>
            <a:r>
              <a:rPr lang="ar-EG" sz="2000" dirty="0"/>
              <a:t>Simple Operations with Variables</a:t>
            </a:r>
          </a:p>
          <a:p>
            <a:pPr lvl="1"/>
            <a:r>
              <a:rPr lang="ar-EG" sz="2000" dirty="0"/>
              <a:t>Control Statements Examples</a:t>
            </a:r>
          </a:p>
          <a:p>
            <a:pPr lvl="1"/>
            <a:r>
              <a:rPr lang="ar-EG" sz="2000" dirty="0"/>
              <a:t>Java Code Blocks</a:t>
            </a:r>
          </a:p>
          <a:p>
            <a:pPr lvl="1"/>
            <a:r>
              <a:rPr lang="ar-EG" sz="2000" dirty="0"/>
              <a:t>Java Lexical Issues</a:t>
            </a:r>
          </a:p>
          <a:p>
            <a:r>
              <a:rPr lang="en-US" sz="2400" b="1" dirty="0"/>
              <a:t>Lab 2 .</a:t>
            </a:r>
            <a:endParaRPr lang="ar-EG" sz="24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51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98ED5C-6304-962C-30A8-39A3CD5EFA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29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C8F569-36E2-F568-FE40-C28F421C4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09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123B6-7B35-26C3-3D15-1E35882A5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8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76F12-371A-049D-2FBA-5B90B5533F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1010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1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65F8B-AB9A-56AE-1C4A-FBF407196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3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69C1F1-34FD-539E-DF6D-A8423B53D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13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63D9C-8B90-A175-9A1B-692A42D9C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6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7F056-0ABB-6D97-DD89-8F0450C14A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97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4AD53D-3356-90FE-5BF5-AD228226C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17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7BDC98-D8AC-921C-5834-4007A628E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2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F5B3A5-9CD1-E5E4-4F09-C9A065CD61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22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5F0BF-BFDF-6757-A139-572D81DF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9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716B41-C97C-9371-1575-CF8428C8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84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6ABD8-C78D-B2F4-3004-227324CEB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64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37302F-27ED-3B9C-C929-495454AE32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58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54E950-7490-4DDC-8C81-555EF4C43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63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3B7EB-12C4-9594-AC26-0B2F9435E6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67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178BBD-3DA2-8D9A-4771-A3C57004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07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F9F00E-C55C-1D07-CF7D-46777C0E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9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E9DC40-311A-76C1-B943-D95DF8AD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06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55ECD1-A023-5ECE-9310-2EB6AA7D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00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5C5836-EA3D-C607-24C7-76B5D7473C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9E53388-0904-F128-1670-CA71A6F53E66}"/>
                  </a:ext>
                </a:extLst>
              </p14:cNvPr>
              <p14:cNvContentPartPr/>
              <p14:nvPr/>
            </p14:nvContentPartPr>
            <p14:xfrm>
              <a:off x="2684604" y="394908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9E53388-0904-F128-1670-CA71A6F53E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5604" y="394044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9732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940B8-BB4D-0C71-3C01-13DB4023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96EE7809-F08A-A605-1BCC-DF3248D560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8BFB29E7-F98B-4211-9143-666DA2AF2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54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31</Words>
  <Application>Microsoft Office PowerPoint</Application>
  <PresentationFormat>Widescreen</PresentationFormat>
  <Paragraphs>11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✍Core Java …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6</cp:revision>
  <dcterms:created xsi:type="dcterms:W3CDTF">2026-08-19T16:30:26Z</dcterms:created>
  <dcterms:modified xsi:type="dcterms:W3CDTF">2026-08-20T10:58:12Z</dcterms:modified>
</cp:coreProperties>
</file>