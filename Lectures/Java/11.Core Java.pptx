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84" r:id="rId3"/>
    <p:sldId id="285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57" r:id="rId14"/>
    <p:sldId id="287" r:id="rId15"/>
    <p:sldId id="288" r:id="rId16"/>
    <p:sldId id="289" r:id="rId17"/>
    <p:sldId id="290" r:id="rId18"/>
    <p:sldId id="259" r:id="rId19"/>
    <p:sldId id="262" r:id="rId20"/>
    <p:sldId id="292" r:id="rId21"/>
    <p:sldId id="263" r:id="rId22"/>
    <p:sldId id="293" r:id="rId23"/>
    <p:sldId id="294" r:id="rId24"/>
    <p:sldId id="264" r:id="rId25"/>
    <p:sldId id="295" r:id="rId26"/>
    <p:sldId id="296" r:id="rId27"/>
    <p:sldId id="268" r:id="rId28"/>
    <p:sldId id="267" r:id="rId29"/>
    <p:sldId id="265" r:id="rId30"/>
    <p:sldId id="266" r:id="rId31"/>
    <p:sldId id="260" r:id="rId32"/>
    <p:sldId id="269" r:id="rId33"/>
    <p:sldId id="270" r:id="rId34"/>
    <p:sldId id="271" r:id="rId35"/>
    <p:sldId id="297" r:id="rId36"/>
    <p:sldId id="298" r:id="rId37"/>
    <p:sldId id="300" r:id="rId38"/>
    <p:sldId id="273" r:id="rId39"/>
  </p:sldIdLst>
  <p:sldSz cx="12192000" cy="6858000"/>
  <p:notesSz cx="6858000" cy="9144000"/>
  <p:defaultTextStyle>
    <a:defPPr>
      <a:defRPr lang="ar-E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FEB6F8-18DD-4B87-8E6A-E320C341CDCD}" v="141" dt="2026-09-02T09:42:32.6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710" autoAdjust="0"/>
  </p:normalViewPr>
  <p:slideViewPr>
    <p:cSldViewPr snapToGrid="0">
      <p:cViewPr varScale="1">
        <p:scale>
          <a:sx n="79" d="100"/>
          <a:sy n="79" d="100"/>
        </p:scale>
        <p:origin x="802" y="72"/>
      </p:cViewPr>
      <p:guideLst/>
    </p:cSldViewPr>
  </p:slideViewPr>
  <p:outlineViewPr>
    <p:cViewPr>
      <p:scale>
        <a:sx n="33" d="100"/>
        <a:sy n="33" d="100"/>
      </p:scale>
      <p:origin x="0" y="-402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sraa Mohamed" userId="32a53f8955a3383c" providerId="LiveId" clId="{F10043CA-7E0C-4C5B-B8AD-80B51C33A480}"/>
    <pc:docChg chg="undo custSel addSld delSld modSld sldOrd">
      <pc:chgData name="Esraa Mohamed" userId="32a53f8955a3383c" providerId="LiveId" clId="{F10043CA-7E0C-4C5B-B8AD-80B51C33A480}" dt="2026-09-02T09:42:32.680" v="578"/>
      <pc:docMkLst>
        <pc:docMk/>
      </pc:docMkLst>
      <pc:sldChg chg="del">
        <pc:chgData name="Esraa Mohamed" userId="32a53f8955a3383c" providerId="LiveId" clId="{F10043CA-7E0C-4C5B-B8AD-80B51C33A480}" dt="2026-09-02T06:29:30.379" v="219" actId="2696"/>
        <pc:sldMkLst>
          <pc:docMk/>
          <pc:sldMk cId="859379948" sldId="257"/>
        </pc:sldMkLst>
      </pc:sldChg>
      <pc:sldChg chg="delSp add setBg delDesignElem">
        <pc:chgData name="Esraa Mohamed" userId="32a53f8955a3383c" providerId="LiveId" clId="{F10043CA-7E0C-4C5B-B8AD-80B51C33A480}" dt="2026-09-02T06:29:42.494" v="221"/>
        <pc:sldMkLst>
          <pc:docMk/>
          <pc:sldMk cId="4022510708" sldId="257"/>
        </pc:sldMkLst>
        <pc:spChg chg="del">
          <ac:chgData name="Esraa Mohamed" userId="32a53f8955a3383c" providerId="LiveId" clId="{F10043CA-7E0C-4C5B-B8AD-80B51C33A480}" dt="2026-09-02T06:29:42.494" v="221"/>
          <ac:spMkLst>
            <pc:docMk/>
            <pc:sldMk cId="4022510708" sldId="257"/>
            <ac:spMk id="14" creationId="{B6CDA21F-E7AF-4C75-8395-33F58D5B0E45}"/>
          </ac:spMkLst>
        </pc:spChg>
        <pc:spChg chg="del">
          <ac:chgData name="Esraa Mohamed" userId="32a53f8955a3383c" providerId="LiveId" clId="{F10043CA-7E0C-4C5B-B8AD-80B51C33A480}" dt="2026-09-02T06:29:42.494" v="221"/>
          <ac:spMkLst>
            <pc:docMk/>
            <pc:sldMk cId="4022510708" sldId="257"/>
            <ac:spMk id="15" creationId="{D5B0017B-2ECA-49AF-B397-DC140825DF8D}"/>
          </ac:spMkLst>
        </pc:spChg>
        <pc:grpChg chg="del">
          <ac:chgData name="Esraa Mohamed" userId="32a53f8955a3383c" providerId="LiveId" clId="{F10043CA-7E0C-4C5B-B8AD-80B51C33A480}" dt="2026-09-02T06:29:42.494" v="221"/>
          <ac:grpSpMkLst>
            <pc:docMk/>
            <pc:sldMk cId="4022510708" sldId="257"/>
            <ac:grpSpMk id="16" creationId="{AE1C45F0-260A-458C-96ED-C1F6D2151219}"/>
          </ac:grpSpMkLst>
        </pc:grpChg>
        <pc:cxnChg chg="del">
          <ac:chgData name="Esraa Mohamed" userId="32a53f8955a3383c" providerId="LiveId" clId="{F10043CA-7E0C-4C5B-B8AD-80B51C33A480}" dt="2026-09-02T06:29:42.494" v="221"/>
          <ac:cxnSpMkLst>
            <pc:docMk/>
            <pc:sldMk cId="4022510708" sldId="257"/>
            <ac:cxnSpMk id="17" creationId="{6CF1BAF6-AD41-4082-B212-8A1F9A2E8779}"/>
          </ac:cxnSpMkLst>
        </pc:cxnChg>
      </pc:sldChg>
      <pc:sldChg chg="del">
        <pc:chgData name="Esraa Mohamed" userId="32a53f8955a3383c" providerId="LiveId" clId="{F10043CA-7E0C-4C5B-B8AD-80B51C33A480}" dt="2026-09-02T06:56:06.209" v="222" actId="47"/>
        <pc:sldMkLst>
          <pc:docMk/>
          <pc:sldMk cId="2168996568" sldId="258"/>
        </pc:sldMkLst>
      </pc:sldChg>
      <pc:sldChg chg="addSp modSp mod ord">
        <pc:chgData name="Esraa Mohamed" userId="32a53f8955a3383c" providerId="LiveId" clId="{F10043CA-7E0C-4C5B-B8AD-80B51C33A480}" dt="2026-09-02T08:12:13.496" v="297" actId="9405"/>
        <pc:sldMkLst>
          <pc:docMk/>
          <pc:sldMk cId="336807810" sldId="259"/>
        </pc:sldMkLst>
        <pc:grpChg chg="mod">
          <ac:chgData name="Esraa Mohamed" userId="32a53f8955a3383c" providerId="LiveId" clId="{F10043CA-7E0C-4C5B-B8AD-80B51C33A480}" dt="2026-09-02T08:11:44.695" v="296"/>
          <ac:grpSpMkLst>
            <pc:docMk/>
            <pc:sldMk cId="336807810" sldId="259"/>
            <ac:grpSpMk id="9" creationId="{9BA1EB47-2090-8F29-5081-C84F47987BD4}"/>
          </ac:grpSpMkLst>
        </pc:grpChg>
        <pc:inkChg chg="add mod">
          <ac:chgData name="Esraa Mohamed" userId="32a53f8955a3383c" providerId="LiveId" clId="{F10043CA-7E0C-4C5B-B8AD-80B51C33A480}" dt="2026-09-02T08:11:44.695" v="296"/>
          <ac:inkMkLst>
            <pc:docMk/>
            <pc:sldMk cId="336807810" sldId="259"/>
            <ac:inkMk id="4" creationId="{C9543265-5D56-78DE-8946-956ED98BF2DA}"/>
          </ac:inkMkLst>
        </pc:inkChg>
        <pc:inkChg chg="add mod">
          <ac:chgData name="Esraa Mohamed" userId="32a53f8955a3383c" providerId="LiveId" clId="{F10043CA-7E0C-4C5B-B8AD-80B51C33A480}" dt="2026-09-02T08:11:44.695" v="296"/>
          <ac:inkMkLst>
            <pc:docMk/>
            <pc:sldMk cId="336807810" sldId="259"/>
            <ac:inkMk id="5" creationId="{AF78EBC5-6D7F-DACE-230F-DCF43DB820DA}"/>
          </ac:inkMkLst>
        </pc:inkChg>
        <pc:inkChg chg="add mod">
          <ac:chgData name="Esraa Mohamed" userId="32a53f8955a3383c" providerId="LiveId" clId="{F10043CA-7E0C-4C5B-B8AD-80B51C33A480}" dt="2026-09-02T08:11:44.695" v="296"/>
          <ac:inkMkLst>
            <pc:docMk/>
            <pc:sldMk cId="336807810" sldId="259"/>
            <ac:inkMk id="6" creationId="{90FEF184-9306-392E-D8BF-647057915C4F}"/>
          </ac:inkMkLst>
        </pc:inkChg>
        <pc:inkChg chg="add mod">
          <ac:chgData name="Esraa Mohamed" userId="32a53f8955a3383c" providerId="LiveId" clId="{F10043CA-7E0C-4C5B-B8AD-80B51C33A480}" dt="2026-09-02T08:11:44.695" v="296"/>
          <ac:inkMkLst>
            <pc:docMk/>
            <pc:sldMk cId="336807810" sldId="259"/>
            <ac:inkMk id="7" creationId="{3DD0A11C-7E2E-31C1-DBAF-264312623163}"/>
          </ac:inkMkLst>
        </pc:inkChg>
        <pc:inkChg chg="add">
          <ac:chgData name="Esraa Mohamed" userId="32a53f8955a3383c" providerId="LiveId" clId="{F10043CA-7E0C-4C5B-B8AD-80B51C33A480}" dt="2026-09-02T08:12:13.496" v="297" actId="9405"/>
          <ac:inkMkLst>
            <pc:docMk/>
            <pc:sldMk cId="336807810" sldId="259"/>
            <ac:inkMk id="14" creationId="{308FF5F1-7DCB-1258-6D09-29EC263DEE52}"/>
          </ac:inkMkLst>
        </pc:inkChg>
      </pc:sldChg>
      <pc:sldChg chg="addSp delSp modSp mod ord setBg">
        <pc:chgData name="Esraa Mohamed" userId="32a53f8955a3383c" providerId="LiveId" clId="{F10043CA-7E0C-4C5B-B8AD-80B51C33A480}" dt="2026-09-02T09:19:04.386" v="491" actId="9405"/>
        <pc:sldMkLst>
          <pc:docMk/>
          <pc:sldMk cId="3758981826" sldId="260"/>
        </pc:sldMkLst>
        <pc:spChg chg="mod">
          <ac:chgData name="Esraa Mohamed" userId="32a53f8955a3383c" providerId="LiveId" clId="{F10043CA-7E0C-4C5B-B8AD-80B51C33A480}" dt="2026-09-01T20:07:22.980" v="95" actId="26606"/>
          <ac:spMkLst>
            <pc:docMk/>
            <pc:sldMk cId="3758981826" sldId="260"/>
            <ac:spMk id="2" creationId="{0F6B9918-D2BD-57B6-DE65-CD4DAD6552F9}"/>
          </ac:spMkLst>
        </pc:spChg>
        <pc:spChg chg="mod">
          <ac:chgData name="Esraa Mohamed" userId="32a53f8955a3383c" providerId="LiveId" clId="{F10043CA-7E0C-4C5B-B8AD-80B51C33A480}" dt="2026-09-01T20:07:22.980" v="95" actId="26606"/>
          <ac:spMkLst>
            <pc:docMk/>
            <pc:sldMk cId="3758981826" sldId="260"/>
            <ac:spMk id="3" creationId="{AD3BDEC3-3DC8-2945-41A3-994176E4D0E9}"/>
          </ac:spMkLst>
        </pc:spChg>
        <pc:spChg chg="add">
          <ac:chgData name="Esraa Mohamed" userId="32a53f8955a3383c" providerId="LiveId" clId="{F10043CA-7E0C-4C5B-B8AD-80B51C33A480}" dt="2026-09-01T20:07:22.980" v="95" actId="26606"/>
          <ac:spMkLst>
            <pc:docMk/>
            <pc:sldMk cId="3758981826" sldId="260"/>
            <ac:spMk id="10" creationId="{BCED4D40-4B67-4331-AC48-79B82B4A47D8}"/>
          </ac:spMkLst>
        </pc:spChg>
        <pc:spChg chg="add">
          <ac:chgData name="Esraa Mohamed" userId="32a53f8955a3383c" providerId="LiveId" clId="{F10043CA-7E0C-4C5B-B8AD-80B51C33A480}" dt="2026-09-01T20:07:22.980" v="95" actId="26606"/>
          <ac:spMkLst>
            <pc:docMk/>
            <pc:sldMk cId="3758981826" sldId="260"/>
            <ac:spMk id="12" creationId="{670CEDEF-4F34-412E-84EE-329C1E936AF5}"/>
          </ac:spMkLst>
        </pc:spChg>
        <pc:picChg chg="add mod">
          <ac:chgData name="Esraa Mohamed" userId="32a53f8955a3383c" providerId="LiveId" clId="{F10043CA-7E0C-4C5B-B8AD-80B51C33A480}" dt="2026-09-01T20:07:22.980" v="95" actId="26606"/>
          <ac:picMkLst>
            <pc:docMk/>
            <pc:sldMk cId="3758981826" sldId="260"/>
            <ac:picMk id="5" creationId="{8888D77C-3AE3-06FC-0B30-9244ADE7AFF5}"/>
          </ac:picMkLst>
        </pc:picChg>
        <pc:inkChg chg="add del">
          <ac:chgData name="Esraa Mohamed" userId="32a53f8955a3383c" providerId="LiveId" clId="{F10043CA-7E0C-4C5B-B8AD-80B51C33A480}" dt="2026-09-02T09:18:47.727" v="487"/>
          <ac:inkMkLst>
            <pc:docMk/>
            <pc:sldMk cId="3758981826" sldId="260"/>
            <ac:inkMk id="4" creationId="{A99169DD-59BC-0892-9206-DB066A356706}"/>
          </ac:inkMkLst>
        </pc:inkChg>
        <pc:inkChg chg="add">
          <ac:chgData name="Esraa Mohamed" userId="32a53f8955a3383c" providerId="LiveId" clId="{F10043CA-7E0C-4C5B-B8AD-80B51C33A480}" dt="2026-09-02T09:18:47.727" v="487"/>
          <ac:inkMkLst>
            <pc:docMk/>
            <pc:sldMk cId="3758981826" sldId="260"/>
            <ac:inkMk id="6" creationId="{4A4AB295-B5CB-9177-578F-9114069F48E1}"/>
          </ac:inkMkLst>
        </pc:inkChg>
        <pc:inkChg chg="add">
          <ac:chgData name="Esraa Mohamed" userId="32a53f8955a3383c" providerId="LiveId" clId="{F10043CA-7E0C-4C5B-B8AD-80B51C33A480}" dt="2026-09-02T09:18:51.730" v="488" actId="9405"/>
          <ac:inkMkLst>
            <pc:docMk/>
            <pc:sldMk cId="3758981826" sldId="260"/>
            <ac:inkMk id="7" creationId="{DF3823C3-0747-884B-9347-CB5ED46D77BE}"/>
          </ac:inkMkLst>
        </pc:inkChg>
        <pc:inkChg chg="add del">
          <ac:chgData name="Esraa Mohamed" userId="32a53f8955a3383c" providerId="LiveId" clId="{F10043CA-7E0C-4C5B-B8AD-80B51C33A480}" dt="2026-09-02T09:18:57.525" v="490"/>
          <ac:inkMkLst>
            <pc:docMk/>
            <pc:sldMk cId="3758981826" sldId="260"/>
            <ac:inkMk id="8" creationId="{426A38F1-D21B-735D-315F-B6051BE72BB0}"/>
          </ac:inkMkLst>
        </pc:inkChg>
        <pc:inkChg chg="add">
          <ac:chgData name="Esraa Mohamed" userId="32a53f8955a3383c" providerId="LiveId" clId="{F10043CA-7E0C-4C5B-B8AD-80B51C33A480}" dt="2026-09-02T09:18:57.525" v="490"/>
          <ac:inkMkLst>
            <pc:docMk/>
            <pc:sldMk cId="3758981826" sldId="260"/>
            <ac:inkMk id="9" creationId="{FB6E36CE-2506-17A8-9B4F-B4E48C41CA4E}"/>
          </ac:inkMkLst>
        </pc:inkChg>
        <pc:inkChg chg="add">
          <ac:chgData name="Esraa Mohamed" userId="32a53f8955a3383c" providerId="LiveId" clId="{F10043CA-7E0C-4C5B-B8AD-80B51C33A480}" dt="2026-09-02T09:19:04.386" v="491" actId="9405"/>
          <ac:inkMkLst>
            <pc:docMk/>
            <pc:sldMk cId="3758981826" sldId="260"/>
            <ac:inkMk id="11" creationId="{24CC6A31-737B-4793-BB6E-97470A71F23A}"/>
          </ac:inkMkLst>
        </pc:inkChg>
      </pc:sldChg>
      <pc:sldChg chg="del">
        <pc:chgData name="Esraa Mohamed" userId="32a53f8955a3383c" providerId="LiveId" clId="{F10043CA-7E0C-4C5B-B8AD-80B51C33A480}" dt="2026-09-02T06:57:08.211" v="229" actId="47"/>
        <pc:sldMkLst>
          <pc:docMk/>
          <pc:sldMk cId="1192479009" sldId="261"/>
        </pc:sldMkLst>
      </pc:sldChg>
      <pc:sldChg chg="addSp delSp modSp mod ord">
        <pc:chgData name="Esraa Mohamed" userId="32a53f8955a3383c" providerId="LiveId" clId="{F10043CA-7E0C-4C5B-B8AD-80B51C33A480}" dt="2026-09-02T09:15:25.723" v="485" actId="9405"/>
        <pc:sldMkLst>
          <pc:docMk/>
          <pc:sldMk cId="394099063" sldId="262"/>
        </pc:sldMkLst>
        <pc:spChg chg="mod">
          <ac:chgData name="Esraa Mohamed" userId="32a53f8955a3383c" providerId="LiveId" clId="{F10043CA-7E0C-4C5B-B8AD-80B51C33A480}" dt="2026-09-01T18:04:04.069" v="1" actId="404"/>
          <ac:spMkLst>
            <pc:docMk/>
            <pc:sldMk cId="394099063" sldId="262"/>
            <ac:spMk id="2" creationId="{742EA627-FB34-05BB-2A9E-ED63731CC449}"/>
          </ac:spMkLst>
        </pc:spChg>
        <pc:spChg chg="mod">
          <ac:chgData name="Esraa Mohamed" userId="32a53f8955a3383c" providerId="LiveId" clId="{F10043CA-7E0C-4C5B-B8AD-80B51C33A480}" dt="2026-09-02T07:00:25.898" v="238" actId="20577"/>
          <ac:spMkLst>
            <pc:docMk/>
            <pc:sldMk cId="394099063" sldId="262"/>
            <ac:spMk id="3" creationId="{9E1388E4-D1D2-674A-7F65-8130B1B616CE}"/>
          </ac:spMkLst>
        </pc:spChg>
        <pc:grpChg chg="mod">
          <ac:chgData name="Esraa Mohamed" userId="32a53f8955a3383c" providerId="LiveId" clId="{F10043CA-7E0C-4C5B-B8AD-80B51C33A480}" dt="2026-09-02T08:13:31.579" v="312"/>
          <ac:grpSpMkLst>
            <pc:docMk/>
            <pc:sldMk cId="394099063" sldId="262"/>
            <ac:grpSpMk id="23" creationId="{B17F1B00-89C6-5146-C282-9429438AAF44}"/>
          </ac:grpSpMkLst>
        </pc:grpChg>
        <pc:grpChg chg="mod">
          <ac:chgData name="Esraa Mohamed" userId="32a53f8955a3383c" providerId="LiveId" clId="{F10043CA-7E0C-4C5B-B8AD-80B51C33A480}" dt="2026-09-02T08:13:34.380" v="316"/>
          <ac:grpSpMkLst>
            <pc:docMk/>
            <pc:sldMk cId="394099063" sldId="262"/>
            <ac:grpSpMk id="27" creationId="{7E435BD2-2E4C-8A94-3F5B-D5029FE42B6D}"/>
          </ac:grpSpMkLst>
        </pc:grpChg>
        <pc:grpChg chg="mod">
          <ac:chgData name="Esraa Mohamed" userId="32a53f8955a3383c" providerId="LiveId" clId="{F10043CA-7E0C-4C5B-B8AD-80B51C33A480}" dt="2026-09-02T08:13:48.696" v="320"/>
          <ac:grpSpMkLst>
            <pc:docMk/>
            <pc:sldMk cId="394099063" sldId="262"/>
            <ac:grpSpMk id="31" creationId="{2A4A6332-EC65-EC92-4700-5DFEE3658406}"/>
          </ac:grpSpMkLst>
        </pc:grpChg>
        <pc:grpChg chg="mod">
          <ac:chgData name="Esraa Mohamed" userId="32a53f8955a3383c" providerId="LiveId" clId="{F10043CA-7E0C-4C5B-B8AD-80B51C33A480}" dt="2026-09-02T09:15:22.982" v="484"/>
          <ac:grpSpMkLst>
            <pc:docMk/>
            <pc:sldMk cId="394099063" sldId="262"/>
            <ac:grpSpMk id="34" creationId="{C17DA2CC-466A-7C85-F22C-DFB3E04A3731}"/>
          </ac:grpSpMkLst>
        </pc:grpChg>
        <pc:inkChg chg="add">
          <ac:chgData name="Esraa Mohamed" userId="32a53f8955a3383c" providerId="LiveId" clId="{F10043CA-7E0C-4C5B-B8AD-80B51C33A480}" dt="2026-09-02T08:12:56.271" v="298" actId="9405"/>
          <ac:inkMkLst>
            <pc:docMk/>
            <pc:sldMk cId="394099063" sldId="262"/>
            <ac:inkMk id="4" creationId="{EFA69195-7E50-CE46-A3A2-473C7B9629B7}"/>
          </ac:inkMkLst>
        </pc:inkChg>
        <pc:inkChg chg="add del">
          <ac:chgData name="Esraa Mohamed" userId="32a53f8955a3383c" providerId="LiveId" clId="{F10043CA-7E0C-4C5B-B8AD-80B51C33A480}" dt="2026-09-02T08:13:04.565" v="300"/>
          <ac:inkMkLst>
            <pc:docMk/>
            <pc:sldMk cId="394099063" sldId="262"/>
            <ac:inkMk id="5" creationId="{C72ACCA8-0745-70AE-6FD6-4A5E5FB7744A}"/>
          </ac:inkMkLst>
        </pc:inkChg>
        <pc:inkChg chg="add mod">
          <ac:chgData name="Esraa Mohamed" userId="32a53f8955a3383c" providerId="LiveId" clId="{F10043CA-7E0C-4C5B-B8AD-80B51C33A480}" dt="2026-09-02T08:13:05.503" v="301"/>
          <ac:inkMkLst>
            <pc:docMk/>
            <pc:sldMk cId="394099063" sldId="262"/>
            <ac:inkMk id="6" creationId="{CF2AA702-8654-7E62-CF47-61A0780EA420}"/>
          </ac:inkMkLst>
        </pc:inkChg>
        <pc:inkChg chg="add">
          <ac:chgData name="Esraa Mohamed" userId="32a53f8955a3383c" providerId="LiveId" clId="{F10043CA-7E0C-4C5B-B8AD-80B51C33A480}" dt="2026-09-02T08:13:16.362" v="302" actId="9405"/>
          <ac:inkMkLst>
            <pc:docMk/>
            <pc:sldMk cId="394099063" sldId="262"/>
            <ac:inkMk id="7" creationId="{FD644E25-B30B-BEA2-1906-811B41F3FB03}"/>
          </ac:inkMkLst>
        </pc:inkChg>
        <pc:inkChg chg="add">
          <ac:chgData name="Esraa Mohamed" userId="32a53f8955a3383c" providerId="LiveId" clId="{F10043CA-7E0C-4C5B-B8AD-80B51C33A480}" dt="2026-09-02T08:13:19.597" v="303" actId="9405"/>
          <ac:inkMkLst>
            <pc:docMk/>
            <pc:sldMk cId="394099063" sldId="262"/>
            <ac:inkMk id="8" creationId="{6F0F6492-DFE2-D232-60E6-EB55B4ACE819}"/>
          </ac:inkMkLst>
        </pc:inkChg>
        <pc:inkChg chg="add del">
          <ac:chgData name="Esraa Mohamed" userId="32a53f8955a3383c" providerId="LiveId" clId="{F10043CA-7E0C-4C5B-B8AD-80B51C33A480}" dt="2026-09-02T08:13:22.966" v="305"/>
          <ac:inkMkLst>
            <pc:docMk/>
            <pc:sldMk cId="394099063" sldId="262"/>
            <ac:inkMk id="9" creationId="{064CE642-CE4C-4573-6D42-A2F66AC8341E}"/>
          </ac:inkMkLst>
        </pc:inkChg>
        <pc:inkChg chg="add mod">
          <ac:chgData name="Esraa Mohamed" userId="32a53f8955a3383c" providerId="LiveId" clId="{F10043CA-7E0C-4C5B-B8AD-80B51C33A480}" dt="2026-09-02T08:13:25.995" v="306"/>
          <ac:inkMkLst>
            <pc:docMk/>
            <pc:sldMk cId="394099063" sldId="262"/>
            <ac:inkMk id="10" creationId="{D0715D38-CD4F-FC7F-726A-1A2519239E5D}"/>
          </ac:inkMkLst>
        </pc:inkChg>
        <pc:inkChg chg="add mod">
          <ac:chgData name="Esraa Mohamed" userId="32a53f8955a3383c" providerId="LiveId" clId="{F10043CA-7E0C-4C5B-B8AD-80B51C33A480}" dt="2026-09-02T08:13:31.579" v="312"/>
          <ac:inkMkLst>
            <pc:docMk/>
            <pc:sldMk cId="394099063" sldId="262"/>
            <ac:inkMk id="12" creationId="{0FF8DC83-107D-8E62-7542-F44D90E03BC6}"/>
          </ac:inkMkLst>
        </pc:inkChg>
        <pc:inkChg chg="add mod">
          <ac:chgData name="Esraa Mohamed" userId="32a53f8955a3383c" providerId="LiveId" clId="{F10043CA-7E0C-4C5B-B8AD-80B51C33A480}" dt="2026-09-02T08:13:31.579" v="312"/>
          <ac:inkMkLst>
            <pc:docMk/>
            <pc:sldMk cId="394099063" sldId="262"/>
            <ac:inkMk id="19" creationId="{91B50808-DF14-43A2-674B-F5B442743BAA}"/>
          </ac:inkMkLst>
        </pc:inkChg>
        <pc:inkChg chg="add del">
          <ac:chgData name="Esraa Mohamed" userId="32a53f8955a3383c" providerId="LiveId" clId="{F10043CA-7E0C-4C5B-B8AD-80B51C33A480}" dt="2026-09-02T08:13:29.727" v="310"/>
          <ac:inkMkLst>
            <pc:docMk/>
            <pc:sldMk cId="394099063" sldId="262"/>
            <ac:inkMk id="20" creationId="{548C0587-6E60-32DA-98D7-076C38B9A562}"/>
          </ac:inkMkLst>
        </pc:inkChg>
        <pc:inkChg chg="add">
          <ac:chgData name="Esraa Mohamed" userId="32a53f8955a3383c" providerId="LiveId" clId="{F10043CA-7E0C-4C5B-B8AD-80B51C33A480}" dt="2026-09-02T08:13:29.727" v="310"/>
          <ac:inkMkLst>
            <pc:docMk/>
            <pc:sldMk cId="394099063" sldId="262"/>
            <ac:inkMk id="21" creationId="{9FB6EBBC-D999-4E27-8B2D-7347505875B1}"/>
          </ac:inkMkLst>
        </pc:inkChg>
        <pc:inkChg chg="add">
          <ac:chgData name="Esraa Mohamed" userId="32a53f8955a3383c" providerId="LiveId" clId="{F10043CA-7E0C-4C5B-B8AD-80B51C33A480}" dt="2026-09-02T08:13:31.033" v="311" actId="9405"/>
          <ac:inkMkLst>
            <pc:docMk/>
            <pc:sldMk cId="394099063" sldId="262"/>
            <ac:inkMk id="22" creationId="{CFDA15D6-DDE0-7FBA-2510-281F6B5755BA}"/>
          </ac:inkMkLst>
        </pc:inkChg>
        <pc:inkChg chg="add mod">
          <ac:chgData name="Esraa Mohamed" userId="32a53f8955a3383c" providerId="LiveId" clId="{F10043CA-7E0C-4C5B-B8AD-80B51C33A480}" dt="2026-09-02T08:13:34.380" v="316"/>
          <ac:inkMkLst>
            <pc:docMk/>
            <pc:sldMk cId="394099063" sldId="262"/>
            <ac:inkMk id="24" creationId="{6CF264A7-9C80-3CB9-5294-CA9244B9E30A}"/>
          </ac:inkMkLst>
        </pc:inkChg>
        <pc:inkChg chg="add mod">
          <ac:chgData name="Esraa Mohamed" userId="32a53f8955a3383c" providerId="LiveId" clId="{F10043CA-7E0C-4C5B-B8AD-80B51C33A480}" dt="2026-09-02T08:13:34.380" v="316"/>
          <ac:inkMkLst>
            <pc:docMk/>
            <pc:sldMk cId="394099063" sldId="262"/>
            <ac:inkMk id="25" creationId="{FBE6EFBB-52BF-7943-DCFE-88CC958D0619}"/>
          </ac:inkMkLst>
        </pc:inkChg>
        <pc:inkChg chg="add">
          <ac:chgData name="Esraa Mohamed" userId="32a53f8955a3383c" providerId="LiveId" clId="{F10043CA-7E0C-4C5B-B8AD-80B51C33A480}" dt="2026-09-02T08:13:33.481" v="315" actId="9405"/>
          <ac:inkMkLst>
            <pc:docMk/>
            <pc:sldMk cId="394099063" sldId="262"/>
            <ac:inkMk id="26" creationId="{CD9BE174-3C32-20D7-7920-B19F3D6B3D65}"/>
          </ac:inkMkLst>
        </pc:inkChg>
        <pc:inkChg chg="add mod">
          <ac:chgData name="Esraa Mohamed" userId="32a53f8955a3383c" providerId="LiveId" clId="{F10043CA-7E0C-4C5B-B8AD-80B51C33A480}" dt="2026-09-02T08:13:48.696" v="320"/>
          <ac:inkMkLst>
            <pc:docMk/>
            <pc:sldMk cId="394099063" sldId="262"/>
            <ac:inkMk id="28" creationId="{4FE39920-DD46-FA5B-CD52-6BEFC340A033}"/>
          </ac:inkMkLst>
        </pc:inkChg>
        <pc:inkChg chg="add mod">
          <ac:chgData name="Esraa Mohamed" userId="32a53f8955a3383c" providerId="LiveId" clId="{F10043CA-7E0C-4C5B-B8AD-80B51C33A480}" dt="2026-09-02T08:13:48.696" v="320"/>
          <ac:inkMkLst>
            <pc:docMk/>
            <pc:sldMk cId="394099063" sldId="262"/>
            <ac:inkMk id="29" creationId="{B3B79116-2E56-06C8-3905-15128CBC768B}"/>
          </ac:inkMkLst>
        </pc:inkChg>
        <pc:inkChg chg="add">
          <ac:chgData name="Esraa Mohamed" userId="32a53f8955a3383c" providerId="LiveId" clId="{F10043CA-7E0C-4C5B-B8AD-80B51C33A480}" dt="2026-09-02T08:13:47.814" v="319" actId="9405"/>
          <ac:inkMkLst>
            <pc:docMk/>
            <pc:sldMk cId="394099063" sldId="262"/>
            <ac:inkMk id="30" creationId="{92BF518E-8BD0-DFA7-6E0E-F5437E96DDC3}"/>
          </ac:inkMkLst>
        </pc:inkChg>
        <pc:inkChg chg="add mod">
          <ac:chgData name="Esraa Mohamed" userId="32a53f8955a3383c" providerId="LiveId" clId="{F10043CA-7E0C-4C5B-B8AD-80B51C33A480}" dt="2026-09-02T09:15:22.982" v="484"/>
          <ac:inkMkLst>
            <pc:docMk/>
            <pc:sldMk cId="394099063" sldId="262"/>
            <ac:inkMk id="32" creationId="{9BFA9692-0370-E412-3665-FAD0AE86E633}"/>
          </ac:inkMkLst>
        </pc:inkChg>
        <pc:inkChg chg="add mod">
          <ac:chgData name="Esraa Mohamed" userId="32a53f8955a3383c" providerId="LiveId" clId="{F10043CA-7E0C-4C5B-B8AD-80B51C33A480}" dt="2026-09-02T09:15:22.982" v="484"/>
          <ac:inkMkLst>
            <pc:docMk/>
            <pc:sldMk cId="394099063" sldId="262"/>
            <ac:inkMk id="33" creationId="{8EB470FA-8806-AFDE-74DE-591C5AC60348}"/>
          </ac:inkMkLst>
        </pc:inkChg>
        <pc:inkChg chg="add">
          <ac:chgData name="Esraa Mohamed" userId="32a53f8955a3383c" providerId="LiveId" clId="{F10043CA-7E0C-4C5B-B8AD-80B51C33A480}" dt="2026-09-02T09:15:25.723" v="485" actId="9405"/>
          <ac:inkMkLst>
            <pc:docMk/>
            <pc:sldMk cId="394099063" sldId="262"/>
            <ac:inkMk id="35" creationId="{DBD651E5-5043-3101-8431-FC016CF5FF8D}"/>
          </ac:inkMkLst>
        </pc:inkChg>
      </pc:sldChg>
      <pc:sldChg chg="addSp delSp modSp mod ord">
        <pc:chgData name="Esraa Mohamed" userId="32a53f8955a3383c" providerId="LiveId" clId="{F10043CA-7E0C-4C5B-B8AD-80B51C33A480}" dt="2026-09-02T08:17:13.880" v="331"/>
        <pc:sldMkLst>
          <pc:docMk/>
          <pc:sldMk cId="573254" sldId="263"/>
        </pc:sldMkLst>
        <pc:grpChg chg="mod">
          <ac:chgData name="Esraa Mohamed" userId="32a53f8955a3383c" providerId="LiveId" clId="{F10043CA-7E0C-4C5B-B8AD-80B51C33A480}" dt="2026-09-02T08:17:13.880" v="331"/>
          <ac:grpSpMkLst>
            <pc:docMk/>
            <pc:sldMk cId="573254" sldId="263"/>
            <ac:grpSpMk id="21" creationId="{955C5231-A535-BFA7-E4A5-D7BFCD9A9F71}"/>
          </ac:grpSpMkLst>
        </pc:grpChg>
        <pc:picChg chg="add mod">
          <ac:chgData name="Esraa Mohamed" userId="32a53f8955a3383c" providerId="LiveId" clId="{F10043CA-7E0C-4C5B-B8AD-80B51C33A480}" dt="2026-09-01T18:15:23.562" v="3" actId="1076"/>
          <ac:picMkLst>
            <pc:docMk/>
            <pc:sldMk cId="573254" sldId="263"/>
            <ac:picMk id="5" creationId="{6BC8DA7F-2B3E-1EDF-FCDE-40CBD90C8906}"/>
          </ac:picMkLst>
        </pc:picChg>
        <pc:inkChg chg="add">
          <ac:chgData name="Esraa Mohamed" userId="32a53f8955a3383c" providerId="LiveId" clId="{F10043CA-7E0C-4C5B-B8AD-80B51C33A480}" dt="2026-09-02T08:16:28.591" v="321" actId="9405"/>
          <ac:inkMkLst>
            <pc:docMk/>
            <pc:sldMk cId="573254" sldId="263"/>
            <ac:inkMk id="4" creationId="{6CBC57E6-9100-EBBE-3D34-333B88A77137}"/>
          </ac:inkMkLst>
        </pc:inkChg>
        <pc:inkChg chg="add">
          <ac:chgData name="Esraa Mohamed" userId="32a53f8955a3383c" providerId="LiveId" clId="{F10043CA-7E0C-4C5B-B8AD-80B51C33A480}" dt="2026-09-02T08:16:33.605" v="322" actId="9405"/>
          <ac:inkMkLst>
            <pc:docMk/>
            <pc:sldMk cId="573254" sldId="263"/>
            <ac:inkMk id="6" creationId="{3343C54F-1C27-118F-23F6-D46011CDF61E}"/>
          </ac:inkMkLst>
        </pc:inkChg>
        <pc:inkChg chg="add del">
          <ac:chgData name="Esraa Mohamed" userId="32a53f8955a3383c" providerId="LiveId" clId="{F10043CA-7E0C-4C5B-B8AD-80B51C33A480}" dt="2026-09-02T08:16:37.898" v="324"/>
          <ac:inkMkLst>
            <pc:docMk/>
            <pc:sldMk cId="573254" sldId="263"/>
            <ac:inkMk id="7" creationId="{F54A6FC6-5534-0E43-31E7-48F7D1EA2E29}"/>
          </ac:inkMkLst>
        </pc:inkChg>
        <pc:inkChg chg="add">
          <ac:chgData name="Esraa Mohamed" userId="32a53f8955a3383c" providerId="LiveId" clId="{F10043CA-7E0C-4C5B-B8AD-80B51C33A480}" dt="2026-09-02T08:16:37.898" v="324"/>
          <ac:inkMkLst>
            <pc:docMk/>
            <pc:sldMk cId="573254" sldId="263"/>
            <ac:inkMk id="9" creationId="{059D4802-A654-F73D-4B05-B8ACB8B97C6C}"/>
          </ac:inkMkLst>
        </pc:inkChg>
        <pc:inkChg chg="add">
          <ac:chgData name="Esraa Mohamed" userId="32a53f8955a3383c" providerId="LiveId" clId="{F10043CA-7E0C-4C5B-B8AD-80B51C33A480}" dt="2026-09-02T08:16:55.720" v="325" actId="9405"/>
          <ac:inkMkLst>
            <pc:docMk/>
            <pc:sldMk cId="573254" sldId="263"/>
            <ac:inkMk id="14" creationId="{7976EF97-5E8E-2BE0-B295-DF8614D0FB17}"/>
          </ac:inkMkLst>
        </pc:inkChg>
        <pc:inkChg chg="add del">
          <ac:chgData name="Esraa Mohamed" userId="32a53f8955a3383c" providerId="LiveId" clId="{F10043CA-7E0C-4C5B-B8AD-80B51C33A480}" dt="2026-09-02T08:17:00.247" v="327"/>
          <ac:inkMkLst>
            <pc:docMk/>
            <pc:sldMk cId="573254" sldId="263"/>
            <ac:inkMk id="16" creationId="{D3894F44-4ADB-EEFC-6758-00F45E810A72}"/>
          </ac:inkMkLst>
        </pc:inkChg>
        <pc:inkChg chg="add mod">
          <ac:chgData name="Esraa Mohamed" userId="32a53f8955a3383c" providerId="LiveId" clId="{F10043CA-7E0C-4C5B-B8AD-80B51C33A480}" dt="2026-09-02T08:17:02.261" v="328"/>
          <ac:inkMkLst>
            <pc:docMk/>
            <pc:sldMk cId="573254" sldId="263"/>
            <ac:inkMk id="18" creationId="{0AD92223-9404-F1F5-F692-7DFA3B85ED54}"/>
          </ac:inkMkLst>
        </pc:inkChg>
        <pc:inkChg chg="add mod">
          <ac:chgData name="Esraa Mohamed" userId="32a53f8955a3383c" providerId="LiveId" clId="{F10043CA-7E0C-4C5B-B8AD-80B51C33A480}" dt="2026-09-02T08:17:13.880" v="331"/>
          <ac:inkMkLst>
            <pc:docMk/>
            <pc:sldMk cId="573254" sldId="263"/>
            <ac:inkMk id="19" creationId="{C08B8D6D-3791-0B60-4448-464110E51044}"/>
          </ac:inkMkLst>
        </pc:inkChg>
        <pc:inkChg chg="add mod">
          <ac:chgData name="Esraa Mohamed" userId="32a53f8955a3383c" providerId="LiveId" clId="{F10043CA-7E0C-4C5B-B8AD-80B51C33A480}" dt="2026-09-02T08:17:13.880" v="331"/>
          <ac:inkMkLst>
            <pc:docMk/>
            <pc:sldMk cId="573254" sldId="263"/>
            <ac:inkMk id="20" creationId="{98B999DB-E4C8-D00E-E571-3F83A7DE04FC}"/>
          </ac:inkMkLst>
        </pc:inkChg>
      </pc:sldChg>
      <pc:sldChg chg="addSp delSp modSp mod ord setBg">
        <pc:chgData name="Esraa Mohamed" userId="32a53f8955a3383c" providerId="LiveId" clId="{F10043CA-7E0C-4C5B-B8AD-80B51C33A480}" dt="2026-09-02T07:02:17.266" v="269"/>
        <pc:sldMkLst>
          <pc:docMk/>
          <pc:sldMk cId="2911240563" sldId="264"/>
        </pc:sldMkLst>
        <pc:spChg chg="mod">
          <ac:chgData name="Esraa Mohamed" userId="32a53f8955a3383c" providerId="LiveId" clId="{F10043CA-7E0C-4C5B-B8AD-80B51C33A480}" dt="2026-09-01T18:27:36.677" v="10" actId="26606"/>
          <ac:spMkLst>
            <pc:docMk/>
            <pc:sldMk cId="2911240563" sldId="264"/>
            <ac:spMk id="2" creationId="{952E0FB1-C0FE-1AA1-4F71-02B1DC71E229}"/>
          </ac:spMkLst>
        </pc:spChg>
        <pc:spChg chg="del">
          <ac:chgData name="Esraa Mohamed" userId="32a53f8955a3383c" providerId="LiveId" clId="{F10043CA-7E0C-4C5B-B8AD-80B51C33A480}" dt="2026-09-01T18:27:32.203" v="9" actId="22"/>
          <ac:spMkLst>
            <pc:docMk/>
            <pc:sldMk cId="2911240563" sldId="264"/>
            <ac:spMk id="3" creationId="{4F0079AB-2871-67E9-34FB-1BC14DA9289B}"/>
          </ac:spMkLst>
        </pc:spChg>
        <pc:spChg chg="add">
          <ac:chgData name="Esraa Mohamed" userId="32a53f8955a3383c" providerId="LiveId" clId="{F10043CA-7E0C-4C5B-B8AD-80B51C33A480}" dt="2026-09-01T18:27:36.677" v="10" actId="26606"/>
          <ac:spMkLst>
            <pc:docMk/>
            <pc:sldMk cId="2911240563" sldId="264"/>
            <ac:spMk id="10" creationId="{D4771268-CB57-404A-9271-370EB28F6090}"/>
          </ac:spMkLst>
        </pc:spChg>
        <pc:picChg chg="add mod ord">
          <ac:chgData name="Esraa Mohamed" userId="32a53f8955a3383c" providerId="LiveId" clId="{F10043CA-7E0C-4C5B-B8AD-80B51C33A480}" dt="2026-09-01T18:27:36.677" v="10" actId="26606"/>
          <ac:picMkLst>
            <pc:docMk/>
            <pc:sldMk cId="2911240563" sldId="264"/>
            <ac:picMk id="5" creationId="{689BAD6B-C45A-E6AA-5C3F-ECE75550F59C}"/>
          </ac:picMkLst>
        </pc:picChg>
      </pc:sldChg>
      <pc:sldChg chg="addSp delSp modSp mod ord setBg">
        <pc:chgData name="Esraa Mohamed" userId="32a53f8955a3383c" providerId="LiveId" clId="{F10043CA-7E0C-4C5B-B8AD-80B51C33A480}" dt="2026-09-02T09:06:59.313" v="433" actId="9405"/>
        <pc:sldMkLst>
          <pc:docMk/>
          <pc:sldMk cId="1782944899" sldId="265"/>
        </pc:sldMkLst>
        <pc:spChg chg="mod">
          <ac:chgData name="Esraa Mohamed" userId="32a53f8955a3383c" providerId="LiveId" clId="{F10043CA-7E0C-4C5B-B8AD-80B51C33A480}" dt="2026-09-02T07:02:45.821" v="275" actId="122"/>
          <ac:spMkLst>
            <pc:docMk/>
            <pc:sldMk cId="1782944899" sldId="265"/>
            <ac:spMk id="2" creationId="{981E53CD-FEDC-2A6B-1474-FFC6EA625298}"/>
          </ac:spMkLst>
        </pc:spChg>
        <pc:spChg chg="mod ord">
          <ac:chgData name="Esraa Mohamed" userId="32a53f8955a3383c" providerId="LiveId" clId="{F10043CA-7E0C-4C5B-B8AD-80B51C33A480}" dt="2026-09-01T19:30:39.018" v="77" actId="26606"/>
          <ac:spMkLst>
            <pc:docMk/>
            <pc:sldMk cId="1782944899" sldId="265"/>
            <ac:spMk id="3" creationId="{00A2C94D-155D-546A-025C-A14146BE539C}"/>
          </ac:spMkLst>
        </pc:spChg>
        <pc:spChg chg="add del">
          <ac:chgData name="Esraa Mohamed" userId="32a53f8955a3383c" providerId="LiveId" clId="{F10043CA-7E0C-4C5B-B8AD-80B51C33A480}" dt="2026-09-01T19:30:34.155" v="74" actId="26606"/>
          <ac:spMkLst>
            <pc:docMk/>
            <pc:sldMk cId="1782944899" sldId="265"/>
            <ac:spMk id="12" creationId="{8761DDFE-071F-4200-B0AA-394476C2D2D6}"/>
          </ac:spMkLst>
        </pc:spChg>
        <pc:spChg chg="add del">
          <ac:chgData name="Esraa Mohamed" userId="32a53f8955a3383c" providerId="LiveId" clId="{F10043CA-7E0C-4C5B-B8AD-80B51C33A480}" dt="2026-09-01T19:30:38.985" v="76" actId="26606"/>
          <ac:spMkLst>
            <pc:docMk/>
            <pc:sldMk cId="1782944899" sldId="265"/>
            <ac:spMk id="14" creationId="{CEF6118E-44FB-4509-B4D9-129052E4C6EE}"/>
          </ac:spMkLst>
        </pc:spChg>
        <pc:spChg chg="add">
          <ac:chgData name="Esraa Mohamed" userId="32a53f8955a3383c" providerId="LiveId" clId="{F10043CA-7E0C-4C5B-B8AD-80B51C33A480}" dt="2026-09-01T19:30:39.018" v="77" actId="26606"/>
          <ac:spMkLst>
            <pc:docMk/>
            <pc:sldMk cId="1782944899" sldId="265"/>
            <ac:spMk id="17" creationId="{AAAE94E3-A7DB-4868-B1E3-E49703488BBC}"/>
          </ac:spMkLst>
        </pc:spChg>
        <pc:spChg chg="add">
          <ac:chgData name="Esraa Mohamed" userId="32a53f8955a3383c" providerId="LiveId" clId="{F10043CA-7E0C-4C5B-B8AD-80B51C33A480}" dt="2026-09-01T19:30:39.018" v="77" actId="26606"/>
          <ac:spMkLst>
            <pc:docMk/>
            <pc:sldMk cId="1782944899" sldId="265"/>
            <ac:spMk id="18" creationId="{3873B707-463F-40B0-8227-E8CC6C67EB25}"/>
          </ac:spMkLst>
        </pc:spChg>
        <pc:spChg chg="add">
          <ac:chgData name="Esraa Mohamed" userId="32a53f8955a3383c" providerId="LiveId" clId="{F10043CA-7E0C-4C5B-B8AD-80B51C33A480}" dt="2026-09-01T19:30:39.018" v="77" actId="26606"/>
          <ac:spMkLst>
            <pc:docMk/>
            <pc:sldMk cId="1782944899" sldId="265"/>
            <ac:spMk id="20" creationId="{C13237C8-E62C-4F0D-A318-BD6FB6C2D138}"/>
          </ac:spMkLst>
        </pc:spChg>
        <pc:spChg chg="add">
          <ac:chgData name="Esraa Mohamed" userId="32a53f8955a3383c" providerId="LiveId" clId="{F10043CA-7E0C-4C5B-B8AD-80B51C33A480}" dt="2026-09-01T19:30:39.018" v="77" actId="26606"/>
          <ac:spMkLst>
            <pc:docMk/>
            <pc:sldMk cId="1782944899" sldId="265"/>
            <ac:spMk id="22" creationId="{19C9EAEA-39D0-4B0E-A0EB-51E7B26740B1}"/>
          </ac:spMkLst>
        </pc:spChg>
        <pc:spChg chg="add">
          <ac:chgData name="Esraa Mohamed" userId="32a53f8955a3383c" providerId="LiveId" clId="{F10043CA-7E0C-4C5B-B8AD-80B51C33A480}" dt="2026-09-01T19:30:39.018" v="77" actId="26606"/>
          <ac:spMkLst>
            <pc:docMk/>
            <pc:sldMk cId="1782944899" sldId="265"/>
            <ac:spMk id="24" creationId="{8CB5D2D7-DF65-4E86-BFBA-FFB9B5ACEB64}"/>
          </ac:spMkLst>
        </pc:spChg>
        <pc:grpChg chg="add">
          <ac:chgData name="Esraa Mohamed" userId="32a53f8955a3383c" providerId="LiveId" clId="{F10043CA-7E0C-4C5B-B8AD-80B51C33A480}" dt="2026-09-01T19:30:39.018" v="77" actId="26606"/>
          <ac:grpSpMkLst>
            <pc:docMk/>
            <pc:sldMk cId="1782944899" sldId="265"/>
            <ac:grpSpMk id="19" creationId="{1DE889C7-FAD6-4397-98E2-05D503484459}"/>
          </ac:grpSpMkLst>
        </pc:grpChg>
        <pc:picChg chg="add mod ord">
          <ac:chgData name="Esraa Mohamed" userId="32a53f8955a3383c" providerId="LiveId" clId="{F10043CA-7E0C-4C5B-B8AD-80B51C33A480}" dt="2026-09-01T19:30:39.018" v="77" actId="26606"/>
          <ac:picMkLst>
            <pc:docMk/>
            <pc:sldMk cId="1782944899" sldId="265"/>
            <ac:picMk id="5" creationId="{AF4E5E02-D55B-4E30-20A3-6FDE4BBDF297}"/>
          </ac:picMkLst>
        </pc:picChg>
        <pc:picChg chg="add mod">
          <ac:chgData name="Esraa Mohamed" userId="32a53f8955a3383c" providerId="LiveId" clId="{F10043CA-7E0C-4C5B-B8AD-80B51C33A480}" dt="2026-09-01T19:30:39.018" v="77" actId="26606"/>
          <ac:picMkLst>
            <pc:docMk/>
            <pc:sldMk cId="1782944899" sldId="265"/>
            <ac:picMk id="7" creationId="{C679104E-8EB1-7C8C-4319-5C6F2EFAB1BE}"/>
          </ac:picMkLst>
        </pc:picChg>
        <pc:inkChg chg="add">
          <ac:chgData name="Esraa Mohamed" userId="32a53f8955a3383c" providerId="LiveId" clId="{F10043CA-7E0C-4C5B-B8AD-80B51C33A480}" dt="2026-09-02T09:05:54.203" v="430" actId="9405"/>
          <ac:inkMkLst>
            <pc:docMk/>
            <pc:sldMk cId="1782944899" sldId="265"/>
            <ac:inkMk id="4" creationId="{ED9D76B4-738A-8BFF-22ED-75AAB9663902}"/>
          </ac:inkMkLst>
        </pc:inkChg>
        <pc:inkChg chg="add del">
          <ac:chgData name="Esraa Mohamed" userId="32a53f8955a3383c" providerId="LiveId" clId="{F10043CA-7E0C-4C5B-B8AD-80B51C33A480}" dt="2026-09-02T09:06:14.887" v="432"/>
          <ac:inkMkLst>
            <pc:docMk/>
            <pc:sldMk cId="1782944899" sldId="265"/>
            <ac:inkMk id="6" creationId="{3C6A82B4-895B-6D71-13D6-81FBE7CEEE8E}"/>
          </ac:inkMkLst>
        </pc:inkChg>
        <pc:inkChg chg="add">
          <ac:chgData name="Esraa Mohamed" userId="32a53f8955a3383c" providerId="LiveId" clId="{F10043CA-7E0C-4C5B-B8AD-80B51C33A480}" dt="2026-09-02T09:06:14.887" v="432"/>
          <ac:inkMkLst>
            <pc:docMk/>
            <pc:sldMk cId="1782944899" sldId="265"/>
            <ac:inkMk id="8" creationId="{3046CA38-23D0-EC55-AC84-663C8885EF91}"/>
          </ac:inkMkLst>
        </pc:inkChg>
        <pc:inkChg chg="add">
          <ac:chgData name="Esraa Mohamed" userId="32a53f8955a3383c" providerId="LiveId" clId="{F10043CA-7E0C-4C5B-B8AD-80B51C33A480}" dt="2026-09-02T09:06:59.313" v="433" actId="9405"/>
          <ac:inkMkLst>
            <pc:docMk/>
            <pc:sldMk cId="1782944899" sldId="265"/>
            <ac:inkMk id="9" creationId="{28C82AEC-CB20-7F6B-5F19-E3D3AFA7DB84}"/>
          </ac:inkMkLst>
        </pc:inkChg>
      </pc:sldChg>
      <pc:sldChg chg="addSp delSp modSp mod ord setBg">
        <pc:chgData name="Esraa Mohamed" userId="32a53f8955a3383c" providerId="LiveId" clId="{F10043CA-7E0C-4C5B-B8AD-80B51C33A480}" dt="2026-09-02T09:15:09.115" v="481" actId="9405"/>
        <pc:sldMkLst>
          <pc:docMk/>
          <pc:sldMk cId="1550098675" sldId="266"/>
        </pc:sldMkLst>
        <pc:spChg chg="mod">
          <ac:chgData name="Esraa Mohamed" userId="32a53f8955a3383c" providerId="LiveId" clId="{F10043CA-7E0C-4C5B-B8AD-80B51C33A480}" dt="2026-09-01T20:00:52.421" v="79" actId="26606"/>
          <ac:spMkLst>
            <pc:docMk/>
            <pc:sldMk cId="1550098675" sldId="266"/>
            <ac:spMk id="2" creationId="{BBF52BA8-5F78-EBC1-B311-CE2020767587}"/>
          </ac:spMkLst>
        </pc:spChg>
        <pc:spChg chg="del">
          <ac:chgData name="Esraa Mohamed" userId="32a53f8955a3383c" providerId="LiveId" clId="{F10043CA-7E0C-4C5B-B8AD-80B51C33A480}" dt="2026-09-01T20:00:39.050" v="78" actId="22"/>
          <ac:spMkLst>
            <pc:docMk/>
            <pc:sldMk cId="1550098675" sldId="266"/>
            <ac:spMk id="3" creationId="{96E3CB17-CF40-B5AA-C7D0-28B39602B092}"/>
          </ac:spMkLst>
        </pc:spChg>
        <pc:spChg chg="add del">
          <ac:chgData name="Esraa Mohamed" userId="32a53f8955a3383c" providerId="LiveId" clId="{F10043CA-7E0C-4C5B-B8AD-80B51C33A480}" dt="2026-09-01T19:29:08.842" v="65" actId="22"/>
          <ac:spMkLst>
            <pc:docMk/>
            <pc:sldMk cId="1550098675" sldId="266"/>
            <ac:spMk id="5" creationId="{503275FC-1980-A144-4CD1-172F24AE6849}"/>
          </ac:spMkLst>
        </pc:spChg>
        <pc:spChg chg="add">
          <ac:chgData name="Esraa Mohamed" userId="32a53f8955a3383c" providerId="LiveId" clId="{F10043CA-7E0C-4C5B-B8AD-80B51C33A480}" dt="2026-09-01T20:00:52.421" v="79" actId="26606"/>
          <ac:spMkLst>
            <pc:docMk/>
            <pc:sldMk cId="1550098675" sldId="266"/>
            <ac:spMk id="12" creationId="{D4771268-CB57-404A-9271-370EB28F6090}"/>
          </ac:spMkLst>
        </pc:spChg>
        <pc:grpChg chg="del mod">
          <ac:chgData name="Esraa Mohamed" userId="32a53f8955a3383c" providerId="LiveId" clId="{F10043CA-7E0C-4C5B-B8AD-80B51C33A480}" dt="2026-09-02T09:13:32.220" v="453"/>
          <ac:grpSpMkLst>
            <pc:docMk/>
            <pc:sldMk cId="1550098675" sldId="266"/>
            <ac:grpSpMk id="21" creationId="{BB5FDB3F-4661-4AD3-29AC-5E0D6DC57096}"/>
          </ac:grpSpMkLst>
        </pc:grpChg>
        <pc:grpChg chg="mod">
          <ac:chgData name="Esraa Mohamed" userId="32a53f8955a3383c" providerId="LiveId" clId="{F10043CA-7E0C-4C5B-B8AD-80B51C33A480}" dt="2026-09-02T09:13:32.220" v="453"/>
          <ac:grpSpMkLst>
            <pc:docMk/>
            <pc:sldMk cId="1550098675" sldId="266"/>
            <ac:grpSpMk id="23" creationId="{E44B20FF-6D30-BA12-2857-D973248707B6}"/>
          </ac:grpSpMkLst>
        </pc:grpChg>
        <pc:grpChg chg="mod">
          <ac:chgData name="Esraa Mohamed" userId="32a53f8955a3383c" providerId="LiveId" clId="{F10043CA-7E0C-4C5B-B8AD-80B51C33A480}" dt="2026-09-02T09:14:30.398" v="471"/>
          <ac:grpSpMkLst>
            <pc:docMk/>
            <pc:sldMk cId="1550098675" sldId="266"/>
            <ac:grpSpMk id="40" creationId="{448E3873-9D86-2E5B-D57B-F66405469578}"/>
          </ac:grpSpMkLst>
        </pc:grpChg>
        <pc:grpChg chg="del mod">
          <ac:chgData name="Esraa Mohamed" userId="32a53f8955a3383c" providerId="LiveId" clId="{F10043CA-7E0C-4C5B-B8AD-80B51C33A480}" dt="2026-09-02T09:14:51.920" v="479"/>
          <ac:grpSpMkLst>
            <pc:docMk/>
            <pc:sldMk cId="1550098675" sldId="266"/>
            <ac:grpSpMk id="46" creationId="{6EF4CB09-9480-F654-C63F-9CF21B1086CF}"/>
          </ac:grpSpMkLst>
        </pc:grpChg>
        <pc:grpChg chg="mod">
          <ac:chgData name="Esraa Mohamed" userId="32a53f8955a3383c" providerId="LiveId" clId="{F10043CA-7E0C-4C5B-B8AD-80B51C33A480}" dt="2026-09-02T09:14:51.920" v="479"/>
          <ac:grpSpMkLst>
            <pc:docMk/>
            <pc:sldMk cId="1550098675" sldId="266"/>
            <ac:grpSpMk id="48" creationId="{5B1095BE-8825-8EDF-DB8C-EC308BF90C8F}"/>
          </ac:grpSpMkLst>
        </pc:grpChg>
        <pc:picChg chg="add mod ord">
          <ac:chgData name="Esraa Mohamed" userId="32a53f8955a3383c" providerId="LiveId" clId="{F10043CA-7E0C-4C5B-B8AD-80B51C33A480}" dt="2026-09-01T20:00:52.421" v="79" actId="26606"/>
          <ac:picMkLst>
            <pc:docMk/>
            <pc:sldMk cId="1550098675" sldId="266"/>
            <ac:picMk id="7" creationId="{DA7C3F56-2A54-D8A9-FF93-8301AFC42520}"/>
          </ac:picMkLst>
        </pc:picChg>
        <pc:inkChg chg="add del">
          <ac:chgData name="Esraa Mohamed" userId="32a53f8955a3383c" providerId="LiveId" clId="{F10043CA-7E0C-4C5B-B8AD-80B51C33A480}" dt="2026-09-02T09:12:13.283" v="435"/>
          <ac:inkMkLst>
            <pc:docMk/>
            <pc:sldMk cId="1550098675" sldId="266"/>
            <ac:inkMk id="3" creationId="{BD8E9D8E-1909-20D8-523A-A456E9F991EC}"/>
          </ac:inkMkLst>
        </pc:inkChg>
        <pc:inkChg chg="add mod">
          <ac:chgData name="Esraa Mohamed" userId="32a53f8955a3383c" providerId="LiveId" clId="{F10043CA-7E0C-4C5B-B8AD-80B51C33A480}" dt="2026-09-02T09:12:15.171" v="436"/>
          <ac:inkMkLst>
            <pc:docMk/>
            <pc:sldMk cId="1550098675" sldId="266"/>
            <ac:inkMk id="4" creationId="{D8285EEB-05D6-E66F-14AB-03BD19C8F943}"/>
          </ac:inkMkLst>
        </pc:inkChg>
        <pc:inkChg chg="add">
          <ac:chgData name="Esraa Mohamed" userId="32a53f8955a3383c" providerId="LiveId" clId="{F10043CA-7E0C-4C5B-B8AD-80B51C33A480}" dt="2026-09-02T09:12:23.755" v="437" actId="9405"/>
          <ac:inkMkLst>
            <pc:docMk/>
            <pc:sldMk cId="1550098675" sldId="266"/>
            <ac:inkMk id="5" creationId="{A7FD0B3C-D50F-0505-DCDB-DE6F168A5CA6}"/>
          </ac:inkMkLst>
        </pc:inkChg>
        <pc:inkChg chg="add">
          <ac:chgData name="Esraa Mohamed" userId="32a53f8955a3383c" providerId="LiveId" clId="{F10043CA-7E0C-4C5B-B8AD-80B51C33A480}" dt="2026-09-02T09:12:29.433" v="438" actId="9405"/>
          <ac:inkMkLst>
            <pc:docMk/>
            <pc:sldMk cId="1550098675" sldId="266"/>
            <ac:inkMk id="6" creationId="{A1708611-7D1B-DD60-C991-67890333E2AA}"/>
          </ac:inkMkLst>
        </pc:inkChg>
        <pc:inkChg chg="add">
          <ac:chgData name="Esraa Mohamed" userId="32a53f8955a3383c" providerId="LiveId" clId="{F10043CA-7E0C-4C5B-B8AD-80B51C33A480}" dt="2026-09-02T09:12:33.405" v="439" actId="9405"/>
          <ac:inkMkLst>
            <pc:docMk/>
            <pc:sldMk cId="1550098675" sldId="266"/>
            <ac:inkMk id="8" creationId="{D7D5CEC4-3FF6-F304-ACDD-965A0FA315A8}"/>
          </ac:inkMkLst>
        </pc:inkChg>
        <pc:inkChg chg="add del">
          <ac:chgData name="Esraa Mohamed" userId="32a53f8955a3383c" providerId="LiveId" clId="{F10043CA-7E0C-4C5B-B8AD-80B51C33A480}" dt="2026-09-02T09:12:43.120" v="441"/>
          <ac:inkMkLst>
            <pc:docMk/>
            <pc:sldMk cId="1550098675" sldId="266"/>
            <ac:inkMk id="9" creationId="{4FAB7BC7-CEC0-5DF9-C665-7D0A12D5EC49}"/>
          </ac:inkMkLst>
        </pc:inkChg>
        <pc:inkChg chg="add">
          <ac:chgData name="Esraa Mohamed" userId="32a53f8955a3383c" providerId="LiveId" clId="{F10043CA-7E0C-4C5B-B8AD-80B51C33A480}" dt="2026-09-02T09:12:43.120" v="441"/>
          <ac:inkMkLst>
            <pc:docMk/>
            <pc:sldMk cId="1550098675" sldId="266"/>
            <ac:inkMk id="10" creationId="{B766C4CD-9685-256B-3AEA-0B307F09D7EC}"/>
          </ac:inkMkLst>
        </pc:inkChg>
        <pc:inkChg chg="add del">
          <ac:chgData name="Esraa Mohamed" userId="32a53f8955a3383c" providerId="LiveId" clId="{F10043CA-7E0C-4C5B-B8AD-80B51C33A480}" dt="2026-09-02T09:12:47.731" v="443"/>
          <ac:inkMkLst>
            <pc:docMk/>
            <pc:sldMk cId="1550098675" sldId="266"/>
            <ac:inkMk id="11" creationId="{0BAA82BD-E1F3-5978-6F7D-06CE3AD5757D}"/>
          </ac:inkMkLst>
        </pc:inkChg>
        <pc:inkChg chg="add">
          <ac:chgData name="Esraa Mohamed" userId="32a53f8955a3383c" providerId="LiveId" clId="{F10043CA-7E0C-4C5B-B8AD-80B51C33A480}" dt="2026-09-02T09:12:47.731" v="443"/>
          <ac:inkMkLst>
            <pc:docMk/>
            <pc:sldMk cId="1550098675" sldId="266"/>
            <ac:inkMk id="13" creationId="{6AF7690D-A852-B6F5-F763-977F0C9AEDA1}"/>
          </ac:inkMkLst>
        </pc:inkChg>
        <pc:inkChg chg="add">
          <ac:chgData name="Esraa Mohamed" userId="32a53f8955a3383c" providerId="LiveId" clId="{F10043CA-7E0C-4C5B-B8AD-80B51C33A480}" dt="2026-09-02T09:13:05.860" v="444" actId="9405"/>
          <ac:inkMkLst>
            <pc:docMk/>
            <pc:sldMk cId="1550098675" sldId="266"/>
            <ac:inkMk id="14" creationId="{B6F5E921-4371-A6E6-651F-BF2452A4F853}"/>
          </ac:inkMkLst>
        </pc:inkChg>
        <pc:inkChg chg="add del">
          <ac:chgData name="Esraa Mohamed" userId="32a53f8955a3383c" providerId="LiveId" clId="{F10043CA-7E0C-4C5B-B8AD-80B51C33A480}" dt="2026-09-02T09:13:08.487" v="446"/>
          <ac:inkMkLst>
            <pc:docMk/>
            <pc:sldMk cId="1550098675" sldId="266"/>
            <ac:inkMk id="15" creationId="{8B532C24-6EF6-29D9-3351-542487D02C8A}"/>
          </ac:inkMkLst>
        </pc:inkChg>
        <pc:inkChg chg="add">
          <ac:chgData name="Esraa Mohamed" userId="32a53f8955a3383c" providerId="LiveId" clId="{F10043CA-7E0C-4C5B-B8AD-80B51C33A480}" dt="2026-09-02T09:13:08.487" v="446"/>
          <ac:inkMkLst>
            <pc:docMk/>
            <pc:sldMk cId="1550098675" sldId="266"/>
            <ac:inkMk id="16" creationId="{A79D4D6B-618F-95D8-41A1-075DCD6171A9}"/>
          </ac:inkMkLst>
        </pc:inkChg>
        <pc:inkChg chg="add del">
          <ac:chgData name="Esraa Mohamed" userId="32a53f8955a3383c" providerId="LiveId" clId="{F10043CA-7E0C-4C5B-B8AD-80B51C33A480}" dt="2026-09-02T09:13:18.737" v="448"/>
          <ac:inkMkLst>
            <pc:docMk/>
            <pc:sldMk cId="1550098675" sldId="266"/>
            <ac:inkMk id="17" creationId="{26D6A3A0-DE5A-0FCC-E26E-543406DBE90C}"/>
          </ac:inkMkLst>
        </pc:inkChg>
        <pc:inkChg chg="add">
          <ac:chgData name="Esraa Mohamed" userId="32a53f8955a3383c" providerId="LiveId" clId="{F10043CA-7E0C-4C5B-B8AD-80B51C33A480}" dt="2026-09-02T09:13:18.737" v="448"/>
          <ac:inkMkLst>
            <pc:docMk/>
            <pc:sldMk cId="1550098675" sldId="266"/>
            <ac:inkMk id="18" creationId="{E22C9129-2E95-4EB3-EA30-B0648600B6C7}"/>
          </ac:inkMkLst>
        </pc:inkChg>
        <pc:inkChg chg="add mod">
          <ac:chgData name="Esraa Mohamed" userId="32a53f8955a3383c" providerId="LiveId" clId="{F10043CA-7E0C-4C5B-B8AD-80B51C33A480}" dt="2026-09-02T09:13:32.220" v="453"/>
          <ac:inkMkLst>
            <pc:docMk/>
            <pc:sldMk cId="1550098675" sldId="266"/>
            <ac:inkMk id="19" creationId="{4D5E8903-A14F-DCB5-8204-093DDD132808}"/>
          </ac:inkMkLst>
        </pc:inkChg>
        <pc:inkChg chg="add mod">
          <ac:chgData name="Esraa Mohamed" userId="32a53f8955a3383c" providerId="LiveId" clId="{F10043CA-7E0C-4C5B-B8AD-80B51C33A480}" dt="2026-09-02T09:13:32.220" v="453"/>
          <ac:inkMkLst>
            <pc:docMk/>
            <pc:sldMk cId="1550098675" sldId="266"/>
            <ac:inkMk id="20" creationId="{5A1BF59A-3E21-F6D8-84A9-1974790E5E50}"/>
          </ac:inkMkLst>
        </pc:inkChg>
        <pc:inkChg chg="add mod">
          <ac:chgData name="Esraa Mohamed" userId="32a53f8955a3383c" providerId="LiveId" clId="{F10043CA-7E0C-4C5B-B8AD-80B51C33A480}" dt="2026-09-02T09:13:32.220" v="453"/>
          <ac:inkMkLst>
            <pc:docMk/>
            <pc:sldMk cId="1550098675" sldId="266"/>
            <ac:inkMk id="22" creationId="{B633FB39-CB19-EF35-D4B4-F409D4FBA929}"/>
          </ac:inkMkLst>
        </pc:inkChg>
        <pc:inkChg chg="add del">
          <ac:chgData name="Esraa Mohamed" userId="32a53f8955a3383c" providerId="LiveId" clId="{F10043CA-7E0C-4C5B-B8AD-80B51C33A480}" dt="2026-09-02T09:13:42.551" v="455"/>
          <ac:inkMkLst>
            <pc:docMk/>
            <pc:sldMk cId="1550098675" sldId="266"/>
            <ac:inkMk id="24" creationId="{2E43E74F-0921-E282-84D4-592F5285AFFE}"/>
          </ac:inkMkLst>
        </pc:inkChg>
        <pc:inkChg chg="add">
          <ac:chgData name="Esraa Mohamed" userId="32a53f8955a3383c" providerId="LiveId" clId="{F10043CA-7E0C-4C5B-B8AD-80B51C33A480}" dt="2026-09-02T09:13:42.551" v="455"/>
          <ac:inkMkLst>
            <pc:docMk/>
            <pc:sldMk cId="1550098675" sldId="266"/>
            <ac:inkMk id="25" creationId="{BA5B03FB-FDDA-2048-E2EE-F477FBD8B348}"/>
          </ac:inkMkLst>
        </pc:inkChg>
        <pc:inkChg chg="add">
          <ac:chgData name="Esraa Mohamed" userId="32a53f8955a3383c" providerId="LiveId" clId="{F10043CA-7E0C-4C5B-B8AD-80B51C33A480}" dt="2026-09-02T09:13:44.964" v="456" actId="9405"/>
          <ac:inkMkLst>
            <pc:docMk/>
            <pc:sldMk cId="1550098675" sldId="266"/>
            <ac:inkMk id="26" creationId="{E6F56FC6-7EBF-7880-370F-B375C3AE6E59}"/>
          </ac:inkMkLst>
        </pc:inkChg>
        <pc:inkChg chg="add">
          <ac:chgData name="Esraa Mohamed" userId="32a53f8955a3383c" providerId="LiveId" clId="{F10043CA-7E0C-4C5B-B8AD-80B51C33A480}" dt="2026-09-02T09:13:48.017" v="457" actId="9405"/>
          <ac:inkMkLst>
            <pc:docMk/>
            <pc:sldMk cId="1550098675" sldId="266"/>
            <ac:inkMk id="27" creationId="{C999D69F-6FFE-C316-A978-65AD29FA4A67}"/>
          </ac:inkMkLst>
        </pc:inkChg>
        <pc:inkChg chg="add del">
          <ac:chgData name="Esraa Mohamed" userId="32a53f8955a3383c" providerId="LiveId" clId="{F10043CA-7E0C-4C5B-B8AD-80B51C33A480}" dt="2026-09-02T09:13:51.844" v="459"/>
          <ac:inkMkLst>
            <pc:docMk/>
            <pc:sldMk cId="1550098675" sldId="266"/>
            <ac:inkMk id="28" creationId="{05BC1A5A-B034-D9D9-8737-AF152A16D62C}"/>
          </ac:inkMkLst>
        </pc:inkChg>
        <pc:inkChg chg="add">
          <ac:chgData name="Esraa Mohamed" userId="32a53f8955a3383c" providerId="LiveId" clId="{F10043CA-7E0C-4C5B-B8AD-80B51C33A480}" dt="2026-09-02T09:13:51.844" v="459"/>
          <ac:inkMkLst>
            <pc:docMk/>
            <pc:sldMk cId="1550098675" sldId="266"/>
            <ac:inkMk id="29" creationId="{B683EB87-BFFE-22F9-2CD1-6DBA84AF25FC}"/>
          </ac:inkMkLst>
        </pc:inkChg>
        <pc:inkChg chg="add">
          <ac:chgData name="Esraa Mohamed" userId="32a53f8955a3383c" providerId="LiveId" clId="{F10043CA-7E0C-4C5B-B8AD-80B51C33A480}" dt="2026-09-02T09:13:55.467" v="460" actId="9405"/>
          <ac:inkMkLst>
            <pc:docMk/>
            <pc:sldMk cId="1550098675" sldId="266"/>
            <ac:inkMk id="30" creationId="{E450405C-4197-92A7-AD10-F67B93F28897}"/>
          </ac:inkMkLst>
        </pc:inkChg>
        <pc:inkChg chg="add del">
          <ac:chgData name="Esraa Mohamed" userId="32a53f8955a3383c" providerId="LiveId" clId="{F10043CA-7E0C-4C5B-B8AD-80B51C33A480}" dt="2026-09-02T09:13:57.662" v="462"/>
          <ac:inkMkLst>
            <pc:docMk/>
            <pc:sldMk cId="1550098675" sldId="266"/>
            <ac:inkMk id="31" creationId="{8B0D6F7D-04CE-6523-151C-911D99C06C3E}"/>
          </ac:inkMkLst>
        </pc:inkChg>
        <pc:inkChg chg="add">
          <ac:chgData name="Esraa Mohamed" userId="32a53f8955a3383c" providerId="LiveId" clId="{F10043CA-7E0C-4C5B-B8AD-80B51C33A480}" dt="2026-09-02T09:13:57.662" v="462"/>
          <ac:inkMkLst>
            <pc:docMk/>
            <pc:sldMk cId="1550098675" sldId="266"/>
            <ac:inkMk id="32" creationId="{742081CA-BE1E-FDB0-A63B-3FD57939CC2C}"/>
          </ac:inkMkLst>
        </pc:inkChg>
        <pc:inkChg chg="add del">
          <ac:chgData name="Esraa Mohamed" userId="32a53f8955a3383c" providerId="LiveId" clId="{F10043CA-7E0C-4C5B-B8AD-80B51C33A480}" dt="2026-09-02T09:14:11.652" v="464"/>
          <ac:inkMkLst>
            <pc:docMk/>
            <pc:sldMk cId="1550098675" sldId="266"/>
            <ac:inkMk id="33" creationId="{E5730657-8578-140F-F026-BB2B3E5339ED}"/>
          </ac:inkMkLst>
        </pc:inkChg>
        <pc:inkChg chg="add">
          <ac:chgData name="Esraa Mohamed" userId="32a53f8955a3383c" providerId="LiveId" clId="{F10043CA-7E0C-4C5B-B8AD-80B51C33A480}" dt="2026-09-02T09:14:11.652" v="464"/>
          <ac:inkMkLst>
            <pc:docMk/>
            <pc:sldMk cId="1550098675" sldId="266"/>
            <ac:inkMk id="34" creationId="{B61CEE32-2083-E294-C32C-A9D093474BCD}"/>
          </ac:inkMkLst>
        </pc:inkChg>
        <pc:inkChg chg="add">
          <ac:chgData name="Esraa Mohamed" userId="32a53f8955a3383c" providerId="LiveId" clId="{F10043CA-7E0C-4C5B-B8AD-80B51C33A480}" dt="2026-09-02T09:14:13.599" v="465" actId="9405"/>
          <ac:inkMkLst>
            <pc:docMk/>
            <pc:sldMk cId="1550098675" sldId="266"/>
            <ac:inkMk id="35" creationId="{C2DC0A35-F4FC-8697-CC49-871A88C03115}"/>
          </ac:inkMkLst>
        </pc:inkChg>
        <pc:inkChg chg="add del">
          <ac:chgData name="Esraa Mohamed" userId="32a53f8955a3383c" providerId="LiveId" clId="{F10043CA-7E0C-4C5B-B8AD-80B51C33A480}" dt="2026-09-02T09:14:15.495" v="467"/>
          <ac:inkMkLst>
            <pc:docMk/>
            <pc:sldMk cId="1550098675" sldId="266"/>
            <ac:inkMk id="36" creationId="{E943A004-B3A1-F888-B1AD-D7FEB0D8C515}"/>
          </ac:inkMkLst>
        </pc:inkChg>
        <pc:inkChg chg="add mod">
          <ac:chgData name="Esraa Mohamed" userId="32a53f8955a3383c" providerId="LiveId" clId="{F10043CA-7E0C-4C5B-B8AD-80B51C33A480}" dt="2026-09-02T09:14:18.019" v="468"/>
          <ac:inkMkLst>
            <pc:docMk/>
            <pc:sldMk cId="1550098675" sldId="266"/>
            <ac:inkMk id="37" creationId="{B00D856F-7FF9-3E4F-F452-D173E20F54AE}"/>
          </ac:inkMkLst>
        </pc:inkChg>
        <pc:inkChg chg="add mod">
          <ac:chgData name="Esraa Mohamed" userId="32a53f8955a3383c" providerId="LiveId" clId="{F10043CA-7E0C-4C5B-B8AD-80B51C33A480}" dt="2026-09-02T09:14:30.398" v="471"/>
          <ac:inkMkLst>
            <pc:docMk/>
            <pc:sldMk cId="1550098675" sldId="266"/>
            <ac:inkMk id="38" creationId="{4245B30F-91A3-FF1D-D78C-368676E92864}"/>
          </ac:inkMkLst>
        </pc:inkChg>
        <pc:inkChg chg="add mod">
          <ac:chgData name="Esraa Mohamed" userId="32a53f8955a3383c" providerId="LiveId" clId="{F10043CA-7E0C-4C5B-B8AD-80B51C33A480}" dt="2026-09-02T09:14:30.398" v="471"/>
          <ac:inkMkLst>
            <pc:docMk/>
            <pc:sldMk cId="1550098675" sldId="266"/>
            <ac:inkMk id="39" creationId="{FF150EFF-5E60-4186-0AC3-D9F6DA2732EF}"/>
          </ac:inkMkLst>
        </pc:inkChg>
        <pc:inkChg chg="add">
          <ac:chgData name="Esraa Mohamed" userId="32a53f8955a3383c" providerId="LiveId" clId="{F10043CA-7E0C-4C5B-B8AD-80B51C33A480}" dt="2026-09-02T09:14:39.549" v="472" actId="9405"/>
          <ac:inkMkLst>
            <pc:docMk/>
            <pc:sldMk cId="1550098675" sldId="266"/>
            <ac:inkMk id="41" creationId="{3E672C74-6A81-119F-511A-CFFC28BF7AC7}"/>
          </ac:inkMkLst>
        </pc:inkChg>
        <pc:inkChg chg="add">
          <ac:chgData name="Esraa Mohamed" userId="32a53f8955a3383c" providerId="LiveId" clId="{F10043CA-7E0C-4C5B-B8AD-80B51C33A480}" dt="2026-09-02T09:14:41.501" v="473" actId="9405"/>
          <ac:inkMkLst>
            <pc:docMk/>
            <pc:sldMk cId="1550098675" sldId="266"/>
            <ac:inkMk id="42" creationId="{ED043C3F-C52D-B2A6-0378-39D240AC5534}"/>
          </ac:inkMkLst>
        </pc:inkChg>
        <pc:inkChg chg="add mod">
          <ac:chgData name="Esraa Mohamed" userId="32a53f8955a3383c" providerId="LiveId" clId="{F10043CA-7E0C-4C5B-B8AD-80B51C33A480}" dt="2026-09-02T09:14:51.920" v="479"/>
          <ac:inkMkLst>
            <pc:docMk/>
            <pc:sldMk cId="1550098675" sldId="266"/>
            <ac:inkMk id="43" creationId="{5BB05B73-367A-FC39-A8D5-B77A34FF551A}"/>
          </ac:inkMkLst>
        </pc:inkChg>
        <pc:inkChg chg="add mod">
          <ac:chgData name="Esraa Mohamed" userId="32a53f8955a3383c" providerId="LiveId" clId="{F10043CA-7E0C-4C5B-B8AD-80B51C33A480}" dt="2026-09-02T09:14:51.920" v="479"/>
          <ac:inkMkLst>
            <pc:docMk/>
            <pc:sldMk cId="1550098675" sldId="266"/>
            <ac:inkMk id="44" creationId="{C25744FA-DA53-0E44-713F-89B931C45647}"/>
          </ac:inkMkLst>
        </pc:inkChg>
        <pc:inkChg chg="add mod">
          <ac:chgData name="Esraa Mohamed" userId="32a53f8955a3383c" providerId="LiveId" clId="{F10043CA-7E0C-4C5B-B8AD-80B51C33A480}" dt="2026-09-02T09:14:51.920" v="479"/>
          <ac:inkMkLst>
            <pc:docMk/>
            <pc:sldMk cId="1550098675" sldId="266"/>
            <ac:inkMk id="45" creationId="{1141D233-8FD3-2961-DC41-F1067EF7E58A}"/>
          </ac:inkMkLst>
        </pc:inkChg>
        <pc:inkChg chg="add mod">
          <ac:chgData name="Esraa Mohamed" userId="32a53f8955a3383c" providerId="LiveId" clId="{F10043CA-7E0C-4C5B-B8AD-80B51C33A480}" dt="2026-09-02T09:14:51.920" v="479"/>
          <ac:inkMkLst>
            <pc:docMk/>
            <pc:sldMk cId="1550098675" sldId="266"/>
            <ac:inkMk id="47" creationId="{1AEB10A0-833A-EB85-2D79-42C088B5E87D}"/>
          </ac:inkMkLst>
        </pc:inkChg>
        <pc:inkChg chg="add">
          <ac:chgData name="Esraa Mohamed" userId="32a53f8955a3383c" providerId="LiveId" clId="{F10043CA-7E0C-4C5B-B8AD-80B51C33A480}" dt="2026-09-02T09:14:56.027" v="480" actId="9405"/>
          <ac:inkMkLst>
            <pc:docMk/>
            <pc:sldMk cId="1550098675" sldId="266"/>
            <ac:inkMk id="49" creationId="{EBEC9953-FF72-0231-D496-2F2867F66FC6}"/>
          </ac:inkMkLst>
        </pc:inkChg>
        <pc:inkChg chg="add">
          <ac:chgData name="Esraa Mohamed" userId="32a53f8955a3383c" providerId="LiveId" clId="{F10043CA-7E0C-4C5B-B8AD-80B51C33A480}" dt="2026-09-02T09:15:09.115" v="481" actId="9405"/>
          <ac:inkMkLst>
            <pc:docMk/>
            <pc:sldMk cId="1550098675" sldId="266"/>
            <ac:inkMk id="50" creationId="{8476A65C-0954-E5A9-61DF-467D6E5CBC16}"/>
          </ac:inkMkLst>
        </pc:inkChg>
      </pc:sldChg>
      <pc:sldChg chg="addSp delSp modSp new mod ord setBg">
        <pc:chgData name="Esraa Mohamed" userId="32a53f8955a3383c" providerId="LiveId" clId="{F10043CA-7E0C-4C5B-B8AD-80B51C33A480}" dt="2026-09-02T08:31:26.178" v="429"/>
        <pc:sldMkLst>
          <pc:docMk/>
          <pc:sldMk cId="4138540667" sldId="267"/>
        </pc:sldMkLst>
        <pc:spChg chg="mod">
          <ac:chgData name="Esraa Mohamed" userId="32a53f8955a3383c" providerId="LiveId" clId="{F10043CA-7E0C-4C5B-B8AD-80B51C33A480}" dt="2026-09-01T18:30:34.747" v="45" actId="26606"/>
          <ac:spMkLst>
            <pc:docMk/>
            <pc:sldMk cId="4138540667" sldId="267"/>
            <ac:spMk id="2" creationId="{59560DCA-C4DF-C399-C77D-8D6C29EE3554}"/>
          </ac:spMkLst>
        </pc:spChg>
        <pc:spChg chg="add del mod">
          <ac:chgData name="Esraa Mohamed" userId="32a53f8955a3383c" providerId="LiveId" clId="{F10043CA-7E0C-4C5B-B8AD-80B51C33A480}" dt="2026-09-01T18:30:34.747" v="45" actId="26606"/>
          <ac:spMkLst>
            <pc:docMk/>
            <pc:sldMk cId="4138540667" sldId="267"/>
            <ac:spMk id="3" creationId="{2F8A0875-95FF-D937-070D-37D74A69C129}"/>
          </ac:spMkLst>
        </pc:spChg>
        <pc:spChg chg="add">
          <ac:chgData name="Esraa Mohamed" userId="32a53f8955a3383c" providerId="LiveId" clId="{F10043CA-7E0C-4C5B-B8AD-80B51C33A480}" dt="2026-09-01T18:30:34.747" v="45" actId="26606"/>
          <ac:spMkLst>
            <pc:docMk/>
            <pc:sldMk cId="4138540667" sldId="267"/>
            <ac:spMk id="8" creationId="{B6CDA21F-E7AF-4C75-8395-33F58D5B0E45}"/>
          </ac:spMkLst>
        </pc:spChg>
        <pc:spChg chg="add del">
          <ac:chgData name="Esraa Mohamed" userId="32a53f8955a3383c" providerId="LiveId" clId="{F10043CA-7E0C-4C5B-B8AD-80B51C33A480}" dt="2026-09-01T18:30:34.731" v="44" actId="26606"/>
          <ac:spMkLst>
            <pc:docMk/>
            <pc:sldMk cId="4138540667" sldId="267"/>
            <ac:spMk id="10" creationId="{B50AB553-2A96-4A92-96F2-93548E096954}"/>
          </ac:spMkLst>
        </pc:spChg>
        <pc:spChg chg="add">
          <ac:chgData name="Esraa Mohamed" userId="32a53f8955a3383c" providerId="LiveId" clId="{F10043CA-7E0C-4C5B-B8AD-80B51C33A480}" dt="2026-09-01T18:30:34.747" v="45" actId="26606"/>
          <ac:spMkLst>
            <pc:docMk/>
            <pc:sldMk cId="4138540667" sldId="267"/>
            <ac:spMk id="15" creationId="{D5B0017B-2ECA-49AF-B397-DC140825DF8D}"/>
          </ac:spMkLst>
        </pc:spChg>
        <pc:spChg chg="add mod">
          <ac:chgData name="Esraa Mohamed" userId="32a53f8955a3383c" providerId="LiveId" clId="{F10043CA-7E0C-4C5B-B8AD-80B51C33A480}" dt="2026-09-01T18:31:01.973" v="51" actId="404"/>
          <ac:spMkLst>
            <pc:docMk/>
            <pc:sldMk cId="4138540667" sldId="267"/>
            <ac:spMk id="16" creationId="{2F8A0875-95FF-D937-070D-37D74A69C129}"/>
          </ac:spMkLst>
        </pc:spChg>
        <pc:grpChg chg="add">
          <ac:chgData name="Esraa Mohamed" userId="32a53f8955a3383c" providerId="LiveId" clId="{F10043CA-7E0C-4C5B-B8AD-80B51C33A480}" dt="2026-09-01T18:30:34.747" v="45" actId="26606"/>
          <ac:grpSpMkLst>
            <pc:docMk/>
            <pc:sldMk cId="4138540667" sldId="267"/>
            <ac:grpSpMk id="14" creationId="{AE1C45F0-260A-458C-96ED-C1F6D2151219}"/>
          </ac:grpSpMkLst>
        </pc:grpChg>
        <pc:grpChg chg="mod">
          <ac:chgData name="Esraa Mohamed" userId="32a53f8955a3383c" providerId="LiveId" clId="{F10043CA-7E0C-4C5B-B8AD-80B51C33A480}" dt="2026-09-02T08:31:21.918" v="427"/>
          <ac:grpSpMkLst>
            <pc:docMk/>
            <pc:sldMk cId="4138540667" sldId="267"/>
            <ac:grpSpMk id="18" creationId="{580DBA73-9CB9-7004-8850-261635110DB8}"/>
          </ac:grpSpMkLst>
        </pc:grpChg>
        <pc:graphicFrameChg chg="add del">
          <ac:chgData name="Esraa Mohamed" userId="32a53f8955a3383c" providerId="LiveId" clId="{F10043CA-7E0C-4C5B-B8AD-80B51C33A480}" dt="2026-09-01T18:30:34.731" v="44" actId="26606"/>
          <ac:graphicFrameMkLst>
            <pc:docMk/>
            <pc:sldMk cId="4138540667" sldId="267"/>
            <ac:graphicFrameMk id="5" creationId="{66C09AEE-1081-6823-258D-E4E24A4E756E}"/>
          </ac:graphicFrameMkLst>
        </pc:graphicFrameChg>
        <pc:picChg chg="add del">
          <ac:chgData name="Esraa Mohamed" userId="32a53f8955a3383c" providerId="LiveId" clId="{F10043CA-7E0C-4C5B-B8AD-80B51C33A480}" dt="2026-09-01T18:30:34.731" v="44" actId="26606"/>
          <ac:picMkLst>
            <pc:docMk/>
            <pc:sldMk cId="4138540667" sldId="267"/>
            <ac:picMk id="6" creationId="{967ED371-020E-1B93-4AEC-F7F0DC2FA2F4}"/>
          </ac:picMkLst>
        </pc:picChg>
        <pc:inkChg chg="add">
          <ac:chgData name="Esraa Mohamed" userId="32a53f8955a3383c" providerId="LiveId" clId="{F10043CA-7E0C-4C5B-B8AD-80B51C33A480}" dt="2026-09-02T08:30:31.072" v="420" actId="9405"/>
          <ac:inkMkLst>
            <pc:docMk/>
            <pc:sldMk cId="4138540667" sldId="267"/>
            <ac:inkMk id="3" creationId="{AD075EDA-84BC-22E5-A6E0-C954786C6C94}"/>
          </ac:inkMkLst>
        </pc:inkChg>
        <pc:inkChg chg="add">
          <ac:chgData name="Esraa Mohamed" userId="32a53f8955a3383c" providerId="LiveId" clId="{F10043CA-7E0C-4C5B-B8AD-80B51C33A480}" dt="2026-09-02T08:30:36.216" v="421" actId="9405"/>
          <ac:inkMkLst>
            <pc:docMk/>
            <pc:sldMk cId="4138540667" sldId="267"/>
            <ac:inkMk id="4" creationId="{919CC5F8-48A0-2C52-71DC-7BF1739B4EE4}"/>
          </ac:inkMkLst>
        </pc:inkChg>
        <pc:inkChg chg="add">
          <ac:chgData name="Esraa Mohamed" userId="32a53f8955a3383c" providerId="LiveId" clId="{F10043CA-7E0C-4C5B-B8AD-80B51C33A480}" dt="2026-09-02T08:31:02.941" v="422" actId="9405"/>
          <ac:inkMkLst>
            <pc:docMk/>
            <pc:sldMk cId="4138540667" sldId="267"/>
            <ac:inkMk id="5" creationId="{D8617600-B8F9-BCC6-4949-AAFE774F9A89}"/>
          </ac:inkMkLst>
        </pc:inkChg>
        <pc:inkChg chg="add">
          <ac:chgData name="Esraa Mohamed" userId="32a53f8955a3383c" providerId="LiveId" clId="{F10043CA-7E0C-4C5B-B8AD-80B51C33A480}" dt="2026-09-02T08:31:11.125" v="423" actId="9405"/>
          <ac:inkMkLst>
            <pc:docMk/>
            <pc:sldMk cId="4138540667" sldId="267"/>
            <ac:inkMk id="6" creationId="{75182D90-4EFA-B23D-7455-3E0C89EC781A}"/>
          </ac:inkMkLst>
        </pc:inkChg>
        <pc:inkChg chg="add">
          <ac:chgData name="Esraa Mohamed" userId="32a53f8955a3383c" providerId="LiveId" clId="{F10043CA-7E0C-4C5B-B8AD-80B51C33A480}" dt="2026-09-02T08:31:16.262" v="424" actId="9405"/>
          <ac:inkMkLst>
            <pc:docMk/>
            <pc:sldMk cId="4138540667" sldId="267"/>
            <ac:inkMk id="7" creationId="{7C36B515-5CA9-5A11-DACC-FD87741B76AC}"/>
          </ac:inkMkLst>
        </pc:inkChg>
        <pc:inkChg chg="add mod">
          <ac:chgData name="Esraa Mohamed" userId="32a53f8955a3383c" providerId="LiveId" clId="{F10043CA-7E0C-4C5B-B8AD-80B51C33A480}" dt="2026-09-02T08:31:21.918" v="427"/>
          <ac:inkMkLst>
            <pc:docMk/>
            <pc:sldMk cId="4138540667" sldId="267"/>
            <ac:inkMk id="9" creationId="{56F029D8-2928-6C0E-E7D9-68C1219677F7}"/>
          </ac:inkMkLst>
        </pc:inkChg>
        <pc:inkChg chg="add mod">
          <ac:chgData name="Esraa Mohamed" userId="32a53f8955a3383c" providerId="LiveId" clId="{F10043CA-7E0C-4C5B-B8AD-80B51C33A480}" dt="2026-09-02T08:31:21.918" v="427"/>
          <ac:inkMkLst>
            <pc:docMk/>
            <pc:sldMk cId="4138540667" sldId="267"/>
            <ac:inkMk id="10" creationId="{91DD5660-CE7F-B71A-5E33-9E2E9858581D}"/>
          </ac:inkMkLst>
        </pc:inkChg>
        <pc:inkChg chg="add del">
          <ac:chgData name="Esraa Mohamed" userId="32a53f8955a3383c" providerId="LiveId" clId="{F10043CA-7E0C-4C5B-B8AD-80B51C33A480}" dt="2026-09-02T08:31:26.178" v="429"/>
          <ac:inkMkLst>
            <pc:docMk/>
            <pc:sldMk cId="4138540667" sldId="267"/>
            <ac:inkMk id="19" creationId="{48A23E4D-2AAC-7C2E-A2A7-DAE9779E4E33}"/>
          </ac:inkMkLst>
        </pc:inkChg>
        <pc:inkChg chg="add">
          <ac:chgData name="Esraa Mohamed" userId="32a53f8955a3383c" providerId="LiveId" clId="{F10043CA-7E0C-4C5B-B8AD-80B51C33A480}" dt="2026-09-02T08:31:26.178" v="429"/>
          <ac:inkMkLst>
            <pc:docMk/>
            <pc:sldMk cId="4138540667" sldId="267"/>
            <ac:inkMk id="20" creationId="{0CD95953-7D23-E353-033C-8ACBE444DB6F}"/>
          </ac:inkMkLst>
        </pc:inkChg>
        <pc:cxnChg chg="add">
          <ac:chgData name="Esraa Mohamed" userId="32a53f8955a3383c" providerId="LiveId" clId="{F10043CA-7E0C-4C5B-B8AD-80B51C33A480}" dt="2026-09-01T18:30:34.747" v="45" actId="26606"/>
          <ac:cxnSpMkLst>
            <pc:docMk/>
            <pc:sldMk cId="4138540667" sldId="267"/>
            <ac:cxnSpMk id="17" creationId="{6CF1BAF6-AD41-4082-B212-8A1F9A2E8779}"/>
          </ac:cxnSpMkLst>
        </pc:cxnChg>
      </pc:sldChg>
      <pc:sldChg chg="addSp delSp modSp new mod ord setBg">
        <pc:chgData name="Esraa Mohamed" userId="32a53f8955a3383c" providerId="LiveId" clId="{F10043CA-7E0C-4C5B-B8AD-80B51C33A480}" dt="2026-09-02T08:28:28.374" v="419" actId="9405"/>
        <pc:sldMkLst>
          <pc:docMk/>
          <pc:sldMk cId="1125834917" sldId="268"/>
        </pc:sldMkLst>
        <pc:spChg chg="mod">
          <ac:chgData name="Esraa Mohamed" userId="32a53f8955a3383c" providerId="LiveId" clId="{F10043CA-7E0C-4C5B-B8AD-80B51C33A480}" dt="2026-09-01T19:04:13.678" v="58" actId="26606"/>
          <ac:spMkLst>
            <pc:docMk/>
            <pc:sldMk cId="1125834917" sldId="268"/>
            <ac:spMk id="2" creationId="{66D6D812-D263-0DD2-1A8F-F55281AEC7E8}"/>
          </ac:spMkLst>
        </pc:spChg>
        <pc:spChg chg="del">
          <ac:chgData name="Esraa Mohamed" userId="32a53f8955a3383c" providerId="LiveId" clId="{F10043CA-7E0C-4C5B-B8AD-80B51C33A480}" dt="2026-09-01T19:04:10.250" v="57" actId="22"/>
          <ac:spMkLst>
            <pc:docMk/>
            <pc:sldMk cId="1125834917" sldId="268"/>
            <ac:spMk id="3" creationId="{7193C57E-34F8-AF34-9526-6E1CEBFFC043}"/>
          </ac:spMkLst>
        </pc:spChg>
        <pc:spChg chg="add del">
          <ac:chgData name="Esraa Mohamed" userId="32a53f8955a3383c" providerId="LiveId" clId="{F10043CA-7E0C-4C5B-B8AD-80B51C33A480}" dt="2026-09-01T18:42:29.310" v="53" actId="22"/>
          <ac:spMkLst>
            <pc:docMk/>
            <pc:sldMk cId="1125834917" sldId="268"/>
            <ac:spMk id="5" creationId="{C039ACE1-F471-6C18-E9E9-A2B356E4085D}"/>
          </ac:spMkLst>
        </pc:spChg>
        <pc:spChg chg="add">
          <ac:chgData name="Esraa Mohamed" userId="32a53f8955a3383c" providerId="LiveId" clId="{F10043CA-7E0C-4C5B-B8AD-80B51C33A480}" dt="2026-09-01T19:04:13.678" v="58" actId="26606"/>
          <ac:spMkLst>
            <pc:docMk/>
            <pc:sldMk cId="1125834917" sldId="268"/>
            <ac:spMk id="12" creationId="{D4771268-CB57-404A-9271-370EB28F6090}"/>
          </ac:spMkLst>
        </pc:spChg>
        <pc:grpChg chg="mod">
          <ac:chgData name="Esraa Mohamed" userId="32a53f8955a3383c" providerId="LiveId" clId="{F10043CA-7E0C-4C5B-B8AD-80B51C33A480}" dt="2026-09-02T08:28:03.624" v="415"/>
          <ac:grpSpMkLst>
            <pc:docMk/>
            <pc:sldMk cId="1125834917" sldId="268"/>
            <ac:grpSpMk id="14" creationId="{A4D04AF9-2E1C-978F-4FAB-4D035E524533}"/>
          </ac:grpSpMkLst>
        </pc:grpChg>
        <pc:picChg chg="add mod ord">
          <ac:chgData name="Esraa Mohamed" userId="32a53f8955a3383c" providerId="LiveId" clId="{F10043CA-7E0C-4C5B-B8AD-80B51C33A480}" dt="2026-09-01T19:04:13.678" v="58" actId="26606"/>
          <ac:picMkLst>
            <pc:docMk/>
            <pc:sldMk cId="1125834917" sldId="268"/>
            <ac:picMk id="7" creationId="{D1D0706E-4F52-55D8-1CAD-F54B910A8D11}"/>
          </ac:picMkLst>
        </pc:picChg>
        <pc:inkChg chg="add">
          <ac:chgData name="Esraa Mohamed" userId="32a53f8955a3383c" providerId="LiveId" clId="{F10043CA-7E0C-4C5B-B8AD-80B51C33A480}" dt="2026-09-02T08:27:36.826" v="406" actId="9405"/>
          <ac:inkMkLst>
            <pc:docMk/>
            <pc:sldMk cId="1125834917" sldId="268"/>
            <ac:inkMk id="3" creationId="{8A3AFC81-C408-A7B5-5FFA-1D7692FA0140}"/>
          </ac:inkMkLst>
        </pc:inkChg>
        <pc:inkChg chg="add del">
          <ac:chgData name="Esraa Mohamed" userId="32a53f8955a3383c" providerId="LiveId" clId="{F10043CA-7E0C-4C5B-B8AD-80B51C33A480}" dt="2026-09-02T08:27:39.844" v="408"/>
          <ac:inkMkLst>
            <pc:docMk/>
            <pc:sldMk cId="1125834917" sldId="268"/>
            <ac:inkMk id="4" creationId="{CF3B8B17-6097-B08E-85A7-A4C493E22B01}"/>
          </ac:inkMkLst>
        </pc:inkChg>
        <pc:inkChg chg="add">
          <ac:chgData name="Esraa Mohamed" userId="32a53f8955a3383c" providerId="LiveId" clId="{F10043CA-7E0C-4C5B-B8AD-80B51C33A480}" dt="2026-09-02T08:27:39.844" v="408"/>
          <ac:inkMkLst>
            <pc:docMk/>
            <pc:sldMk cId="1125834917" sldId="268"/>
            <ac:inkMk id="5" creationId="{AF3C4E4C-D100-075C-52AD-3018405052E7}"/>
          </ac:inkMkLst>
        </pc:inkChg>
        <pc:inkChg chg="add">
          <ac:chgData name="Esraa Mohamed" userId="32a53f8955a3383c" providerId="LiveId" clId="{F10043CA-7E0C-4C5B-B8AD-80B51C33A480}" dt="2026-09-02T08:27:42.717" v="409" actId="9405"/>
          <ac:inkMkLst>
            <pc:docMk/>
            <pc:sldMk cId="1125834917" sldId="268"/>
            <ac:inkMk id="6" creationId="{2D74E886-DC29-3520-45E3-14925B14A8D6}"/>
          </ac:inkMkLst>
        </pc:inkChg>
        <pc:inkChg chg="add">
          <ac:chgData name="Esraa Mohamed" userId="32a53f8955a3383c" providerId="LiveId" clId="{F10043CA-7E0C-4C5B-B8AD-80B51C33A480}" dt="2026-09-02T08:27:46.500" v="410" actId="9405"/>
          <ac:inkMkLst>
            <pc:docMk/>
            <pc:sldMk cId="1125834917" sldId="268"/>
            <ac:inkMk id="8" creationId="{812ACD49-729E-CE1D-3C82-4169942E3EE6}"/>
          </ac:inkMkLst>
        </pc:inkChg>
        <pc:inkChg chg="add">
          <ac:chgData name="Esraa Mohamed" userId="32a53f8955a3383c" providerId="LiveId" clId="{F10043CA-7E0C-4C5B-B8AD-80B51C33A480}" dt="2026-09-02T08:27:57.580" v="411" actId="9405"/>
          <ac:inkMkLst>
            <pc:docMk/>
            <pc:sldMk cId="1125834917" sldId="268"/>
            <ac:inkMk id="9" creationId="{EA32109A-E1C9-7214-80ED-CE6A2967DCB5}"/>
          </ac:inkMkLst>
        </pc:inkChg>
        <pc:inkChg chg="add mod">
          <ac:chgData name="Esraa Mohamed" userId="32a53f8955a3383c" providerId="LiveId" clId="{F10043CA-7E0C-4C5B-B8AD-80B51C33A480}" dt="2026-09-02T08:28:03.624" v="415"/>
          <ac:inkMkLst>
            <pc:docMk/>
            <pc:sldMk cId="1125834917" sldId="268"/>
            <ac:inkMk id="10" creationId="{01AADAD5-57C3-716A-7E47-91A90E961A78}"/>
          </ac:inkMkLst>
        </pc:inkChg>
        <pc:inkChg chg="add mod">
          <ac:chgData name="Esraa Mohamed" userId="32a53f8955a3383c" providerId="LiveId" clId="{F10043CA-7E0C-4C5B-B8AD-80B51C33A480}" dt="2026-09-02T08:28:03.624" v="415"/>
          <ac:inkMkLst>
            <pc:docMk/>
            <pc:sldMk cId="1125834917" sldId="268"/>
            <ac:inkMk id="11" creationId="{0960C6A1-E0A8-4E3F-790B-59A6FCA92519}"/>
          </ac:inkMkLst>
        </pc:inkChg>
        <pc:inkChg chg="add mod">
          <ac:chgData name="Esraa Mohamed" userId="32a53f8955a3383c" providerId="LiveId" clId="{F10043CA-7E0C-4C5B-B8AD-80B51C33A480}" dt="2026-09-02T08:28:03.624" v="415"/>
          <ac:inkMkLst>
            <pc:docMk/>
            <pc:sldMk cId="1125834917" sldId="268"/>
            <ac:inkMk id="13" creationId="{90987BB8-4456-4F4B-4072-422B2C2C51F5}"/>
          </ac:inkMkLst>
        </pc:inkChg>
        <pc:inkChg chg="add">
          <ac:chgData name="Esraa Mohamed" userId="32a53f8955a3383c" providerId="LiveId" clId="{F10043CA-7E0C-4C5B-B8AD-80B51C33A480}" dt="2026-09-02T08:28:06.548" v="416" actId="9405"/>
          <ac:inkMkLst>
            <pc:docMk/>
            <pc:sldMk cId="1125834917" sldId="268"/>
            <ac:inkMk id="15" creationId="{F38C09EE-F10F-5320-6B3A-93459B54FF5D}"/>
          </ac:inkMkLst>
        </pc:inkChg>
        <pc:inkChg chg="add">
          <ac:chgData name="Esraa Mohamed" userId="32a53f8955a3383c" providerId="LiveId" clId="{F10043CA-7E0C-4C5B-B8AD-80B51C33A480}" dt="2026-09-02T08:28:12.196" v="417" actId="9405"/>
          <ac:inkMkLst>
            <pc:docMk/>
            <pc:sldMk cId="1125834917" sldId="268"/>
            <ac:inkMk id="16" creationId="{AE19E278-FE5B-FDD7-0644-24585098CA1F}"/>
          </ac:inkMkLst>
        </pc:inkChg>
        <pc:inkChg chg="add">
          <ac:chgData name="Esraa Mohamed" userId="32a53f8955a3383c" providerId="LiveId" clId="{F10043CA-7E0C-4C5B-B8AD-80B51C33A480}" dt="2026-09-02T08:28:23.631" v="418" actId="9405"/>
          <ac:inkMkLst>
            <pc:docMk/>
            <pc:sldMk cId="1125834917" sldId="268"/>
            <ac:inkMk id="17" creationId="{6A98B5D1-D5BB-C245-079C-DC4E218F2BFC}"/>
          </ac:inkMkLst>
        </pc:inkChg>
        <pc:inkChg chg="add">
          <ac:chgData name="Esraa Mohamed" userId="32a53f8955a3383c" providerId="LiveId" clId="{F10043CA-7E0C-4C5B-B8AD-80B51C33A480}" dt="2026-09-02T08:28:28.374" v="419" actId="9405"/>
          <ac:inkMkLst>
            <pc:docMk/>
            <pc:sldMk cId="1125834917" sldId="268"/>
            <ac:inkMk id="18" creationId="{F8309B5A-7BAE-E8DD-13E1-AD1087D4BBC6}"/>
          </ac:inkMkLst>
        </pc:inkChg>
      </pc:sldChg>
      <pc:sldChg chg="addSp delSp modSp new mod ord setBg">
        <pc:chgData name="Esraa Mohamed" userId="32a53f8955a3383c" providerId="LiveId" clId="{F10043CA-7E0C-4C5B-B8AD-80B51C33A480}" dt="2026-09-02T09:22:05.665" v="515" actId="9405"/>
        <pc:sldMkLst>
          <pc:docMk/>
          <pc:sldMk cId="2828431233" sldId="269"/>
        </pc:sldMkLst>
        <pc:spChg chg="mod">
          <ac:chgData name="Esraa Mohamed" userId="32a53f8955a3383c" providerId="LiveId" clId="{F10043CA-7E0C-4C5B-B8AD-80B51C33A480}" dt="2026-09-01T21:14:59.020" v="139" actId="26606"/>
          <ac:spMkLst>
            <pc:docMk/>
            <pc:sldMk cId="2828431233" sldId="269"/>
            <ac:spMk id="2" creationId="{88411BB8-AB19-D565-D878-F6904977C121}"/>
          </ac:spMkLst>
        </pc:spChg>
        <pc:spChg chg="mod">
          <ac:chgData name="Esraa Mohamed" userId="32a53f8955a3383c" providerId="LiveId" clId="{F10043CA-7E0C-4C5B-B8AD-80B51C33A480}" dt="2026-09-02T09:19:45.243" v="492" actId="20577"/>
          <ac:spMkLst>
            <pc:docMk/>
            <pc:sldMk cId="2828431233" sldId="269"/>
            <ac:spMk id="3" creationId="{4C439F20-5BC4-E35A-BD48-3FB28A85FF9B}"/>
          </ac:spMkLst>
        </pc:spChg>
        <pc:spChg chg="add">
          <ac:chgData name="Esraa Mohamed" userId="32a53f8955a3383c" providerId="LiveId" clId="{F10043CA-7E0C-4C5B-B8AD-80B51C33A480}" dt="2026-09-01T21:14:59.020" v="139" actId="26606"/>
          <ac:spMkLst>
            <pc:docMk/>
            <pc:sldMk cId="2828431233" sldId="269"/>
            <ac:spMk id="7" creationId="{DBC6133C-0615-4CE4-9132-37E609A9BDFA}"/>
          </ac:spMkLst>
        </pc:spChg>
        <pc:spChg chg="add">
          <ac:chgData name="Esraa Mohamed" userId="32a53f8955a3383c" providerId="LiveId" clId="{F10043CA-7E0C-4C5B-B8AD-80B51C33A480}" dt="2026-09-01T21:14:59.020" v="139" actId="26606"/>
          <ac:spMkLst>
            <pc:docMk/>
            <pc:sldMk cId="2828431233" sldId="269"/>
            <ac:spMk id="8" creationId="{169CC832-2974-4E8D-90ED-3E2941BA7336}"/>
          </ac:spMkLst>
        </pc:spChg>
        <pc:spChg chg="add">
          <ac:chgData name="Esraa Mohamed" userId="32a53f8955a3383c" providerId="LiveId" clId="{F10043CA-7E0C-4C5B-B8AD-80B51C33A480}" dt="2026-09-01T21:14:59.020" v="139" actId="26606"/>
          <ac:spMkLst>
            <pc:docMk/>
            <pc:sldMk cId="2828431233" sldId="269"/>
            <ac:spMk id="9" creationId="{55222F96-971A-4F90-B841-6BAB416C7AC1}"/>
          </ac:spMkLst>
        </pc:spChg>
        <pc:spChg chg="add del">
          <ac:chgData name="Esraa Mohamed" userId="32a53f8955a3383c" providerId="LiveId" clId="{F10043CA-7E0C-4C5B-B8AD-80B51C33A480}" dt="2026-09-01T21:14:55.946" v="138" actId="26606"/>
          <ac:spMkLst>
            <pc:docMk/>
            <pc:sldMk cId="2828431233" sldId="269"/>
            <ac:spMk id="10" creationId="{201CC55D-ED54-4C5C-95E6-10947BD1103B}"/>
          </ac:spMkLst>
        </pc:spChg>
        <pc:spChg chg="add">
          <ac:chgData name="Esraa Mohamed" userId="32a53f8955a3383c" providerId="LiveId" clId="{F10043CA-7E0C-4C5B-B8AD-80B51C33A480}" dt="2026-09-01T21:14:59.020" v="139" actId="26606"/>
          <ac:spMkLst>
            <pc:docMk/>
            <pc:sldMk cId="2828431233" sldId="269"/>
            <ac:spMk id="11" creationId="{08980754-6F4B-43C9-B9BE-127B6BED6586}"/>
          </ac:spMkLst>
        </pc:spChg>
        <pc:spChg chg="add">
          <ac:chgData name="Esraa Mohamed" userId="32a53f8955a3383c" providerId="LiveId" clId="{F10043CA-7E0C-4C5B-B8AD-80B51C33A480}" dt="2026-09-01T21:14:59.020" v="139" actId="26606"/>
          <ac:spMkLst>
            <pc:docMk/>
            <pc:sldMk cId="2828431233" sldId="269"/>
            <ac:spMk id="15" creationId="{2C1BBA94-3F40-40AA-8BB9-E69E25E537C1}"/>
          </ac:spMkLst>
        </pc:spChg>
        <pc:spChg chg="add del">
          <ac:chgData name="Esraa Mohamed" userId="32a53f8955a3383c" providerId="LiveId" clId="{F10043CA-7E0C-4C5B-B8AD-80B51C33A480}" dt="2026-09-01T21:14:55.946" v="138" actId="26606"/>
          <ac:spMkLst>
            <pc:docMk/>
            <pc:sldMk cId="2828431233" sldId="269"/>
            <ac:spMk id="16" creationId="{3873B707-463F-40B0-8227-E8CC6C67EB25}"/>
          </ac:spMkLst>
        </pc:spChg>
        <pc:spChg chg="add del">
          <ac:chgData name="Esraa Mohamed" userId="32a53f8955a3383c" providerId="LiveId" clId="{F10043CA-7E0C-4C5B-B8AD-80B51C33A480}" dt="2026-09-01T21:14:55.946" v="138" actId="26606"/>
          <ac:spMkLst>
            <pc:docMk/>
            <pc:sldMk cId="2828431233" sldId="269"/>
            <ac:spMk id="18" creationId="{C13237C8-E62C-4F0D-A318-BD6FB6C2D138}"/>
          </ac:spMkLst>
        </pc:spChg>
        <pc:spChg chg="add del">
          <ac:chgData name="Esraa Mohamed" userId="32a53f8955a3383c" providerId="LiveId" clId="{F10043CA-7E0C-4C5B-B8AD-80B51C33A480}" dt="2026-09-01T21:14:55.946" v="138" actId="26606"/>
          <ac:spMkLst>
            <pc:docMk/>
            <pc:sldMk cId="2828431233" sldId="269"/>
            <ac:spMk id="20" creationId="{19C9EAEA-39D0-4B0E-A0EB-51E7B26740B1}"/>
          </ac:spMkLst>
        </pc:spChg>
        <pc:grpChg chg="add del">
          <ac:chgData name="Esraa Mohamed" userId="32a53f8955a3383c" providerId="LiveId" clId="{F10043CA-7E0C-4C5B-B8AD-80B51C33A480}" dt="2026-09-01T21:14:55.946" v="138" actId="26606"/>
          <ac:grpSpMkLst>
            <pc:docMk/>
            <pc:sldMk cId="2828431233" sldId="269"/>
            <ac:grpSpMk id="12" creationId="{1DE889C7-FAD6-4397-98E2-05D503484459}"/>
          </ac:grpSpMkLst>
        </pc:grpChg>
        <pc:grpChg chg="del mod">
          <ac:chgData name="Esraa Mohamed" userId="32a53f8955a3383c" providerId="LiveId" clId="{F10043CA-7E0C-4C5B-B8AD-80B51C33A480}" dt="2026-09-02T09:21:57.945" v="513"/>
          <ac:grpSpMkLst>
            <pc:docMk/>
            <pc:sldMk cId="2828431233" sldId="269"/>
            <ac:grpSpMk id="13" creationId="{228811F4-5B9E-7C26-3387-FD8815F68F2C}"/>
          </ac:grpSpMkLst>
        </pc:grpChg>
        <pc:grpChg chg="mod">
          <ac:chgData name="Esraa Mohamed" userId="32a53f8955a3383c" providerId="LiveId" clId="{F10043CA-7E0C-4C5B-B8AD-80B51C33A480}" dt="2026-09-02T09:21:57.945" v="513"/>
          <ac:grpSpMkLst>
            <pc:docMk/>
            <pc:sldMk cId="2828431233" sldId="269"/>
            <ac:grpSpMk id="30" creationId="{A9C512C2-DA86-1707-13C9-F67CB55CA15E}"/>
          </ac:grpSpMkLst>
        </pc:grpChg>
        <pc:picChg chg="add mod">
          <ac:chgData name="Esraa Mohamed" userId="32a53f8955a3383c" providerId="LiveId" clId="{F10043CA-7E0C-4C5B-B8AD-80B51C33A480}" dt="2026-09-01T21:14:59.020" v="139" actId="26606"/>
          <ac:picMkLst>
            <pc:docMk/>
            <pc:sldMk cId="2828431233" sldId="269"/>
            <ac:picMk id="5" creationId="{D43A0810-401B-0C90-8F6A-E6EB2D9D65E0}"/>
          </ac:picMkLst>
        </pc:picChg>
        <pc:inkChg chg="add">
          <ac:chgData name="Esraa Mohamed" userId="32a53f8955a3383c" providerId="LiveId" clId="{F10043CA-7E0C-4C5B-B8AD-80B51C33A480}" dt="2026-09-02T09:20:32.666" v="493" actId="9405"/>
          <ac:inkMkLst>
            <pc:docMk/>
            <pc:sldMk cId="2828431233" sldId="269"/>
            <ac:inkMk id="4" creationId="{4011264C-0006-2B37-7194-0C4F648DD236}"/>
          </ac:inkMkLst>
        </pc:inkChg>
        <pc:inkChg chg="add">
          <ac:chgData name="Esraa Mohamed" userId="32a53f8955a3383c" providerId="LiveId" clId="{F10043CA-7E0C-4C5B-B8AD-80B51C33A480}" dt="2026-09-02T09:20:34.938" v="494" actId="9405"/>
          <ac:inkMkLst>
            <pc:docMk/>
            <pc:sldMk cId="2828431233" sldId="269"/>
            <ac:inkMk id="6" creationId="{22BC4C36-48F8-8800-3FEF-86FAA5E7F6FB}"/>
          </ac:inkMkLst>
        </pc:inkChg>
        <pc:inkChg chg="add mod">
          <ac:chgData name="Esraa Mohamed" userId="32a53f8955a3383c" providerId="LiveId" clId="{F10043CA-7E0C-4C5B-B8AD-80B51C33A480}" dt="2026-09-02T09:21:57.945" v="513"/>
          <ac:inkMkLst>
            <pc:docMk/>
            <pc:sldMk cId="2828431233" sldId="269"/>
            <ac:inkMk id="10" creationId="{F399464B-3246-8316-5BB1-6A133FF8C656}"/>
          </ac:inkMkLst>
        </pc:inkChg>
        <pc:inkChg chg="add mod">
          <ac:chgData name="Esraa Mohamed" userId="32a53f8955a3383c" providerId="LiveId" clId="{F10043CA-7E0C-4C5B-B8AD-80B51C33A480}" dt="2026-09-02T09:21:57.945" v="513"/>
          <ac:inkMkLst>
            <pc:docMk/>
            <pc:sldMk cId="2828431233" sldId="269"/>
            <ac:inkMk id="12" creationId="{177DAC59-9FD4-7B33-F95D-5309BA27D07D}"/>
          </ac:inkMkLst>
        </pc:inkChg>
        <pc:inkChg chg="add mod">
          <ac:chgData name="Esraa Mohamed" userId="32a53f8955a3383c" providerId="LiveId" clId="{F10043CA-7E0C-4C5B-B8AD-80B51C33A480}" dt="2026-09-02T09:21:57.945" v="513"/>
          <ac:inkMkLst>
            <pc:docMk/>
            <pc:sldMk cId="2828431233" sldId="269"/>
            <ac:inkMk id="14" creationId="{831069BE-D504-577B-D357-46B9BFE1C279}"/>
          </ac:inkMkLst>
        </pc:inkChg>
        <pc:inkChg chg="add del">
          <ac:chgData name="Esraa Mohamed" userId="32a53f8955a3383c" providerId="LiveId" clId="{F10043CA-7E0C-4C5B-B8AD-80B51C33A480}" dt="2026-09-02T09:21:24.594" v="500"/>
          <ac:inkMkLst>
            <pc:docMk/>
            <pc:sldMk cId="2828431233" sldId="269"/>
            <ac:inkMk id="16" creationId="{74527FBA-6B20-5BE1-CFC9-8F26AAE39D2C}"/>
          </ac:inkMkLst>
        </pc:inkChg>
        <pc:inkChg chg="add">
          <ac:chgData name="Esraa Mohamed" userId="32a53f8955a3383c" providerId="LiveId" clId="{F10043CA-7E0C-4C5B-B8AD-80B51C33A480}" dt="2026-09-02T09:21:24.594" v="500"/>
          <ac:inkMkLst>
            <pc:docMk/>
            <pc:sldMk cId="2828431233" sldId="269"/>
            <ac:inkMk id="17" creationId="{C7D3D3DC-85DE-C173-BCB9-92159FC710F6}"/>
          </ac:inkMkLst>
        </pc:inkChg>
        <pc:inkChg chg="add">
          <ac:chgData name="Esraa Mohamed" userId="32a53f8955a3383c" providerId="LiveId" clId="{F10043CA-7E0C-4C5B-B8AD-80B51C33A480}" dt="2026-09-02T09:21:28.157" v="501" actId="9405"/>
          <ac:inkMkLst>
            <pc:docMk/>
            <pc:sldMk cId="2828431233" sldId="269"/>
            <ac:inkMk id="18" creationId="{BA887543-7757-05EC-8FF2-9145BCA5F078}"/>
          </ac:inkMkLst>
        </pc:inkChg>
        <pc:inkChg chg="add del">
          <ac:chgData name="Esraa Mohamed" userId="32a53f8955a3383c" providerId="LiveId" clId="{F10043CA-7E0C-4C5B-B8AD-80B51C33A480}" dt="2026-09-02T09:21:30.813" v="503"/>
          <ac:inkMkLst>
            <pc:docMk/>
            <pc:sldMk cId="2828431233" sldId="269"/>
            <ac:inkMk id="19" creationId="{CC11E442-7887-EDC5-70DC-C4A7AD2A2E53}"/>
          </ac:inkMkLst>
        </pc:inkChg>
        <pc:inkChg chg="add">
          <ac:chgData name="Esraa Mohamed" userId="32a53f8955a3383c" providerId="LiveId" clId="{F10043CA-7E0C-4C5B-B8AD-80B51C33A480}" dt="2026-09-02T09:21:30.813" v="503"/>
          <ac:inkMkLst>
            <pc:docMk/>
            <pc:sldMk cId="2828431233" sldId="269"/>
            <ac:inkMk id="20" creationId="{7B7D848E-4045-0D31-821D-E6FF1DFBA552}"/>
          </ac:inkMkLst>
        </pc:inkChg>
        <pc:inkChg chg="add del">
          <ac:chgData name="Esraa Mohamed" userId="32a53f8955a3383c" providerId="LiveId" clId="{F10043CA-7E0C-4C5B-B8AD-80B51C33A480}" dt="2026-09-02T09:21:33.374" v="505"/>
          <ac:inkMkLst>
            <pc:docMk/>
            <pc:sldMk cId="2828431233" sldId="269"/>
            <ac:inkMk id="21" creationId="{9DDAF583-484C-90DE-7101-FE205F4A4B9D}"/>
          </ac:inkMkLst>
        </pc:inkChg>
        <pc:inkChg chg="add">
          <ac:chgData name="Esraa Mohamed" userId="32a53f8955a3383c" providerId="LiveId" clId="{F10043CA-7E0C-4C5B-B8AD-80B51C33A480}" dt="2026-09-02T09:21:33.374" v="505"/>
          <ac:inkMkLst>
            <pc:docMk/>
            <pc:sldMk cId="2828431233" sldId="269"/>
            <ac:inkMk id="22" creationId="{01E3E362-6546-8D46-55C6-42E11E7003E9}"/>
          </ac:inkMkLst>
        </pc:inkChg>
        <pc:inkChg chg="add del">
          <ac:chgData name="Esraa Mohamed" userId="32a53f8955a3383c" providerId="LiveId" clId="{F10043CA-7E0C-4C5B-B8AD-80B51C33A480}" dt="2026-09-02T09:21:38.031" v="507"/>
          <ac:inkMkLst>
            <pc:docMk/>
            <pc:sldMk cId="2828431233" sldId="269"/>
            <ac:inkMk id="23" creationId="{4F5F4346-C999-4335-74E1-C5B9517D2845}"/>
          </ac:inkMkLst>
        </pc:inkChg>
        <pc:inkChg chg="add">
          <ac:chgData name="Esraa Mohamed" userId="32a53f8955a3383c" providerId="LiveId" clId="{F10043CA-7E0C-4C5B-B8AD-80B51C33A480}" dt="2026-09-02T09:21:38.031" v="507"/>
          <ac:inkMkLst>
            <pc:docMk/>
            <pc:sldMk cId="2828431233" sldId="269"/>
            <ac:inkMk id="24" creationId="{AE23394F-20CD-8467-D01E-6E5502E0B268}"/>
          </ac:inkMkLst>
        </pc:inkChg>
        <pc:inkChg chg="add del">
          <ac:chgData name="Esraa Mohamed" userId="32a53f8955a3383c" providerId="LiveId" clId="{F10043CA-7E0C-4C5B-B8AD-80B51C33A480}" dt="2026-09-02T09:21:53.720" v="509"/>
          <ac:inkMkLst>
            <pc:docMk/>
            <pc:sldMk cId="2828431233" sldId="269"/>
            <ac:inkMk id="25" creationId="{79C66D9B-D812-F445-4D7D-244DFF590B10}"/>
          </ac:inkMkLst>
        </pc:inkChg>
        <pc:inkChg chg="add">
          <ac:chgData name="Esraa Mohamed" userId="32a53f8955a3383c" providerId="LiveId" clId="{F10043CA-7E0C-4C5B-B8AD-80B51C33A480}" dt="2026-09-02T09:21:53.720" v="509"/>
          <ac:inkMkLst>
            <pc:docMk/>
            <pc:sldMk cId="2828431233" sldId="269"/>
            <ac:inkMk id="26" creationId="{8952515E-56C6-8A57-5273-D1833B3B969B}"/>
          </ac:inkMkLst>
        </pc:inkChg>
        <pc:inkChg chg="add del">
          <ac:chgData name="Esraa Mohamed" userId="32a53f8955a3383c" providerId="LiveId" clId="{F10043CA-7E0C-4C5B-B8AD-80B51C33A480}" dt="2026-09-02T09:21:55.480" v="511"/>
          <ac:inkMkLst>
            <pc:docMk/>
            <pc:sldMk cId="2828431233" sldId="269"/>
            <ac:inkMk id="27" creationId="{96D5FF18-F2F8-F886-E52B-3F30A0AB5DBE}"/>
          </ac:inkMkLst>
        </pc:inkChg>
        <pc:inkChg chg="add">
          <ac:chgData name="Esraa Mohamed" userId="32a53f8955a3383c" providerId="LiveId" clId="{F10043CA-7E0C-4C5B-B8AD-80B51C33A480}" dt="2026-09-02T09:21:55.480" v="511"/>
          <ac:inkMkLst>
            <pc:docMk/>
            <pc:sldMk cId="2828431233" sldId="269"/>
            <ac:inkMk id="28" creationId="{C153848F-A264-DF60-E21A-4F4687EF92F3}"/>
          </ac:inkMkLst>
        </pc:inkChg>
        <pc:inkChg chg="add">
          <ac:chgData name="Esraa Mohamed" userId="32a53f8955a3383c" providerId="LiveId" clId="{F10043CA-7E0C-4C5B-B8AD-80B51C33A480}" dt="2026-09-02T09:21:56.861" v="512" actId="9405"/>
          <ac:inkMkLst>
            <pc:docMk/>
            <pc:sldMk cId="2828431233" sldId="269"/>
            <ac:inkMk id="29" creationId="{CAA3E9F6-DBBA-C485-0A08-101D56662E5C}"/>
          </ac:inkMkLst>
        </pc:inkChg>
        <pc:inkChg chg="add">
          <ac:chgData name="Esraa Mohamed" userId="32a53f8955a3383c" providerId="LiveId" clId="{F10043CA-7E0C-4C5B-B8AD-80B51C33A480}" dt="2026-09-02T09:22:00.209" v="514" actId="9405"/>
          <ac:inkMkLst>
            <pc:docMk/>
            <pc:sldMk cId="2828431233" sldId="269"/>
            <ac:inkMk id="31" creationId="{0FE1A5BB-7AF1-6021-1DF1-5F5EA705CADF}"/>
          </ac:inkMkLst>
        </pc:inkChg>
        <pc:inkChg chg="add">
          <ac:chgData name="Esraa Mohamed" userId="32a53f8955a3383c" providerId="LiveId" clId="{F10043CA-7E0C-4C5B-B8AD-80B51C33A480}" dt="2026-09-02T09:22:05.665" v="515" actId="9405"/>
          <ac:inkMkLst>
            <pc:docMk/>
            <pc:sldMk cId="2828431233" sldId="269"/>
            <ac:inkMk id="32" creationId="{3E1DA893-EFCD-2D5A-52CD-E353DBB4A73B}"/>
          </ac:inkMkLst>
        </pc:inkChg>
      </pc:sldChg>
      <pc:sldChg chg="addSp delSp modSp new mod ord setBg">
        <pc:chgData name="Esraa Mohamed" userId="32a53f8955a3383c" providerId="LiveId" clId="{F10043CA-7E0C-4C5B-B8AD-80B51C33A480}" dt="2026-09-02T09:24:56.439" v="518" actId="9405"/>
        <pc:sldMkLst>
          <pc:docMk/>
          <pc:sldMk cId="2722011341" sldId="270"/>
        </pc:sldMkLst>
        <pc:spChg chg="mod">
          <ac:chgData name="Esraa Mohamed" userId="32a53f8955a3383c" providerId="LiveId" clId="{F10043CA-7E0C-4C5B-B8AD-80B51C33A480}" dt="2026-09-01T20:13:59.767" v="128" actId="26606"/>
          <ac:spMkLst>
            <pc:docMk/>
            <pc:sldMk cId="2722011341" sldId="270"/>
            <ac:spMk id="2" creationId="{F4C93B60-1DF0-A8EB-6386-02F82E832879}"/>
          </ac:spMkLst>
        </pc:spChg>
        <pc:spChg chg="mod">
          <ac:chgData name="Esraa Mohamed" userId="32a53f8955a3383c" providerId="LiveId" clId="{F10043CA-7E0C-4C5B-B8AD-80B51C33A480}" dt="2026-09-01T20:13:59.767" v="128" actId="26606"/>
          <ac:spMkLst>
            <pc:docMk/>
            <pc:sldMk cId="2722011341" sldId="270"/>
            <ac:spMk id="3" creationId="{C7E6BC2E-8DB8-71EC-EB7E-1E0BD0E3933E}"/>
          </ac:spMkLst>
        </pc:spChg>
        <pc:spChg chg="add">
          <ac:chgData name="Esraa Mohamed" userId="32a53f8955a3383c" providerId="LiveId" clId="{F10043CA-7E0C-4C5B-B8AD-80B51C33A480}" dt="2026-09-01T20:13:59.767" v="128" actId="26606"/>
          <ac:spMkLst>
            <pc:docMk/>
            <pc:sldMk cId="2722011341" sldId="270"/>
            <ac:spMk id="7" creationId="{058A14AF-9FB5-4CC7-BA35-E8E85D3EDF0E}"/>
          </ac:spMkLst>
        </pc:spChg>
        <pc:spChg chg="add">
          <ac:chgData name="Esraa Mohamed" userId="32a53f8955a3383c" providerId="LiveId" clId="{F10043CA-7E0C-4C5B-B8AD-80B51C33A480}" dt="2026-09-01T20:13:59.767" v="128" actId="26606"/>
          <ac:spMkLst>
            <pc:docMk/>
            <pc:sldMk cId="2722011341" sldId="270"/>
            <ac:spMk id="8" creationId="{3A9A4357-BD1D-4622-A4FE-766E6AB8DE84}"/>
          </ac:spMkLst>
        </pc:spChg>
        <pc:spChg chg="add">
          <ac:chgData name="Esraa Mohamed" userId="32a53f8955a3383c" providerId="LiveId" clId="{F10043CA-7E0C-4C5B-B8AD-80B51C33A480}" dt="2026-09-01T20:13:59.767" v="128" actId="26606"/>
          <ac:spMkLst>
            <pc:docMk/>
            <pc:sldMk cId="2722011341" sldId="270"/>
            <ac:spMk id="9" creationId="{E659831F-0D9A-4C63-9EBB-8435B85A440F}"/>
          </ac:spMkLst>
        </pc:spChg>
        <pc:spChg chg="add del">
          <ac:chgData name="Esraa Mohamed" userId="32a53f8955a3383c" providerId="LiveId" clId="{F10043CA-7E0C-4C5B-B8AD-80B51C33A480}" dt="2026-09-01T20:13:55.832" v="127" actId="26606"/>
          <ac:spMkLst>
            <pc:docMk/>
            <pc:sldMk cId="2722011341" sldId="270"/>
            <ac:spMk id="10" creationId="{058A14AF-9FB5-4CC7-BA35-E8E85D3EDF0E}"/>
          </ac:spMkLst>
        </pc:spChg>
        <pc:spChg chg="add">
          <ac:chgData name="Esraa Mohamed" userId="32a53f8955a3383c" providerId="LiveId" clId="{F10043CA-7E0C-4C5B-B8AD-80B51C33A480}" dt="2026-09-01T20:13:59.767" v="128" actId="26606"/>
          <ac:spMkLst>
            <pc:docMk/>
            <pc:sldMk cId="2722011341" sldId="270"/>
            <ac:spMk id="11" creationId="{E6995CE5-F890-4ABA-82A2-26507CE8D2A3}"/>
          </ac:spMkLst>
        </pc:spChg>
        <pc:spChg chg="add del">
          <ac:chgData name="Esraa Mohamed" userId="32a53f8955a3383c" providerId="LiveId" clId="{F10043CA-7E0C-4C5B-B8AD-80B51C33A480}" dt="2026-09-01T20:13:55.832" v="127" actId="26606"/>
          <ac:spMkLst>
            <pc:docMk/>
            <pc:sldMk cId="2722011341" sldId="270"/>
            <ac:spMk id="12" creationId="{3A9A4357-BD1D-4622-A4FE-766E6AB8DE84}"/>
          </ac:spMkLst>
        </pc:spChg>
        <pc:spChg chg="add del">
          <ac:chgData name="Esraa Mohamed" userId="32a53f8955a3383c" providerId="LiveId" clId="{F10043CA-7E0C-4C5B-B8AD-80B51C33A480}" dt="2026-09-01T20:13:55.832" v="127" actId="26606"/>
          <ac:spMkLst>
            <pc:docMk/>
            <pc:sldMk cId="2722011341" sldId="270"/>
            <ac:spMk id="14" creationId="{E659831F-0D9A-4C63-9EBB-8435B85A440F}"/>
          </ac:spMkLst>
        </pc:spChg>
        <pc:spChg chg="add del">
          <ac:chgData name="Esraa Mohamed" userId="32a53f8955a3383c" providerId="LiveId" clId="{F10043CA-7E0C-4C5B-B8AD-80B51C33A480}" dt="2026-09-01T20:13:55.832" v="127" actId="26606"/>
          <ac:spMkLst>
            <pc:docMk/>
            <pc:sldMk cId="2722011341" sldId="270"/>
            <ac:spMk id="16" creationId="{E6995CE5-F890-4ABA-82A2-26507CE8D2A3}"/>
          </ac:spMkLst>
        </pc:spChg>
        <pc:picChg chg="add mod">
          <ac:chgData name="Esraa Mohamed" userId="32a53f8955a3383c" providerId="LiveId" clId="{F10043CA-7E0C-4C5B-B8AD-80B51C33A480}" dt="2026-09-01T20:13:59.767" v="128" actId="26606"/>
          <ac:picMkLst>
            <pc:docMk/>
            <pc:sldMk cId="2722011341" sldId="270"/>
            <ac:picMk id="5" creationId="{5A44BB91-58ED-D24F-AA51-1F46FC0AD9BD}"/>
          </ac:picMkLst>
        </pc:picChg>
        <pc:inkChg chg="add">
          <ac:chgData name="Esraa Mohamed" userId="32a53f8955a3383c" providerId="LiveId" clId="{F10043CA-7E0C-4C5B-B8AD-80B51C33A480}" dt="2026-09-02T09:24:44.068" v="516" actId="9405"/>
          <ac:inkMkLst>
            <pc:docMk/>
            <pc:sldMk cId="2722011341" sldId="270"/>
            <ac:inkMk id="4" creationId="{1F916B89-30D0-8598-5C2D-6BA1C3C2376D}"/>
          </ac:inkMkLst>
        </pc:inkChg>
        <pc:inkChg chg="add">
          <ac:chgData name="Esraa Mohamed" userId="32a53f8955a3383c" providerId="LiveId" clId="{F10043CA-7E0C-4C5B-B8AD-80B51C33A480}" dt="2026-09-02T09:24:47.157" v="517" actId="9405"/>
          <ac:inkMkLst>
            <pc:docMk/>
            <pc:sldMk cId="2722011341" sldId="270"/>
            <ac:inkMk id="6" creationId="{85AA429C-7B50-5672-58B3-A5062B67C26C}"/>
          </ac:inkMkLst>
        </pc:inkChg>
        <pc:inkChg chg="add">
          <ac:chgData name="Esraa Mohamed" userId="32a53f8955a3383c" providerId="LiveId" clId="{F10043CA-7E0C-4C5B-B8AD-80B51C33A480}" dt="2026-09-02T09:24:56.439" v="518" actId="9405"/>
          <ac:inkMkLst>
            <pc:docMk/>
            <pc:sldMk cId="2722011341" sldId="270"/>
            <ac:inkMk id="10" creationId="{D7DD64F0-E2A8-AE7A-99C7-A85FD7EEB28F}"/>
          </ac:inkMkLst>
        </pc:inkChg>
      </pc:sldChg>
      <pc:sldChg chg="addSp delSp modSp new mod ord setBg addAnim">
        <pc:chgData name="Esraa Mohamed" userId="32a53f8955a3383c" providerId="LiveId" clId="{F10043CA-7E0C-4C5B-B8AD-80B51C33A480}" dt="2026-09-02T09:26:19.658" v="521"/>
        <pc:sldMkLst>
          <pc:docMk/>
          <pc:sldMk cId="763282272" sldId="271"/>
        </pc:sldMkLst>
        <pc:spChg chg="mod">
          <ac:chgData name="Esraa Mohamed" userId="32a53f8955a3383c" providerId="LiveId" clId="{F10043CA-7E0C-4C5B-B8AD-80B51C33A480}" dt="2026-09-01T21:27:42.216" v="144" actId="26606"/>
          <ac:spMkLst>
            <pc:docMk/>
            <pc:sldMk cId="763282272" sldId="271"/>
            <ac:spMk id="2" creationId="{062E2FE2-1A50-3C30-F354-AAE4F4646A3C}"/>
          </ac:spMkLst>
        </pc:spChg>
        <pc:spChg chg="mod">
          <ac:chgData name="Esraa Mohamed" userId="32a53f8955a3383c" providerId="LiveId" clId="{F10043CA-7E0C-4C5B-B8AD-80B51C33A480}" dt="2026-09-01T21:27:42.216" v="144" actId="26606"/>
          <ac:spMkLst>
            <pc:docMk/>
            <pc:sldMk cId="763282272" sldId="271"/>
            <ac:spMk id="3" creationId="{29AC1097-CD3D-719D-12E4-39E31C216F97}"/>
          </ac:spMkLst>
        </pc:spChg>
        <pc:spChg chg="add del">
          <ac:chgData name="Esraa Mohamed" userId="32a53f8955a3383c" providerId="LiveId" clId="{F10043CA-7E0C-4C5B-B8AD-80B51C33A480}" dt="2026-09-01T21:27:42.216" v="144" actId="26606"/>
          <ac:spMkLst>
            <pc:docMk/>
            <pc:sldMk cId="763282272" sldId="271"/>
            <ac:spMk id="8" creationId="{B6CDA21F-E7AF-4C75-8395-33F58D5B0E45}"/>
          </ac:spMkLst>
        </pc:spChg>
        <pc:spChg chg="add del">
          <ac:chgData name="Esraa Mohamed" userId="32a53f8955a3383c" providerId="LiveId" clId="{F10043CA-7E0C-4C5B-B8AD-80B51C33A480}" dt="2026-09-01T21:27:42.216" v="144" actId="26606"/>
          <ac:spMkLst>
            <pc:docMk/>
            <pc:sldMk cId="763282272" sldId="271"/>
            <ac:spMk id="15" creationId="{D5B0017B-2ECA-49AF-B397-DC140825DF8D}"/>
          </ac:spMkLst>
        </pc:spChg>
        <pc:spChg chg="add">
          <ac:chgData name="Esraa Mohamed" userId="32a53f8955a3383c" providerId="LiveId" clId="{F10043CA-7E0C-4C5B-B8AD-80B51C33A480}" dt="2026-09-01T21:27:42.216" v="144" actId="26606"/>
          <ac:spMkLst>
            <pc:docMk/>
            <pc:sldMk cId="763282272" sldId="271"/>
            <ac:spMk id="22" creationId="{BCED4D40-4B67-4331-AC48-79B82B4A47D8}"/>
          </ac:spMkLst>
        </pc:spChg>
        <pc:spChg chg="add">
          <ac:chgData name="Esraa Mohamed" userId="32a53f8955a3383c" providerId="LiveId" clId="{F10043CA-7E0C-4C5B-B8AD-80B51C33A480}" dt="2026-09-01T21:27:42.216" v="144" actId="26606"/>
          <ac:spMkLst>
            <pc:docMk/>
            <pc:sldMk cId="763282272" sldId="271"/>
            <ac:spMk id="24" creationId="{670CEDEF-4F34-412E-84EE-329C1E936AF5}"/>
          </ac:spMkLst>
        </pc:spChg>
        <pc:grpChg chg="add del">
          <ac:chgData name="Esraa Mohamed" userId="32a53f8955a3383c" providerId="LiveId" clId="{F10043CA-7E0C-4C5B-B8AD-80B51C33A480}" dt="2026-09-01T21:27:42.216" v="144" actId="26606"/>
          <ac:grpSpMkLst>
            <pc:docMk/>
            <pc:sldMk cId="763282272" sldId="271"/>
            <ac:grpSpMk id="10" creationId="{AE1C45F0-260A-458C-96ED-C1F6D2151219}"/>
          </ac:grpSpMkLst>
        </pc:grpChg>
        <pc:picChg chg="add mod">
          <ac:chgData name="Esraa Mohamed" userId="32a53f8955a3383c" providerId="LiveId" clId="{F10043CA-7E0C-4C5B-B8AD-80B51C33A480}" dt="2026-09-01T21:27:42.216" v="144" actId="26606"/>
          <ac:picMkLst>
            <pc:docMk/>
            <pc:sldMk cId="763282272" sldId="271"/>
            <ac:picMk id="5" creationId="{C8F84A48-95CD-4A66-38F0-FEE329F2C610}"/>
          </ac:picMkLst>
        </pc:picChg>
        <pc:inkChg chg="add">
          <ac:chgData name="Esraa Mohamed" userId="32a53f8955a3383c" providerId="LiveId" clId="{F10043CA-7E0C-4C5B-B8AD-80B51C33A480}" dt="2026-09-02T09:25:50.451" v="519" actId="9405"/>
          <ac:inkMkLst>
            <pc:docMk/>
            <pc:sldMk cId="763282272" sldId="271"/>
            <ac:inkMk id="4" creationId="{250EBD6F-7F72-99AA-2B52-DD87BA1663E6}"/>
          </ac:inkMkLst>
        </pc:inkChg>
        <pc:inkChg chg="add del">
          <ac:chgData name="Esraa Mohamed" userId="32a53f8955a3383c" providerId="LiveId" clId="{F10043CA-7E0C-4C5B-B8AD-80B51C33A480}" dt="2026-09-02T09:26:19.658" v="521"/>
          <ac:inkMkLst>
            <pc:docMk/>
            <pc:sldMk cId="763282272" sldId="271"/>
            <ac:inkMk id="6" creationId="{02B5046A-8E6D-F9A2-02A1-C9E3EEDB8EEC}"/>
          </ac:inkMkLst>
        </pc:inkChg>
        <pc:inkChg chg="add">
          <ac:chgData name="Esraa Mohamed" userId="32a53f8955a3383c" providerId="LiveId" clId="{F10043CA-7E0C-4C5B-B8AD-80B51C33A480}" dt="2026-09-02T09:26:19.658" v="521"/>
          <ac:inkMkLst>
            <pc:docMk/>
            <pc:sldMk cId="763282272" sldId="271"/>
            <ac:inkMk id="7" creationId="{BE9CE746-CC8D-15D2-880F-74C526F3E311}"/>
          </ac:inkMkLst>
        </pc:inkChg>
        <pc:cxnChg chg="add del">
          <ac:chgData name="Esraa Mohamed" userId="32a53f8955a3383c" providerId="LiveId" clId="{F10043CA-7E0C-4C5B-B8AD-80B51C33A480}" dt="2026-09-01T21:27:42.216" v="144" actId="26606"/>
          <ac:cxnSpMkLst>
            <pc:docMk/>
            <pc:sldMk cId="763282272" sldId="271"/>
            <ac:cxnSpMk id="17" creationId="{6CF1BAF6-AD41-4082-B212-8A1F9A2E8779}"/>
          </ac:cxnSpMkLst>
        </pc:cxnChg>
      </pc:sldChg>
      <pc:sldChg chg="new del">
        <pc:chgData name="Esraa Mohamed" userId="32a53f8955a3383c" providerId="LiveId" clId="{F10043CA-7E0C-4C5B-B8AD-80B51C33A480}" dt="2026-09-02T07:01:54.837" v="263" actId="47"/>
        <pc:sldMkLst>
          <pc:docMk/>
          <pc:sldMk cId="1552184360" sldId="272"/>
        </pc:sldMkLst>
      </pc:sldChg>
      <pc:sldChg chg="new">
        <pc:chgData name="Esraa Mohamed" userId="32a53f8955a3383c" providerId="LiveId" clId="{F10043CA-7E0C-4C5B-B8AD-80B51C33A480}" dt="2026-09-01T20:07:29.872" v="100" actId="680"/>
        <pc:sldMkLst>
          <pc:docMk/>
          <pc:sldMk cId="2542423425" sldId="273"/>
        </pc:sldMkLst>
      </pc:sldChg>
      <pc:sldChg chg="addSp new mod ord">
        <pc:chgData name="Esraa Mohamed" userId="32a53f8955a3383c" providerId="LiveId" clId="{F10043CA-7E0C-4C5B-B8AD-80B51C33A480}" dt="2026-09-01T21:30:04.193" v="148"/>
        <pc:sldMkLst>
          <pc:docMk/>
          <pc:sldMk cId="1154315911" sldId="274"/>
        </pc:sldMkLst>
        <pc:picChg chg="add">
          <ac:chgData name="Esraa Mohamed" userId="32a53f8955a3383c" providerId="LiveId" clId="{F10043CA-7E0C-4C5B-B8AD-80B51C33A480}" dt="2026-09-01T21:30:02.278" v="146" actId="22"/>
          <ac:picMkLst>
            <pc:docMk/>
            <pc:sldMk cId="1154315911" sldId="274"/>
            <ac:picMk id="3" creationId="{7CC6FD20-FE64-EC28-3998-BA0ED1056D74}"/>
          </ac:picMkLst>
        </pc:picChg>
      </pc:sldChg>
      <pc:sldChg chg="addSp modSp new">
        <pc:chgData name="Esraa Mohamed" userId="32a53f8955a3383c" providerId="LiveId" clId="{F10043CA-7E0C-4C5B-B8AD-80B51C33A480}" dt="2026-09-01T21:30:33.022" v="155"/>
        <pc:sldMkLst>
          <pc:docMk/>
          <pc:sldMk cId="4237476597" sldId="275"/>
        </pc:sldMkLst>
        <pc:spChg chg="add mod">
          <ac:chgData name="Esraa Mohamed" userId="32a53f8955a3383c" providerId="LiveId" clId="{F10043CA-7E0C-4C5B-B8AD-80B51C33A480}" dt="2026-09-01T21:30:33.022" v="155"/>
          <ac:spMkLst>
            <pc:docMk/>
            <pc:sldMk cId="4237476597" sldId="275"/>
            <ac:spMk id="4" creationId="{BB919C0A-A83C-5854-9D29-3A7F9A2B39E7}"/>
          </ac:spMkLst>
        </pc:spChg>
        <pc:spChg chg="mod">
          <ac:chgData name="Esraa Mohamed" userId="32a53f8955a3383c" providerId="LiveId" clId="{F10043CA-7E0C-4C5B-B8AD-80B51C33A480}" dt="2026-09-01T21:30:33.022" v="155"/>
          <ac:spMkLst>
            <pc:docMk/>
            <pc:sldMk cId="4237476597" sldId="275"/>
            <ac:spMk id="6" creationId="{2A431152-0939-ED78-9767-BFFFEE19D411}"/>
          </ac:spMkLst>
        </pc:spChg>
        <pc:spChg chg="mod">
          <ac:chgData name="Esraa Mohamed" userId="32a53f8955a3383c" providerId="LiveId" clId="{F10043CA-7E0C-4C5B-B8AD-80B51C33A480}" dt="2026-09-01T21:30:33.022" v="155"/>
          <ac:spMkLst>
            <pc:docMk/>
            <pc:sldMk cId="4237476597" sldId="275"/>
            <ac:spMk id="7" creationId="{0DF6D6D6-9E25-30A1-F716-3CEBD88CECD7}"/>
          </ac:spMkLst>
        </pc:spChg>
        <pc:spChg chg="mod">
          <ac:chgData name="Esraa Mohamed" userId="32a53f8955a3383c" providerId="LiveId" clId="{F10043CA-7E0C-4C5B-B8AD-80B51C33A480}" dt="2026-09-01T21:30:33.022" v="155"/>
          <ac:spMkLst>
            <pc:docMk/>
            <pc:sldMk cId="4237476597" sldId="275"/>
            <ac:spMk id="8" creationId="{7670FBE2-FE69-68E1-BE65-0B450103F009}"/>
          </ac:spMkLst>
        </pc:spChg>
        <pc:spChg chg="add mod">
          <ac:chgData name="Esraa Mohamed" userId="32a53f8955a3383c" providerId="LiveId" clId="{F10043CA-7E0C-4C5B-B8AD-80B51C33A480}" dt="2026-09-01T21:30:33.022" v="155"/>
          <ac:spMkLst>
            <pc:docMk/>
            <pc:sldMk cId="4237476597" sldId="275"/>
            <ac:spMk id="9" creationId="{5CF7F435-0D3A-E05C-F374-19995C428D6F}"/>
          </ac:spMkLst>
        </pc:spChg>
        <pc:spChg chg="add mod">
          <ac:chgData name="Esraa Mohamed" userId="32a53f8955a3383c" providerId="LiveId" clId="{F10043CA-7E0C-4C5B-B8AD-80B51C33A480}" dt="2026-09-01T21:30:33.022" v="155"/>
          <ac:spMkLst>
            <pc:docMk/>
            <pc:sldMk cId="4237476597" sldId="275"/>
            <ac:spMk id="10" creationId="{7BB4AE13-326D-23B3-BE9D-3F706E6C619B}"/>
          </ac:spMkLst>
        </pc:spChg>
        <pc:spChg chg="add mod">
          <ac:chgData name="Esraa Mohamed" userId="32a53f8955a3383c" providerId="LiveId" clId="{F10043CA-7E0C-4C5B-B8AD-80B51C33A480}" dt="2026-09-01T21:30:33.022" v="155"/>
          <ac:spMkLst>
            <pc:docMk/>
            <pc:sldMk cId="4237476597" sldId="275"/>
            <ac:spMk id="11" creationId="{CDEF1270-0233-95DB-65BA-ADAF3E7C03C9}"/>
          </ac:spMkLst>
        </pc:spChg>
        <pc:grpChg chg="add mod">
          <ac:chgData name="Esraa Mohamed" userId="32a53f8955a3383c" providerId="LiveId" clId="{F10043CA-7E0C-4C5B-B8AD-80B51C33A480}" dt="2026-09-01T21:30:33.022" v="155"/>
          <ac:grpSpMkLst>
            <pc:docMk/>
            <pc:sldMk cId="4237476597" sldId="275"/>
            <ac:grpSpMk id="5" creationId="{2DFC7EED-F66A-6BF7-87A7-F5F18325BA18}"/>
          </ac:grpSpMkLst>
        </pc:grpChg>
        <pc:cxnChg chg="add mod">
          <ac:chgData name="Esraa Mohamed" userId="32a53f8955a3383c" providerId="LiveId" clId="{F10043CA-7E0C-4C5B-B8AD-80B51C33A480}" dt="2026-09-01T21:30:33.022" v="155"/>
          <ac:cxnSpMkLst>
            <pc:docMk/>
            <pc:sldMk cId="4237476597" sldId="275"/>
            <ac:cxnSpMk id="12" creationId="{0E4FB8CD-2525-41E2-F932-CB7DE4743552}"/>
          </ac:cxnSpMkLst>
        </pc:cxnChg>
      </pc:sldChg>
      <pc:sldChg chg="addSp modSp new">
        <pc:chgData name="Esraa Mohamed" userId="32a53f8955a3383c" providerId="LiveId" clId="{F10043CA-7E0C-4C5B-B8AD-80B51C33A480}" dt="2026-09-01T21:30:53.242" v="156"/>
        <pc:sldMkLst>
          <pc:docMk/>
          <pc:sldMk cId="891129779" sldId="276"/>
        </pc:sldMkLst>
        <pc:spChg chg="add mod">
          <ac:chgData name="Esraa Mohamed" userId="32a53f8955a3383c" providerId="LiveId" clId="{F10043CA-7E0C-4C5B-B8AD-80B51C33A480}" dt="2026-09-01T21:30:53.242" v="156"/>
          <ac:spMkLst>
            <pc:docMk/>
            <pc:sldMk cId="891129779" sldId="276"/>
            <ac:spMk id="4" creationId="{43CB382D-54EC-C5EF-3684-3A242305888A}"/>
          </ac:spMkLst>
        </pc:spChg>
        <pc:spChg chg="mod">
          <ac:chgData name="Esraa Mohamed" userId="32a53f8955a3383c" providerId="LiveId" clId="{F10043CA-7E0C-4C5B-B8AD-80B51C33A480}" dt="2026-09-01T21:30:53.242" v="156"/>
          <ac:spMkLst>
            <pc:docMk/>
            <pc:sldMk cId="891129779" sldId="276"/>
            <ac:spMk id="6" creationId="{D07DDEE1-8FCA-ED90-47BE-C731B044686A}"/>
          </ac:spMkLst>
        </pc:spChg>
        <pc:spChg chg="mod">
          <ac:chgData name="Esraa Mohamed" userId="32a53f8955a3383c" providerId="LiveId" clId="{F10043CA-7E0C-4C5B-B8AD-80B51C33A480}" dt="2026-09-01T21:30:53.242" v="156"/>
          <ac:spMkLst>
            <pc:docMk/>
            <pc:sldMk cId="891129779" sldId="276"/>
            <ac:spMk id="7" creationId="{7F81E236-1D5B-3B3A-2D0C-53C90D4FA668}"/>
          </ac:spMkLst>
        </pc:spChg>
        <pc:spChg chg="mod">
          <ac:chgData name="Esraa Mohamed" userId="32a53f8955a3383c" providerId="LiveId" clId="{F10043CA-7E0C-4C5B-B8AD-80B51C33A480}" dt="2026-09-01T21:30:53.242" v="156"/>
          <ac:spMkLst>
            <pc:docMk/>
            <pc:sldMk cId="891129779" sldId="276"/>
            <ac:spMk id="8" creationId="{7846FE07-8DF3-3448-AD00-095BC22FE327}"/>
          </ac:spMkLst>
        </pc:spChg>
        <pc:spChg chg="add mod">
          <ac:chgData name="Esraa Mohamed" userId="32a53f8955a3383c" providerId="LiveId" clId="{F10043CA-7E0C-4C5B-B8AD-80B51C33A480}" dt="2026-09-01T21:30:53.242" v="156"/>
          <ac:spMkLst>
            <pc:docMk/>
            <pc:sldMk cId="891129779" sldId="276"/>
            <ac:spMk id="9" creationId="{77ABFE25-D767-AB9A-8F7C-2389232268BC}"/>
          </ac:spMkLst>
        </pc:spChg>
        <pc:spChg chg="add mod">
          <ac:chgData name="Esraa Mohamed" userId="32a53f8955a3383c" providerId="LiveId" clId="{F10043CA-7E0C-4C5B-B8AD-80B51C33A480}" dt="2026-09-01T21:30:53.242" v="156"/>
          <ac:spMkLst>
            <pc:docMk/>
            <pc:sldMk cId="891129779" sldId="276"/>
            <ac:spMk id="10" creationId="{30F8B868-6E28-66A3-1914-F3E4E3D2F3CE}"/>
          </ac:spMkLst>
        </pc:spChg>
        <pc:spChg chg="add mod">
          <ac:chgData name="Esraa Mohamed" userId="32a53f8955a3383c" providerId="LiveId" clId="{F10043CA-7E0C-4C5B-B8AD-80B51C33A480}" dt="2026-09-01T21:30:53.242" v="156"/>
          <ac:spMkLst>
            <pc:docMk/>
            <pc:sldMk cId="891129779" sldId="276"/>
            <ac:spMk id="11" creationId="{CD1EFA27-707D-7264-CAED-AE2D40F4E51A}"/>
          </ac:spMkLst>
        </pc:spChg>
        <pc:grpChg chg="add mod">
          <ac:chgData name="Esraa Mohamed" userId="32a53f8955a3383c" providerId="LiveId" clId="{F10043CA-7E0C-4C5B-B8AD-80B51C33A480}" dt="2026-09-01T21:30:53.242" v="156"/>
          <ac:grpSpMkLst>
            <pc:docMk/>
            <pc:sldMk cId="891129779" sldId="276"/>
            <ac:grpSpMk id="5" creationId="{EF3D7CFF-9E59-24A1-2424-B485C4DE2A59}"/>
          </ac:grpSpMkLst>
        </pc:grpChg>
        <pc:cxnChg chg="add mod">
          <ac:chgData name="Esraa Mohamed" userId="32a53f8955a3383c" providerId="LiveId" clId="{F10043CA-7E0C-4C5B-B8AD-80B51C33A480}" dt="2026-09-01T21:30:53.242" v="156"/>
          <ac:cxnSpMkLst>
            <pc:docMk/>
            <pc:sldMk cId="891129779" sldId="276"/>
            <ac:cxnSpMk id="12" creationId="{3DD3D3B6-6648-72AF-3C49-65BE60F470BB}"/>
          </ac:cxnSpMkLst>
        </pc:cxnChg>
      </pc:sldChg>
      <pc:sldChg chg="addSp modSp new">
        <pc:chgData name="Esraa Mohamed" userId="32a53f8955a3383c" providerId="LiveId" clId="{F10043CA-7E0C-4C5B-B8AD-80B51C33A480}" dt="2026-09-01T21:31:16.485" v="157"/>
        <pc:sldMkLst>
          <pc:docMk/>
          <pc:sldMk cId="1128904838" sldId="277"/>
        </pc:sldMkLst>
        <pc:spChg chg="add mod">
          <ac:chgData name="Esraa Mohamed" userId="32a53f8955a3383c" providerId="LiveId" clId="{F10043CA-7E0C-4C5B-B8AD-80B51C33A480}" dt="2026-09-01T21:31:16.485" v="157"/>
          <ac:spMkLst>
            <pc:docMk/>
            <pc:sldMk cId="1128904838" sldId="277"/>
            <ac:spMk id="4" creationId="{F6678520-DC93-C3BF-21EC-4F328726527C}"/>
          </ac:spMkLst>
        </pc:spChg>
        <pc:spChg chg="mod">
          <ac:chgData name="Esraa Mohamed" userId="32a53f8955a3383c" providerId="LiveId" clId="{F10043CA-7E0C-4C5B-B8AD-80B51C33A480}" dt="2026-09-01T21:31:16.485" v="157"/>
          <ac:spMkLst>
            <pc:docMk/>
            <pc:sldMk cId="1128904838" sldId="277"/>
            <ac:spMk id="6" creationId="{53D6DB2A-F053-2E1E-3F76-4CB56A22ED28}"/>
          </ac:spMkLst>
        </pc:spChg>
        <pc:spChg chg="mod">
          <ac:chgData name="Esraa Mohamed" userId="32a53f8955a3383c" providerId="LiveId" clId="{F10043CA-7E0C-4C5B-B8AD-80B51C33A480}" dt="2026-09-01T21:31:16.485" v="157"/>
          <ac:spMkLst>
            <pc:docMk/>
            <pc:sldMk cId="1128904838" sldId="277"/>
            <ac:spMk id="7" creationId="{FCFDF0E7-E90D-84E4-E2C1-ABA3B0FEA0AA}"/>
          </ac:spMkLst>
        </pc:spChg>
        <pc:spChg chg="mod">
          <ac:chgData name="Esraa Mohamed" userId="32a53f8955a3383c" providerId="LiveId" clId="{F10043CA-7E0C-4C5B-B8AD-80B51C33A480}" dt="2026-09-01T21:31:16.485" v="157"/>
          <ac:spMkLst>
            <pc:docMk/>
            <pc:sldMk cId="1128904838" sldId="277"/>
            <ac:spMk id="8" creationId="{D98A329E-B231-9E1E-E2EC-6F8DD1094900}"/>
          </ac:spMkLst>
        </pc:spChg>
        <pc:spChg chg="add mod">
          <ac:chgData name="Esraa Mohamed" userId="32a53f8955a3383c" providerId="LiveId" clId="{F10043CA-7E0C-4C5B-B8AD-80B51C33A480}" dt="2026-09-01T21:31:16.485" v="157"/>
          <ac:spMkLst>
            <pc:docMk/>
            <pc:sldMk cId="1128904838" sldId="277"/>
            <ac:spMk id="9" creationId="{D3AAE866-FA40-9553-5427-DD25AB4B359B}"/>
          </ac:spMkLst>
        </pc:spChg>
        <pc:spChg chg="add mod">
          <ac:chgData name="Esraa Mohamed" userId="32a53f8955a3383c" providerId="LiveId" clId="{F10043CA-7E0C-4C5B-B8AD-80B51C33A480}" dt="2026-09-01T21:31:16.485" v="157"/>
          <ac:spMkLst>
            <pc:docMk/>
            <pc:sldMk cId="1128904838" sldId="277"/>
            <ac:spMk id="10" creationId="{E74B45EA-442A-8206-E182-73B2E8EFB708}"/>
          </ac:spMkLst>
        </pc:spChg>
        <pc:spChg chg="add mod">
          <ac:chgData name="Esraa Mohamed" userId="32a53f8955a3383c" providerId="LiveId" clId="{F10043CA-7E0C-4C5B-B8AD-80B51C33A480}" dt="2026-09-01T21:31:16.485" v="157"/>
          <ac:spMkLst>
            <pc:docMk/>
            <pc:sldMk cId="1128904838" sldId="277"/>
            <ac:spMk id="11" creationId="{6DD56B96-909E-0C13-11E2-586F9032A12C}"/>
          </ac:spMkLst>
        </pc:spChg>
        <pc:grpChg chg="add mod">
          <ac:chgData name="Esraa Mohamed" userId="32a53f8955a3383c" providerId="LiveId" clId="{F10043CA-7E0C-4C5B-B8AD-80B51C33A480}" dt="2026-09-01T21:31:16.485" v="157"/>
          <ac:grpSpMkLst>
            <pc:docMk/>
            <pc:sldMk cId="1128904838" sldId="277"/>
            <ac:grpSpMk id="5" creationId="{D2BF9FD9-A90B-F44F-6C92-07804B45B4E7}"/>
          </ac:grpSpMkLst>
        </pc:grpChg>
        <pc:cxnChg chg="add mod">
          <ac:chgData name="Esraa Mohamed" userId="32a53f8955a3383c" providerId="LiveId" clId="{F10043CA-7E0C-4C5B-B8AD-80B51C33A480}" dt="2026-09-01T21:31:16.485" v="157"/>
          <ac:cxnSpMkLst>
            <pc:docMk/>
            <pc:sldMk cId="1128904838" sldId="277"/>
            <ac:cxnSpMk id="12" creationId="{2D72E292-D7D6-59F9-0EBD-524E6DA7E5FE}"/>
          </ac:cxnSpMkLst>
        </pc:cxnChg>
      </pc:sldChg>
      <pc:sldChg chg="addSp modSp new">
        <pc:chgData name="Esraa Mohamed" userId="32a53f8955a3383c" providerId="LiveId" clId="{F10043CA-7E0C-4C5B-B8AD-80B51C33A480}" dt="2026-09-01T21:31:27.098" v="158"/>
        <pc:sldMkLst>
          <pc:docMk/>
          <pc:sldMk cId="2976191814" sldId="278"/>
        </pc:sldMkLst>
        <pc:spChg chg="add mod">
          <ac:chgData name="Esraa Mohamed" userId="32a53f8955a3383c" providerId="LiveId" clId="{F10043CA-7E0C-4C5B-B8AD-80B51C33A480}" dt="2026-09-01T21:31:27.098" v="158"/>
          <ac:spMkLst>
            <pc:docMk/>
            <pc:sldMk cId="2976191814" sldId="278"/>
            <ac:spMk id="4" creationId="{C82F5A3D-249F-606C-934E-7E3F265F443A}"/>
          </ac:spMkLst>
        </pc:spChg>
        <pc:spChg chg="mod">
          <ac:chgData name="Esraa Mohamed" userId="32a53f8955a3383c" providerId="LiveId" clId="{F10043CA-7E0C-4C5B-B8AD-80B51C33A480}" dt="2026-09-01T21:31:27.098" v="158"/>
          <ac:spMkLst>
            <pc:docMk/>
            <pc:sldMk cId="2976191814" sldId="278"/>
            <ac:spMk id="6" creationId="{5C1E3996-B9BA-6233-9210-D43EC82F8CD0}"/>
          </ac:spMkLst>
        </pc:spChg>
        <pc:spChg chg="mod">
          <ac:chgData name="Esraa Mohamed" userId="32a53f8955a3383c" providerId="LiveId" clId="{F10043CA-7E0C-4C5B-B8AD-80B51C33A480}" dt="2026-09-01T21:31:27.098" v="158"/>
          <ac:spMkLst>
            <pc:docMk/>
            <pc:sldMk cId="2976191814" sldId="278"/>
            <ac:spMk id="7" creationId="{2152F6F6-96C1-7399-B638-5F61E321B216}"/>
          </ac:spMkLst>
        </pc:spChg>
        <pc:spChg chg="mod">
          <ac:chgData name="Esraa Mohamed" userId="32a53f8955a3383c" providerId="LiveId" clId="{F10043CA-7E0C-4C5B-B8AD-80B51C33A480}" dt="2026-09-01T21:31:27.098" v="158"/>
          <ac:spMkLst>
            <pc:docMk/>
            <pc:sldMk cId="2976191814" sldId="278"/>
            <ac:spMk id="8" creationId="{544ABD90-09A2-035C-18DE-CD3373BE34E1}"/>
          </ac:spMkLst>
        </pc:spChg>
        <pc:spChg chg="add mod">
          <ac:chgData name="Esraa Mohamed" userId="32a53f8955a3383c" providerId="LiveId" clId="{F10043CA-7E0C-4C5B-B8AD-80B51C33A480}" dt="2026-09-01T21:31:27.098" v="158"/>
          <ac:spMkLst>
            <pc:docMk/>
            <pc:sldMk cId="2976191814" sldId="278"/>
            <ac:spMk id="9" creationId="{B64C6B03-CFD9-30EF-03AD-FECC211655F1}"/>
          </ac:spMkLst>
        </pc:spChg>
        <pc:spChg chg="add mod">
          <ac:chgData name="Esraa Mohamed" userId="32a53f8955a3383c" providerId="LiveId" clId="{F10043CA-7E0C-4C5B-B8AD-80B51C33A480}" dt="2026-09-01T21:31:27.098" v="158"/>
          <ac:spMkLst>
            <pc:docMk/>
            <pc:sldMk cId="2976191814" sldId="278"/>
            <ac:spMk id="10" creationId="{5370A5F8-EB03-E242-D885-5A32FDE0DE77}"/>
          </ac:spMkLst>
        </pc:spChg>
        <pc:spChg chg="add mod">
          <ac:chgData name="Esraa Mohamed" userId="32a53f8955a3383c" providerId="LiveId" clId="{F10043CA-7E0C-4C5B-B8AD-80B51C33A480}" dt="2026-09-01T21:31:27.098" v="158"/>
          <ac:spMkLst>
            <pc:docMk/>
            <pc:sldMk cId="2976191814" sldId="278"/>
            <ac:spMk id="11" creationId="{957589E1-B55E-200A-4C1F-C213368C357B}"/>
          </ac:spMkLst>
        </pc:spChg>
        <pc:grpChg chg="add mod">
          <ac:chgData name="Esraa Mohamed" userId="32a53f8955a3383c" providerId="LiveId" clId="{F10043CA-7E0C-4C5B-B8AD-80B51C33A480}" dt="2026-09-01T21:31:27.098" v="158"/>
          <ac:grpSpMkLst>
            <pc:docMk/>
            <pc:sldMk cId="2976191814" sldId="278"/>
            <ac:grpSpMk id="5" creationId="{360AE9BE-D5B6-FC3C-B736-72E0125160EA}"/>
          </ac:grpSpMkLst>
        </pc:grpChg>
        <pc:cxnChg chg="add mod">
          <ac:chgData name="Esraa Mohamed" userId="32a53f8955a3383c" providerId="LiveId" clId="{F10043CA-7E0C-4C5B-B8AD-80B51C33A480}" dt="2026-09-01T21:31:27.098" v="158"/>
          <ac:cxnSpMkLst>
            <pc:docMk/>
            <pc:sldMk cId="2976191814" sldId="278"/>
            <ac:cxnSpMk id="12" creationId="{08B0D8DC-7547-09A4-D90E-093809A96CE2}"/>
          </ac:cxnSpMkLst>
        </pc:cxnChg>
      </pc:sldChg>
      <pc:sldChg chg="addSp modSp new">
        <pc:chgData name="Esraa Mohamed" userId="32a53f8955a3383c" providerId="LiveId" clId="{F10043CA-7E0C-4C5B-B8AD-80B51C33A480}" dt="2026-09-01T21:31:37.668" v="159"/>
        <pc:sldMkLst>
          <pc:docMk/>
          <pc:sldMk cId="1336530869" sldId="279"/>
        </pc:sldMkLst>
        <pc:spChg chg="add mod">
          <ac:chgData name="Esraa Mohamed" userId="32a53f8955a3383c" providerId="LiveId" clId="{F10043CA-7E0C-4C5B-B8AD-80B51C33A480}" dt="2026-09-01T21:31:37.668" v="159"/>
          <ac:spMkLst>
            <pc:docMk/>
            <pc:sldMk cId="1336530869" sldId="279"/>
            <ac:spMk id="4" creationId="{64DB3B84-EB1B-2B30-2BDE-D03BEED0CE0D}"/>
          </ac:spMkLst>
        </pc:spChg>
        <pc:spChg chg="mod">
          <ac:chgData name="Esraa Mohamed" userId="32a53f8955a3383c" providerId="LiveId" clId="{F10043CA-7E0C-4C5B-B8AD-80B51C33A480}" dt="2026-09-01T21:31:37.668" v="159"/>
          <ac:spMkLst>
            <pc:docMk/>
            <pc:sldMk cId="1336530869" sldId="279"/>
            <ac:spMk id="6" creationId="{C96A42FC-F05F-6E86-D12B-AFFE67164D48}"/>
          </ac:spMkLst>
        </pc:spChg>
        <pc:spChg chg="mod">
          <ac:chgData name="Esraa Mohamed" userId="32a53f8955a3383c" providerId="LiveId" clId="{F10043CA-7E0C-4C5B-B8AD-80B51C33A480}" dt="2026-09-01T21:31:37.668" v="159"/>
          <ac:spMkLst>
            <pc:docMk/>
            <pc:sldMk cId="1336530869" sldId="279"/>
            <ac:spMk id="7" creationId="{D5737B0C-C565-BB39-D5C1-A3C4A0DD5CEC}"/>
          </ac:spMkLst>
        </pc:spChg>
        <pc:spChg chg="mod">
          <ac:chgData name="Esraa Mohamed" userId="32a53f8955a3383c" providerId="LiveId" clId="{F10043CA-7E0C-4C5B-B8AD-80B51C33A480}" dt="2026-09-01T21:31:37.668" v="159"/>
          <ac:spMkLst>
            <pc:docMk/>
            <pc:sldMk cId="1336530869" sldId="279"/>
            <ac:spMk id="8" creationId="{7F2C2D57-59C9-F302-7D96-2B621C8E332F}"/>
          </ac:spMkLst>
        </pc:spChg>
        <pc:spChg chg="add mod">
          <ac:chgData name="Esraa Mohamed" userId="32a53f8955a3383c" providerId="LiveId" clId="{F10043CA-7E0C-4C5B-B8AD-80B51C33A480}" dt="2026-09-01T21:31:37.668" v="159"/>
          <ac:spMkLst>
            <pc:docMk/>
            <pc:sldMk cId="1336530869" sldId="279"/>
            <ac:spMk id="9" creationId="{2AE548B7-0A40-380E-FA8C-8D6ABF48009F}"/>
          </ac:spMkLst>
        </pc:spChg>
        <pc:spChg chg="add mod">
          <ac:chgData name="Esraa Mohamed" userId="32a53f8955a3383c" providerId="LiveId" clId="{F10043CA-7E0C-4C5B-B8AD-80B51C33A480}" dt="2026-09-01T21:31:37.668" v="159"/>
          <ac:spMkLst>
            <pc:docMk/>
            <pc:sldMk cId="1336530869" sldId="279"/>
            <ac:spMk id="10" creationId="{E1DECC25-135E-90E0-27B4-AC8C66DC387F}"/>
          </ac:spMkLst>
        </pc:spChg>
        <pc:spChg chg="add mod">
          <ac:chgData name="Esraa Mohamed" userId="32a53f8955a3383c" providerId="LiveId" clId="{F10043CA-7E0C-4C5B-B8AD-80B51C33A480}" dt="2026-09-01T21:31:37.668" v="159"/>
          <ac:spMkLst>
            <pc:docMk/>
            <pc:sldMk cId="1336530869" sldId="279"/>
            <ac:spMk id="11" creationId="{C9D11017-A0E5-DB71-3782-8837671D2D0F}"/>
          </ac:spMkLst>
        </pc:spChg>
        <pc:grpChg chg="add mod">
          <ac:chgData name="Esraa Mohamed" userId="32a53f8955a3383c" providerId="LiveId" clId="{F10043CA-7E0C-4C5B-B8AD-80B51C33A480}" dt="2026-09-01T21:31:37.668" v="159"/>
          <ac:grpSpMkLst>
            <pc:docMk/>
            <pc:sldMk cId="1336530869" sldId="279"/>
            <ac:grpSpMk id="5" creationId="{95162E38-EF13-2103-B9C1-AFDDF8CCA406}"/>
          </ac:grpSpMkLst>
        </pc:grpChg>
        <pc:cxnChg chg="add mod">
          <ac:chgData name="Esraa Mohamed" userId="32a53f8955a3383c" providerId="LiveId" clId="{F10043CA-7E0C-4C5B-B8AD-80B51C33A480}" dt="2026-09-01T21:31:37.668" v="159"/>
          <ac:cxnSpMkLst>
            <pc:docMk/>
            <pc:sldMk cId="1336530869" sldId="279"/>
            <ac:cxnSpMk id="12" creationId="{3B60B1B1-EDF7-099F-4074-3D1C869D3487}"/>
          </ac:cxnSpMkLst>
        </pc:cxnChg>
      </pc:sldChg>
      <pc:sldChg chg="addSp delSp modSp new mod">
        <pc:chgData name="Esraa Mohamed" userId="32a53f8955a3383c" providerId="LiveId" clId="{F10043CA-7E0C-4C5B-B8AD-80B51C33A480}" dt="2026-09-02T07:55:34.478" v="285"/>
        <pc:sldMkLst>
          <pc:docMk/>
          <pc:sldMk cId="324087109" sldId="280"/>
        </pc:sldMkLst>
        <pc:spChg chg="add mod">
          <ac:chgData name="Esraa Mohamed" userId="32a53f8955a3383c" providerId="LiveId" clId="{F10043CA-7E0C-4C5B-B8AD-80B51C33A480}" dt="2026-09-01T21:32:15.855" v="160"/>
          <ac:spMkLst>
            <pc:docMk/>
            <pc:sldMk cId="324087109" sldId="280"/>
            <ac:spMk id="4" creationId="{B985D978-5699-32C6-9D53-238744E2E669}"/>
          </ac:spMkLst>
        </pc:spChg>
        <pc:spChg chg="mod">
          <ac:chgData name="Esraa Mohamed" userId="32a53f8955a3383c" providerId="LiveId" clId="{F10043CA-7E0C-4C5B-B8AD-80B51C33A480}" dt="2026-09-01T21:32:15.855" v="160"/>
          <ac:spMkLst>
            <pc:docMk/>
            <pc:sldMk cId="324087109" sldId="280"/>
            <ac:spMk id="6" creationId="{E29724B9-5DE9-193E-0351-5FAE18C93C65}"/>
          </ac:spMkLst>
        </pc:spChg>
        <pc:spChg chg="mod">
          <ac:chgData name="Esraa Mohamed" userId="32a53f8955a3383c" providerId="LiveId" clId="{F10043CA-7E0C-4C5B-B8AD-80B51C33A480}" dt="2026-09-01T21:32:15.855" v="160"/>
          <ac:spMkLst>
            <pc:docMk/>
            <pc:sldMk cId="324087109" sldId="280"/>
            <ac:spMk id="7" creationId="{4F9D512C-7F65-A89A-CC98-3D293B6F49A7}"/>
          </ac:spMkLst>
        </pc:spChg>
        <pc:spChg chg="mod">
          <ac:chgData name="Esraa Mohamed" userId="32a53f8955a3383c" providerId="LiveId" clId="{F10043CA-7E0C-4C5B-B8AD-80B51C33A480}" dt="2026-09-01T21:32:15.855" v="160"/>
          <ac:spMkLst>
            <pc:docMk/>
            <pc:sldMk cId="324087109" sldId="280"/>
            <ac:spMk id="8" creationId="{10CC96DE-A121-58DE-AC37-4B84CE79FBBD}"/>
          </ac:spMkLst>
        </pc:spChg>
        <pc:spChg chg="add mod">
          <ac:chgData name="Esraa Mohamed" userId="32a53f8955a3383c" providerId="LiveId" clId="{F10043CA-7E0C-4C5B-B8AD-80B51C33A480}" dt="2026-09-01T21:32:15.855" v="160"/>
          <ac:spMkLst>
            <pc:docMk/>
            <pc:sldMk cId="324087109" sldId="280"/>
            <ac:spMk id="9" creationId="{1D1169A6-D323-A641-AA52-C0890DCEE1EF}"/>
          </ac:spMkLst>
        </pc:spChg>
        <pc:spChg chg="add mod">
          <ac:chgData name="Esraa Mohamed" userId="32a53f8955a3383c" providerId="LiveId" clId="{F10043CA-7E0C-4C5B-B8AD-80B51C33A480}" dt="2026-09-01T21:32:15.855" v="160"/>
          <ac:spMkLst>
            <pc:docMk/>
            <pc:sldMk cId="324087109" sldId="280"/>
            <ac:spMk id="10" creationId="{9D82DC3D-6845-B85F-A50B-24A088A36909}"/>
          </ac:spMkLst>
        </pc:spChg>
        <pc:spChg chg="add mod">
          <ac:chgData name="Esraa Mohamed" userId="32a53f8955a3383c" providerId="LiveId" clId="{F10043CA-7E0C-4C5B-B8AD-80B51C33A480}" dt="2026-09-01T21:32:15.855" v="160"/>
          <ac:spMkLst>
            <pc:docMk/>
            <pc:sldMk cId="324087109" sldId="280"/>
            <ac:spMk id="11" creationId="{CD4C864F-E6E6-EBC8-1875-FEE42BD9D0C4}"/>
          </ac:spMkLst>
        </pc:spChg>
        <pc:grpChg chg="add mod">
          <ac:chgData name="Esraa Mohamed" userId="32a53f8955a3383c" providerId="LiveId" clId="{F10043CA-7E0C-4C5B-B8AD-80B51C33A480}" dt="2026-09-01T21:32:15.855" v="160"/>
          <ac:grpSpMkLst>
            <pc:docMk/>
            <pc:sldMk cId="324087109" sldId="280"/>
            <ac:grpSpMk id="5" creationId="{24D6BEB7-B979-6C50-A256-A4237D31BFC2}"/>
          </ac:grpSpMkLst>
        </pc:grpChg>
        <pc:grpChg chg="mod">
          <ac:chgData name="Esraa Mohamed" userId="32a53f8955a3383c" providerId="LiveId" clId="{F10043CA-7E0C-4C5B-B8AD-80B51C33A480}" dt="2026-09-02T07:55:27.172" v="282"/>
          <ac:grpSpMkLst>
            <pc:docMk/>
            <pc:sldMk cId="324087109" sldId="280"/>
            <ac:grpSpMk id="18" creationId="{041EBD23-9ECD-9851-C590-5AF7F7E2000B}"/>
          </ac:grpSpMkLst>
        </pc:grpChg>
        <pc:inkChg chg="add mod">
          <ac:chgData name="Esraa Mohamed" userId="32a53f8955a3383c" providerId="LiveId" clId="{F10043CA-7E0C-4C5B-B8AD-80B51C33A480}" dt="2026-09-02T07:55:27.172" v="282"/>
          <ac:inkMkLst>
            <pc:docMk/>
            <pc:sldMk cId="324087109" sldId="280"/>
            <ac:inkMk id="13" creationId="{C1AB21FD-146F-3095-3F0D-01FA73C75854}"/>
          </ac:inkMkLst>
        </pc:inkChg>
        <pc:inkChg chg="add mod">
          <ac:chgData name="Esraa Mohamed" userId="32a53f8955a3383c" providerId="LiveId" clId="{F10043CA-7E0C-4C5B-B8AD-80B51C33A480}" dt="2026-09-02T07:55:27.172" v="282"/>
          <ac:inkMkLst>
            <pc:docMk/>
            <pc:sldMk cId="324087109" sldId="280"/>
            <ac:inkMk id="14" creationId="{A30B964E-94BF-6656-55B8-EDC191405155}"/>
          </ac:inkMkLst>
        </pc:inkChg>
        <pc:inkChg chg="add mod">
          <ac:chgData name="Esraa Mohamed" userId="32a53f8955a3383c" providerId="LiveId" clId="{F10043CA-7E0C-4C5B-B8AD-80B51C33A480}" dt="2026-09-02T07:55:27.172" v="282"/>
          <ac:inkMkLst>
            <pc:docMk/>
            <pc:sldMk cId="324087109" sldId="280"/>
            <ac:inkMk id="15" creationId="{FB323208-9F92-EEED-02DD-100ED02726C2}"/>
          </ac:inkMkLst>
        </pc:inkChg>
        <pc:inkChg chg="add mod">
          <ac:chgData name="Esraa Mohamed" userId="32a53f8955a3383c" providerId="LiveId" clId="{F10043CA-7E0C-4C5B-B8AD-80B51C33A480}" dt="2026-09-02T07:55:27.172" v="282"/>
          <ac:inkMkLst>
            <pc:docMk/>
            <pc:sldMk cId="324087109" sldId="280"/>
            <ac:inkMk id="16" creationId="{18D671C9-BC5E-568A-65A7-32837991F514}"/>
          </ac:inkMkLst>
        </pc:inkChg>
        <pc:inkChg chg="add mod">
          <ac:chgData name="Esraa Mohamed" userId="32a53f8955a3383c" providerId="LiveId" clId="{F10043CA-7E0C-4C5B-B8AD-80B51C33A480}" dt="2026-09-02T07:55:27.172" v="282"/>
          <ac:inkMkLst>
            <pc:docMk/>
            <pc:sldMk cId="324087109" sldId="280"/>
            <ac:inkMk id="17" creationId="{3A43FF89-7B78-1617-CD7B-AE0D6B5C1A8C}"/>
          </ac:inkMkLst>
        </pc:inkChg>
        <pc:inkChg chg="add del">
          <ac:chgData name="Esraa Mohamed" userId="32a53f8955a3383c" providerId="LiveId" clId="{F10043CA-7E0C-4C5B-B8AD-80B51C33A480}" dt="2026-09-02T07:55:33.594" v="284"/>
          <ac:inkMkLst>
            <pc:docMk/>
            <pc:sldMk cId="324087109" sldId="280"/>
            <ac:inkMk id="19" creationId="{1A704971-068B-DD0C-1BCF-7585E6EF643E}"/>
          </ac:inkMkLst>
        </pc:inkChg>
        <pc:inkChg chg="add mod">
          <ac:chgData name="Esraa Mohamed" userId="32a53f8955a3383c" providerId="LiveId" clId="{F10043CA-7E0C-4C5B-B8AD-80B51C33A480}" dt="2026-09-02T07:55:34.478" v="285"/>
          <ac:inkMkLst>
            <pc:docMk/>
            <pc:sldMk cId="324087109" sldId="280"/>
            <ac:inkMk id="20" creationId="{29B0A777-69F3-9875-8870-CD9010A04F66}"/>
          </ac:inkMkLst>
        </pc:inkChg>
        <pc:cxnChg chg="add mod">
          <ac:chgData name="Esraa Mohamed" userId="32a53f8955a3383c" providerId="LiveId" clId="{F10043CA-7E0C-4C5B-B8AD-80B51C33A480}" dt="2026-09-01T21:32:15.855" v="160"/>
          <ac:cxnSpMkLst>
            <pc:docMk/>
            <pc:sldMk cId="324087109" sldId="280"/>
            <ac:cxnSpMk id="12" creationId="{72DEA193-50FC-7C42-68DA-6C59A44C753D}"/>
          </ac:cxnSpMkLst>
        </pc:cxnChg>
      </pc:sldChg>
      <pc:sldChg chg="addSp modSp new">
        <pc:chgData name="Esraa Mohamed" userId="32a53f8955a3383c" providerId="LiveId" clId="{F10043CA-7E0C-4C5B-B8AD-80B51C33A480}" dt="2026-09-01T21:32:42.315" v="162"/>
        <pc:sldMkLst>
          <pc:docMk/>
          <pc:sldMk cId="721642533" sldId="281"/>
        </pc:sldMkLst>
        <pc:spChg chg="add mod">
          <ac:chgData name="Esraa Mohamed" userId="32a53f8955a3383c" providerId="LiveId" clId="{F10043CA-7E0C-4C5B-B8AD-80B51C33A480}" dt="2026-09-01T21:32:42.315" v="162"/>
          <ac:spMkLst>
            <pc:docMk/>
            <pc:sldMk cId="721642533" sldId="281"/>
            <ac:spMk id="4" creationId="{68700DC2-189E-7011-F9B8-C846D363CC0D}"/>
          </ac:spMkLst>
        </pc:spChg>
        <pc:spChg chg="mod">
          <ac:chgData name="Esraa Mohamed" userId="32a53f8955a3383c" providerId="LiveId" clId="{F10043CA-7E0C-4C5B-B8AD-80B51C33A480}" dt="2026-09-01T21:32:42.315" v="162"/>
          <ac:spMkLst>
            <pc:docMk/>
            <pc:sldMk cId="721642533" sldId="281"/>
            <ac:spMk id="6" creationId="{0907D617-138E-C836-AD08-4216AA6E694C}"/>
          </ac:spMkLst>
        </pc:spChg>
        <pc:spChg chg="mod">
          <ac:chgData name="Esraa Mohamed" userId="32a53f8955a3383c" providerId="LiveId" clId="{F10043CA-7E0C-4C5B-B8AD-80B51C33A480}" dt="2026-09-01T21:32:42.315" v="162"/>
          <ac:spMkLst>
            <pc:docMk/>
            <pc:sldMk cId="721642533" sldId="281"/>
            <ac:spMk id="7" creationId="{98AA3995-6013-DE96-D03F-9D1F63845AAD}"/>
          </ac:spMkLst>
        </pc:spChg>
        <pc:spChg chg="mod">
          <ac:chgData name="Esraa Mohamed" userId="32a53f8955a3383c" providerId="LiveId" clId="{F10043CA-7E0C-4C5B-B8AD-80B51C33A480}" dt="2026-09-01T21:32:42.315" v="162"/>
          <ac:spMkLst>
            <pc:docMk/>
            <pc:sldMk cId="721642533" sldId="281"/>
            <ac:spMk id="8" creationId="{393C5160-5D09-BE30-8E20-0907AB38CA3B}"/>
          </ac:spMkLst>
        </pc:spChg>
        <pc:spChg chg="add mod">
          <ac:chgData name="Esraa Mohamed" userId="32a53f8955a3383c" providerId="LiveId" clId="{F10043CA-7E0C-4C5B-B8AD-80B51C33A480}" dt="2026-09-01T21:32:42.315" v="162"/>
          <ac:spMkLst>
            <pc:docMk/>
            <pc:sldMk cId="721642533" sldId="281"/>
            <ac:spMk id="9" creationId="{E13B3DEA-583F-7767-0305-0469FC90A4C5}"/>
          </ac:spMkLst>
        </pc:spChg>
        <pc:spChg chg="add mod">
          <ac:chgData name="Esraa Mohamed" userId="32a53f8955a3383c" providerId="LiveId" clId="{F10043CA-7E0C-4C5B-B8AD-80B51C33A480}" dt="2026-09-01T21:32:42.315" v="162"/>
          <ac:spMkLst>
            <pc:docMk/>
            <pc:sldMk cId="721642533" sldId="281"/>
            <ac:spMk id="10" creationId="{7C8375E9-2A33-E705-1489-86B3327776DD}"/>
          </ac:spMkLst>
        </pc:spChg>
        <pc:spChg chg="add mod">
          <ac:chgData name="Esraa Mohamed" userId="32a53f8955a3383c" providerId="LiveId" clId="{F10043CA-7E0C-4C5B-B8AD-80B51C33A480}" dt="2026-09-01T21:32:42.315" v="162"/>
          <ac:spMkLst>
            <pc:docMk/>
            <pc:sldMk cId="721642533" sldId="281"/>
            <ac:spMk id="11" creationId="{736631B2-D064-61CE-149F-9412D6EBA526}"/>
          </ac:spMkLst>
        </pc:spChg>
        <pc:grpChg chg="add mod">
          <ac:chgData name="Esraa Mohamed" userId="32a53f8955a3383c" providerId="LiveId" clId="{F10043CA-7E0C-4C5B-B8AD-80B51C33A480}" dt="2026-09-01T21:32:42.315" v="162"/>
          <ac:grpSpMkLst>
            <pc:docMk/>
            <pc:sldMk cId="721642533" sldId="281"/>
            <ac:grpSpMk id="5" creationId="{0A206A39-C956-5A86-552A-9460D6957A66}"/>
          </ac:grpSpMkLst>
        </pc:grpChg>
        <pc:cxnChg chg="add mod">
          <ac:chgData name="Esraa Mohamed" userId="32a53f8955a3383c" providerId="LiveId" clId="{F10043CA-7E0C-4C5B-B8AD-80B51C33A480}" dt="2026-09-01T21:32:42.315" v="162"/>
          <ac:cxnSpMkLst>
            <pc:docMk/>
            <pc:sldMk cId="721642533" sldId="281"/>
            <ac:cxnSpMk id="12" creationId="{D95A162A-DDD6-F23D-2389-A74119D8DD3C}"/>
          </ac:cxnSpMkLst>
        </pc:cxnChg>
      </pc:sldChg>
      <pc:sldChg chg="addSp modSp new mod">
        <pc:chgData name="Esraa Mohamed" userId="32a53f8955a3383c" providerId="LiveId" clId="{F10043CA-7E0C-4C5B-B8AD-80B51C33A480}" dt="2026-09-02T06:07:55.788" v="193" actId="27636"/>
        <pc:sldMkLst>
          <pc:docMk/>
          <pc:sldMk cId="624925852" sldId="282"/>
        </pc:sldMkLst>
        <pc:spChg chg="add mod">
          <ac:chgData name="Esraa Mohamed" userId="32a53f8955a3383c" providerId="LiveId" clId="{F10043CA-7E0C-4C5B-B8AD-80B51C33A480}" dt="2026-09-01T21:33:00.839" v="165"/>
          <ac:spMkLst>
            <pc:docMk/>
            <pc:sldMk cId="624925852" sldId="282"/>
            <ac:spMk id="4" creationId="{7FC07F60-309F-90A3-716A-7BD9CE4D2A93}"/>
          </ac:spMkLst>
        </pc:spChg>
        <pc:spChg chg="mod">
          <ac:chgData name="Esraa Mohamed" userId="32a53f8955a3383c" providerId="LiveId" clId="{F10043CA-7E0C-4C5B-B8AD-80B51C33A480}" dt="2026-09-01T21:33:00.839" v="165"/>
          <ac:spMkLst>
            <pc:docMk/>
            <pc:sldMk cId="624925852" sldId="282"/>
            <ac:spMk id="6" creationId="{6A780D41-C60E-4F4B-BF11-B3F107DB8C65}"/>
          </ac:spMkLst>
        </pc:spChg>
        <pc:spChg chg="mod">
          <ac:chgData name="Esraa Mohamed" userId="32a53f8955a3383c" providerId="LiveId" clId="{F10043CA-7E0C-4C5B-B8AD-80B51C33A480}" dt="2026-09-01T21:33:00.839" v="165"/>
          <ac:spMkLst>
            <pc:docMk/>
            <pc:sldMk cId="624925852" sldId="282"/>
            <ac:spMk id="7" creationId="{26F75615-76EF-3A7D-2D06-32B95FDE298B}"/>
          </ac:spMkLst>
        </pc:spChg>
        <pc:spChg chg="mod">
          <ac:chgData name="Esraa Mohamed" userId="32a53f8955a3383c" providerId="LiveId" clId="{F10043CA-7E0C-4C5B-B8AD-80B51C33A480}" dt="2026-09-01T21:33:00.839" v="165"/>
          <ac:spMkLst>
            <pc:docMk/>
            <pc:sldMk cId="624925852" sldId="282"/>
            <ac:spMk id="8" creationId="{E157700D-D0EA-A756-21FA-E4833C087FFA}"/>
          </ac:spMkLst>
        </pc:spChg>
        <pc:spChg chg="add mod">
          <ac:chgData name="Esraa Mohamed" userId="32a53f8955a3383c" providerId="LiveId" clId="{F10043CA-7E0C-4C5B-B8AD-80B51C33A480}" dt="2026-09-01T21:33:00.839" v="165"/>
          <ac:spMkLst>
            <pc:docMk/>
            <pc:sldMk cId="624925852" sldId="282"/>
            <ac:spMk id="9" creationId="{A5EF312D-D342-2992-2F9C-D1500D602E40}"/>
          </ac:spMkLst>
        </pc:spChg>
        <pc:spChg chg="add mod">
          <ac:chgData name="Esraa Mohamed" userId="32a53f8955a3383c" providerId="LiveId" clId="{F10043CA-7E0C-4C5B-B8AD-80B51C33A480}" dt="2026-09-01T21:33:00.839" v="165"/>
          <ac:spMkLst>
            <pc:docMk/>
            <pc:sldMk cId="624925852" sldId="282"/>
            <ac:spMk id="10" creationId="{ADE4421E-EADD-CC8E-AA78-A73FD5E65C83}"/>
          </ac:spMkLst>
        </pc:spChg>
        <pc:spChg chg="add mod">
          <ac:chgData name="Esraa Mohamed" userId="32a53f8955a3383c" providerId="LiveId" clId="{F10043CA-7E0C-4C5B-B8AD-80B51C33A480}" dt="2026-09-02T06:07:55.788" v="193" actId="27636"/>
          <ac:spMkLst>
            <pc:docMk/>
            <pc:sldMk cId="624925852" sldId="282"/>
            <ac:spMk id="11" creationId="{972F2881-791D-9C51-F352-6BD39DFE49A1}"/>
          </ac:spMkLst>
        </pc:spChg>
        <pc:grpChg chg="add mod">
          <ac:chgData name="Esraa Mohamed" userId="32a53f8955a3383c" providerId="LiveId" clId="{F10043CA-7E0C-4C5B-B8AD-80B51C33A480}" dt="2026-09-01T21:33:00.839" v="165"/>
          <ac:grpSpMkLst>
            <pc:docMk/>
            <pc:sldMk cId="624925852" sldId="282"/>
            <ac:grpSpMk id="5" creationId="{4FD38065-72C7-E816-8040-A2AE6A1BE4F4}"/>
          </ac:grpSpMkLst>
        </pc:grpChg>
        <pc:cxnChg chg="add mod">
          <ac:chgData name="Esraa Mohamed" userId="32a53f8955a3383c" providerId="LiveId" clId="{F10043CA-7E0C-4C5B-B8AD-80B51C33A480}" dt="2026-09-01T21:33:00.839" v="165"/>
          <ac:cxnSpMkLst>
            <pc:docMk/>
            <pc:sldMk cId="624925852" sldId="282"/>
            <ac:cxnSpMk id="12" creationId="{7102A7F4-E052-0DF5-A7BE-C74F42FEC277}"/>
          </ac:cxnSpMkLst>
        </pc:cxnChg>
      </pc:sldChg>
      <pc:sldChg chg="addSp modSp new mod setBg">
        <pc:chgData name="Esraa Mohamed" userId="32a53f8955a3383c" providerId="LiveId" clId="{F10043CA-7E0C-4C5B-B8AD-80B51C33A480}" dt="2026-09-02T06:12:40.431" v="201" actId="26606"/>
        <pc:sldMkLst>
          <pc:docMk/>
          <pc:sldMk cId="3972272870" sldId="283"/>
        </pc:sldMkLst>
        <pc:spChg chg="mod">
          <ac:chgData name="Esraa Mohamed" userId="32a53f8955a3383c" providerId="LiveId" clId="{F10043CA-7E0C-4C5B-B8AD-80B51C33A480}" dt="2026-09-02T06:12:40.431" v="201" actId="26606"/>
          <ac:spMkLst>
            <pc:docMk/>
            <pc:sldMk cId="3972272870" sldId="283"/>
            <ac:spMk id="2" creationId="{9B6E006C-F7CD-DD59-C487-0278E06CF1B9}"/>
          </ac:spMkLst>
        </pc:spChg>
        <pc:spChg chg="mod">
          <ac:chgData name="Esraa Mohamed" userId="32a53f8955a3383c" providerId="LiveId" clId="{F10043CA-7E0C-4C5B-B8AD-80B51C33A480}" dt="2026-09-02T06:12:40.431" v="201" actId="26606"/>
          <ac:spMkLst>
            <pc:docMk/>
            <pc:sldMk cId="3972272870" sldId="283"/>
            <ac:spMk id="3" creationId="{DE3F8648-57D8-0144-A43E-5995CD6F2E35}"/>
          </ac:spMkLst>
        </pc:spChg>
        <pc:spChg chg="add">
          <ac:chgData name="Esraa Mohamed" userId="32a53f8955a3383c" providerId="LiveId" clId="{F10043CA-7E0C-4C5B-B8AD-80B51C33A480}" dt="2026-09-02T06:12:40.431" v="201" actId="26606"/>
          <ac:spMkLst>
            <pc:docMk/>
            <pc:sldMk cId="3972272870" sldId="283"/>
            <ac:spMk id="8" creationId="{DBF61EA3-B236-439E-9C0B-340980D56BEE}"/>
          </ac:spMkLst>
        </pc:spChg>
        <pc:spChg chg="add">
          <ac:chgData name="Esraa Mohamed" userId="32a53f8955a3383c" providerId="LiveId" clId="{F10043CA-7E0C-4C5B-B8AD-80B51C33A480}" dt="2026-09-02T06:12:40.431" v="201" actId="26606"/>
          <ac:spMkLst>
            <pc:docMk/>
            <pc:sldMk cId="3972272870" sldId="283"/>
            <ac:spMk id="14" creationId="{E659831F-0D9A-4C63-9EBB-8435B85A440F}"/>
          </ac:spMkLst>
        </pc:spChg>
        <pc:grpChg chg="add">
          <ac:chgData name="Esraa Mohamed" userId="32a53f8955a3383c" providerId="LiveId" clId="{F10043CA-7E0C-4C5B-B8AD-80B51C33A480}" dt="2026-09-02T06:12:40.431" v="201" actId="26606"/>
          <ac:grpSpMkLst>
            <pc:docMk/>
            <pc:sldMk cId="3972272870" sldId="283"/>
            <ac:grpSpMk id="10" creationId="{28FAF094-D087-493F-8DF9-A486C2D6BBAA}"/>
          </ac:grpSpMkLst>
        </pc:grpChg>
      </pc:sldChg>
      <pc:sldChg chg="addSp delSp modSp new mod ord">
        <pc:chgData name="Esraa Mohamed" userId="32a53f8955a3383c" providerId="LiveId" clId="{F10043CA-7E0C-4C5B-B8AD-80B51C33A480}" dt="2026-09-01T21:35:10.163" v="176"/>
        <pc:sldMkLst>
          <pc:docMk/>
          <pc:sldMk cId="446746534" sldId="284"/>
        </pc:sldMkLst>
        <pc:spChg chg="add mod">
          <ac:chgData name="Esraa Mohamed" userId="32a53f8955a3383c" providerId="LiveId" clId="{F10043CA-7E0C-4C5B-B8AD-80B51C33A480}" dt="2026-09-01T21:35:05.364" v="173"/>
          <ac:spMkLst>
            <pc:docMk/>
            <pc:sldMk cId="446746534" sldId="284"/>
            <ac:spMk id="4" creationId="{7639C015-35D3-5FE3-5075-8A31B5B61036}"/>
          </ac:spMkLst>
        </pc:spChg>
        <pc:spChg chg="mod">
          <ac:chgData name="Esraa Mohamed" userId="32a53f8955a3383c" providerId="LiveId" clId="{F10043CA-7E0C-4C5B-B8AD-80B51C33A480}" dt="2026-09-01T21:35:05.364" v="173"/>
          <ac:spMkLst>
            <pc:docMk/>
            <pc:sldMk cId="446746534" sldId="284"/>
            <ac:spMk id="6" creationId="{977938A2-D67C-4C53-30F7-A088F2DFBF6B}"/>
          </ac:spMkLst>
        </pc:spChg>
        <pc:spChg chg="mod">
          <ac:chgData name="Esraa Mohamed" userId="32a53f8955a3383c" providerId="LiveId" clId="{F10043CA-7E0C-4C5B-B8AD-80B51C33A480}" dt="2026-09-01T21:35:05.364" v="173"/>
          <ac:spMkLst>
            <pc:docMk/>
            <pc:sldMk cId="446746534" sldId="284"/>
            <ac:spMk id="7" creationId="{D0382449-19EB-7571-54AF-51BEF5F647F5}"/>
          </ac:spMkLst>
        </pc:spChg>
        <pc:spChg chg="mod">
          <ac:chgData name="Esraa Mohamed" userId="32a53f8955a3383c" providerId="LiveId" clId="{F10043CA-7E0C-4C5B-B8AD-80B51C33A480}" dt="2026-09-01T21:35:05.364" v="173"/>
          <ac:spMkLst>
            <pc:docMk/>
            <pc:sldMk cId="446746534" sldId="284"/>
            <ac:spMk id="8" creationId="{4F894AF1-1ED9-FFF5-AF27-3CE38624F7B4}"/>
          </ac:spMkLst>
        </pc:spChg>
        <pc:spChg chg="add mod">
          <ac:chgData name="Esraa Mohamed" userId="32a53f8955a3383c" providerId="LiveId" clId="{F10043CA-7E0C-4C5B-B8AD-80B51C33A480}" dt="2026-09-01T21:35:05.364" v="173"/>
          <ac:spMkLst>
            <pc:docMk/>
            <pc:sldMk cId="446746534" sldId="284"/>
            <ac:spMk id="9" creationId="{195BA054-17AE-1D5C-DDFF-E2C74EC078BE}"/>
          </ac:spMkLst>
        </pc:spChg>
        <pc:spChg chg="add mod">
          <ac:chgData name="Esraa Mohamed" userId="32a53f8955a3383c" providerId="LiveId" clId="{F10043CA-7E0C-4C5B-B8AD-80B51C33A480}" dt="2026-09-01T21:35:05.364" v="173"/>
          <ac:spMkLst>
            <pc:docMk/>
            <pc:sldMk cId="446746534" sldId="284"/>
            <ac:spMk id="10" creationId="{68F232DD-5667-5D8D-85CB-28EBDFD567D4}"/>
          </ac:spMkLst>
        </pc:spChg>
        <pc:spChg chg="add mod">
          <ac:chgData name="Esraa Mohamed" userId="32a53f8955a3383c" providerId="LiveId" clId="{F10043CA-7E0C-4C5B-B8AD-80B51C33A480}" dt="2026-09-01T21:35:05.364" v="173"/>
          <ac:spMkLst>
            <pc:docMk/>
            <pc:sldMk cId="446746534" sldId="284"/>
            <ac:spMk id="11" creationId="{1D78C4AC-53F6-72E5-5B65-4B0223804C3D}"/>
          </ac:spMkLst>
        </pc:spChg>
        <pc:spChg chg="add del mod">
          <ac:chgData name="Esraa Mohamed" userId="32a53f8955a3383c" providerId="LiveId" clId="{F10043CA-7E0C-4C5B-B8AD-80B51C33A480}" dt="2026-09-01T21:35:10.163" v="176"/>
          <ac:spMkLst>
            <pc:docMk/>
            <pc:sldMk cId="446746534" sldId="284"/>
            <ac:spMk id="13" creationId="{11467755-7E92-B323-EC03-D9775E36C9D2}"/>
          </ac:spMkLst>
        </pc:spChg>
        <pc:grpChg chg="add mod">
          <ac:chgData name="Esraa Mohamed" userId="32a53f8955a3383c" providerId="LiveId" clId="{F10043CA-7E0C-4C5B-B8AD-80B51C33A480}" dt="2026-09-01T21:35:05.364" v="173"/>
          <ac:grpSpMkLst>
            <pc:docMk/>
            <pc:sldMk cId="446746534" sldId="284"/>
            <ac:grpSpMk id="5" creationId="{2FEA951D-1DAF-0BCC-0147-40F825E6DD24}"/>
          </ac:grpSpMkLst>
        </pc:grpChg>
        <pc:cxnChg chg="add mod">
          <ac:chgData name="Esraa Mohamed" userId="32a53f8955a3383c" providerId="LiveId" clId="{F10043CA-7E0C-4C5B-B8AD-80B51C33A480}" dt="2026-09-01T21:35:05.364" v="173"/>
          <ac:cxnSpMkLst>
            <pc:docMk/>
            <pc:sldMk cId="446746534" sldId="284"/>
            <ac:cxnSpMk id="12" creationId="{353B8745-32F2-341D-D25C-C341577A1B24}"/>
          </ac:cxnSpMkLst>
        </pc:cxnChg>
      </pc:sldChg>
      <pc:sldChg chg="addSp modSp new ord">
        <pc:chgData name="Esraa Mohamed" userId="32a53f8955a3383c" providerId="LiveId" clId="{F10043CA-7E0C-4C5B-B8AD-80B51C33A480}" dt="2026-09-01T21:34:29.898" v="172"/>
        <pc:sldMkLst>
          <pc:docMk/>
          <pc:sldMk cId="3660852176" sldId="285"/>
        </pc:sldMkLst>
        <pc:spChg chg="add mod">
          <ac:chgData name="Esraa Mohamed" userId="32a53f8955a3383c" providerId="LiveId" clId="{F10043CA-7E0C-4C5B-B8AD-80B51C33A480}" dt="2026-09-01T21:34:29.898" v="172"/>
          <ac:spMkLst>
            <pc:docMk/>
            <pc:sldMk cId="3660852176" sldId="285"/>
            <ac:spMk id="4" creationId="{2D2D3C64-8AB5-0D08-1B75-3D647E9C1ABC}"/>
          </ac:spMkLst>
        </pc:spChg>
        <pc:spChg chg="mod">
          <ac:chgData name="Esraa Mohamed" userId="32a53f8955a3383c" providerId="LiveId" clId="{F10043CA-7E0C-4C5B-B8AD-80B51C33A480}" dt="2026-09-01T21:34:29.898" v="172"/>
          <ac:spMkLst>
            <pc:docMk/>
            <pc:sldMk cId="3660852176" sldId="285"/>
            <ac:spMk id="6" creationId="{65A759E6-280B-FA8A-617F-2B4FB3264D7B}"/>
          </ac:spMkLst>
        </pc:spChg>
        <pc:spChg chg="mod">
          <ac:chgData name="Esraa Mohamed" userId="32a53f8955a3383c" providerId="LiveId" clId="{F10043CA-7E0C-4C5B-B8AD-80B51C33A480}" dt="2026-09-01T21:34:29.898" v="172"/>
          <ac:spMkLst>
            <pc:docMk/>
            <pc:sldMk cId="3660852176" sldId="285"/>
            <ac:spMk id="7" creationId="{0618AE05-28BF-6F39-4254-FC35EE25C948}"/>
          </ac:spMkLst>
        </pc:spChg>
        <pc:spChg chg="mod">
          <ac:chgData name="Esraa Mohamed" userId="32a53f8955a3383c" providerId="LiveId" clId="{F10043CA-7E0C-4C5B-B8AD-80B51C33A480}" dt="2026-09-01T21:34:29.898" v="172"/>
          <ac:spMkLst>
            <pc:docMk/>
            <pc:sldMk cId="3660852176" sldId="285"/>
            <ac:spMk id="8" creationId="{1F63F272-201C-37BE-464C-90488ABBFA03}"/>
          </ac:spMkLst>
        </pc:spChg>
        <pc:spChg chg="add mod">
          <ac:chgData name="Esraa Mohamed" userId="32a53f8955a3383c" providerId="LiveId" clId="{F10043CA-7E0C-4C5B-B8AD-80B51C33A480}" dt="2026-09-01T21:34:29.898" v="172"/>
          <ac:spMkLst>
            <pc:docMk/>
            <pc:sldMk cId="3660852176" sldId="285"/>
            <ac:spMk id="9" creationId="{1B7002A2-D6A1-15B1-B5FA-CB1465A805E7}"/>
          </ac:spMkLst>
        </pc:spChg>
        <pc:spChg chg="add mod">
          <ac:chgData name="Esraa Mohamed" userId="32a53f8955a3383c" providerId="LiveId" clId="{F10043CA-7E0C-4C5B-B8AD-80B51C33A480}" dt="2026-09-01T21:34:29.898" v="172"/>
          <ac:spMkLst>
            <pc:docMk/>
            <pc:sldMk cId="3660852176" sldId="285"/>
            <ac:spMk id="10" creationId="{0C804823-D53E-4F10-1DF5-EB0D582B909B}"/>
          </ac:spMkLst>
        </pc:spChg>
        <pc:spChg chg="add mod">
          <ac:chgData name="Esraa Mohamed" userId="32a53f8955a3383c" providerId="LiveId" clId="{F10043CA-7E0C-4C5B-B8AD-80B51C33A480}" dt="2026-09-01T21:34:29.898" v="172"/>
          <ac:spMkLst>
            <pc:docMk/>
            <pc:sldMk cId="3660852176" sldId="285"/>
            <ac:spMk id="11" creationId="{D0B8C955-2694-2DC5-8CA6-5DEF56C0C909}"/>
          </ac:spMkLst>
        </pc:spChg>
        <pc:grpChg chg="add mod">
          <ac:chgData name="Esraa Mohamed" userId="32a53f8955a3383c" providerId="LiveId" clId="{F10043CA-7E0C-4C5B-B8AD-80B51C33A480}" dt="2026-09-01T21:34:29.898" v="172"/>
          <ac:grpSpMkLst>
            <pc:docMk/>
            <pc:sldMk cId="3660852176" sldId="285"/>
            <ac:grpSpMk id="5" creationId="{5AB8E011-DC70-115F-33AA-14395761B351}"/>
          </ac:grpSpMkLst>
        </pc:grpChg>
        <pc:cxnChg chg="add mod">
          <ac:chgData name="Esraa Mohamed" userId="32a53f8955a3383c" providerId="LiveId" clId="{F10043CA-7E0C-4C5B-B8AD-80B51C33A480}" dt="2026-09-01T21:34:29.898" v="172"/>
          <ac:cxnSpMkLst>
            <pc:docMk/>
            <pc:sldMk cId="3660852176" sldId="285"/>
            <ac:cxnSpMk id="12" creationId="{1606B44F-4ABB-3387-45FF-577B786E0E2F}"/>
          </ac:cxnSpMkLst>
        </pc:cxnChg>
      </pc:sldChg>
      <pc:sldChg chg="new del">
        <pc:chgData name="Esraa Mohamed" userId="32a53f8955a3383c" providerId="LiveId" clId="{F10043CA-7E0C-4C5B-B8AD-80B51C33A480}" dt="2026-09-02T06:29:07.889" v="218" actId="47"/>
        <pc:sldMkLst>
          <pc:docMk/>
          <pc:sldMk cId="894411676" sldId="286"/>
        </pc:sldMkLst>
      </pc:sldChg>
      <pc:sldChg chg="delSp add setBg delDesignElem">
        <pc:chgData name="Esraa Mohamed" userId="32a53f8955a3383c" providerId="LiveId" clId="{F10043CA-7E0C-4C5B-B8AD-80B51C33A480}" dt="2026-09-02T06:29:04.103" v="217"/>
        <pc:sldMkLst>
          <pc:docMk/>
          <pc:sldMk cId="2768851022" sldId="287"/>
        </pc:sldMkLst>
        <pc:spChg chg="del">
          <ac:chgData name="Esraa Mohamed" userId="32a53f8955a3383c" providerId="LiveId" clId="{F10043CA-7E0C-4C5B-B8AD-80B51C33A480}" dt="2026-09-02T06:29:04.103" v="217"/>
          <ac:spMkLst>
            <pc:docMk/>
            <pc:sldMk cId="2768851022" sldId="287"/>
            <ac:spMk id="8" creationId="{42A4FC2C-047E-45A5-965D-8E1E3BF09BC6}"/>
          </ac:spMkLst>
        </pc:spChg>
      </pc:sldChg>
      <pc:sldChg chg="delSp add setBg delDesignElem">
        <pc:chgData name="Esraa Mohamed" userId="32a53f8955a3383c" providerId="LiveId" clId="{F10043CA-7E0C-4C5B-B8AD-80B51C33A480}" dt="2026-09-02T06:29:04.103" v="217"/>
        <pc:sldMkLst>
          <pc:docMk/>
          <pc:sldMk cId="560673172" sldId="288"/>
        </pc:sldMkLst>
        <pc:spChg chg="del">
          <ac:chgData name="Esraa Mohamed" userId="32a53f8955a3383c" providerId="LiveId" clId="{F10043CA-7E0C-4C5B-B8AD-80B51C33A480}" dt="2026-09-02T06:29:04.103" v="217"/>
          <ac:spMkLst>
            <pc:docMk/>
            <pc:sldMk cId="560673172" sldId="288"/>
            <ac:spMk id="8" creationId="{42A4FC2C-047E-45A5-965D-8E1E3BF09BC6}"/>
          </ac:spMkLst>
        </pc:spChg>
      </pc:sldChg>
      <pc:sldChg chg="addSp delSp modSp add mod setBg delDesignElem">
        <pc:chgData name="Esraa Mohamed" userId="32a53f8955a3383c" providerId="LiveId" clId="{F10043CA-7E0C-4C5B-B8AD-80B51C33A480}" dt="2026-09-02T08:09:31.779" v="290" actId="9405"/>
        <pc:sldMkLst>
          <pc:docMk/>
          <pc:sldMk cId="2507600584" sldId="289"/>
        </pc:sldMkLst>
        <pc:spChg chg="del">
          <ac:chgData name="Esraa Mohamed" userId="32a53f8955a3383c" providerId="LiveId" clId="{F10043CA-7E0C-4C5B-B8AD-80B51C33A480}" dt="2026-09-02T06:29:04.103" v="217"/>
          <ac:spMkLst>
            <pc:docMk/>
            <pc:sldMk cId="2507600584" sldId="289"/>
            <ac:spMk id="8" creationId="{42A4FC2C-047E-45A5-965D-8E1E3BF09BC6}"/>
          </ac:spMkLst>
        </pc:spChg>
        <pc:inkChg chg="add del">
          <ac:chgData name="Esraa Mohamed" userId="32a53f8955a3383c" providerId="LiveId" clId="{F10043CA-7E0C-4C5B-B8AD-80B51C33A480}" dt="2026-09-02T08:09:18.324" v="287"/>
          <ac:inkMkLst>
            <pc:docMk/>
            <pc:sldMk cId="2507600584" sldId="289"/>
            <ac:inkMk id="2" creationId="{F409E282-A781-F1D5-AA40-4FEDAAC70BDF}"/>
          </ac:inkMkLst>
        </pc:inkChg>
        <pc:inkChg chg="add mod">
          <ac:chgData name="Esraa Mohamed" userId="32a53f8955a3383c" providerId="LiveId" clId="{F10043CA-7E0C-4C5B-B8AD-80B51C33A480}" dt="2026-09-02T08:09:19.724" v="288"/>
          <ac:inkMkLst>
            <pc:docMk/>
            <pc:sldMk cId="2507600584" sldId="289"/>
            <ac:inkMk id="4" creationId="{AD954D6C-8019-753F-9BE3-D1279BA65C08}"/>
          </ac:inkMkLst>
        </pc:inkChg>
        <pc:inkChg chg="add">
          <ac:chgData name="Esraa Mohamed" userId="32a53f8955a3383c" providerId="LiveId" clId="{F10043CA-7E0C-4C5B-B8AD-80B51C33A480}" dt="2026-09-02T08:09:24.718" v="289" actId="9405"/>
          <ac:inkMkLst>
            <pc:docMk/>
            <pc:sldMk cId="2507600584" sldId="289"/>
            <ac:inkMk id="5" creationId="{10AA407B-9BD5-F1D8-D814-A3D0F1B13199}"/>
          </ac:inkMkLst>
        </pc:inkChg>
        <pc:inkChg chg="add">
          <ac:chgData name="Esraa Mohamed" userId="32a53f8955a3383c" providerId="LiveId" clId="{F10043CA-7E0C-4C5B-B8AD-80B51C33A480}" dt="2026-09-02T08:09:31.779" v="290" actId="9405"/>
          <ac:inkMkLst>
            <pc:docMk/>
            <pc:sldMk cId="2507600584" sldId="289"/>
            <ac:inkMk id="6" creationId="{26EFD91A-E69B-CFBF-AD39-D3A45AE7D5F7}"/>
          </ac:inkMkLst>
        </pc:inkChg>
      </pc:sldChg>
      <pc:sldChg chg="addSp delSp add mod setBg delDesignElem">
        <pc:chgData name="Esraa Mohamed" userId="32a53f8955a3383c" providerId="LiveId" clId="{F10043CA-7E0C-4C5B-B8AD-80B51C33A480}" dt="2026-09-02T08:10:58.898" v="291" actId="9405"/>
        <pc:sldMkLst>
          <pc:docMk/>
          <pc:sldMk cId="2599065326" sldId="290"/>
        </pc:sldMkLst>
        <pc:spChg chg="del">
          <ac:chgData name="Esraa Mohamed" userId="32a53f8955a3383c" providerId="LiveId" clId="{F10043CA-7E0C-4C5B-B8AD-80B51C33A480}" dt="2026-09-02T06:29:04.103" v="217"/>
          <ac:spMkLst>
            <pc:docMk/>
            <pc:sldMk cId="2599065326" sldId="290"/>
            <ac:spMk id="8" creationId="{42A4FC2C-047E-45A5-965D-8E1E3BF09BC6}"/>
          </ac:spMkLst>
        </pc:spChg>
        <pc:inkChg chg="add">
          <ac:chgData name="Esraa Mohamed" userId="32a53f8955a3383c" providerId="LiveId" clId="{F10043CA-7E0C-4C5B-B8AD-80B51C33A480}" dt="2026-09-02T08:10:58.898" v="291" actId="9405"/>
          <ac:inkMkLst>
            <pc:docMk/>
            <pc:sldMk cId="2599065326" sldId="290"/>
            <ac:inkMk id="2" creationId="{52B1F2E9-27D8-0917-0EE1-E52D76606126}"/>
          </ac:inkMkLst>
        </pc:inkChg>
      </pc:sldChg>
      <pc:sldChg chg="delSp add del setBg delDesignElem">
        <pc:chgData name="Esraa Mohamed" userId="32a53f8955a3383c" providerId="LiveId" clId="{F10043CA-7E0C-4C5B-B8AD-80B51C33A480}" dt="2026-09-02T06:57:36.142" v="234" actId="47"/>
        <pc:sldMkLst>
          <pc:docMk/>
          <pc:sldMk cId="4248401098" sldId="291"/>
        </pc:sldMkLst>
        <pc:spChg chg="del">
          <ac:chgData name="Esraa Mohamed" userId="32a53f8955a3383c" providerId="LiveId" clId="{F10043CA-7E0C-4C5B-B8AD-80B51C33A480}" dt="2026-09-02T06:29:04.103" v="217"/>
          <ac:spMkLst>
            <pc:docMk/>
            <pc:sldMk cId="4248401098" sldId="291"/>
            <ac:spMk id="8" creationId="{42A4FC2C-047E-45A5-965D-8E1E3BF09BC6}"/>
          </ac:spMkLst>
        </pc:spChg>
      </pc:sldChg>
      <pc:sldChg chg="delSp add setBg delDesignElem">
        <pc:chgData name="Esraa Mohamed" userId="32a53f8955a3383c" providerId="LiveId" clId="{F10043CA-7E0C-4C5B-B8AD-80B51C33A480}" dt="2026-09-02T06:29:04.103" v="217"/>
        <pc:sldMkLst>
          <pc:docMk/>
          <pc:sldMk cId="4193858560" sldId="292"/>
        </pc:sldMkLst>
        <pc:spChg chg="del">
          <ac:chgData name="Esraa Mohamed" userId="32a53f8955a3383c" providerId="LiveId" clId="{F10043CA-7E0C-4C5B-B8AD-80B51C33A480}" dt="2026-09-02T06:29:04.103" v="217"/>
          <ac:spMkLst>
            <pc:docMk/>
            <pc:sldMk cId="4193858560" sldId="292"/>
            <ac:spMk id="8" creationId="{42A4FC2C-047E-45A5-965D-8E1E3BF09BC6}"/>
          </ac:spMkLst>
        </pc:spChg>
      </pc:sldChg>
      <pc:sldChg chg="addSp delSp modSp add mod setBg delDesignElem">
        <pc:chgData name="Esraa Mohamed" userId="32a53f8955a3383c" providerId="LiveId" clId="{F10043CA-7E0C-4C5B-B8AD-80B51C33A480}" dt="2026-09-02T08:18:51.501" v="349"/>
        <pc:sldMkLst>
          <pc:docMk/>
          <pc:sldMk cId="1928899328" sldId="293"/>
        </pc:sldMkLst>
        <pc:spChg chg="del">
          <ac:chgData name="Esraa Mohamed" userId="32a53f8955a3383c" providerId="LiveId" clId="{F10043CA-7E0C-4C5B-B8AD-80B51C33A480}" dt="2026-09-02T06:29:04.103" v="217"/>
          <ac:spMkLst>
            <pc:docMk/>
            <pc:sldMk cId="1928899328" sldId="293"/>
            <ac:spMk id="8" creationId="{42A4FC2C-047E-45A5-965D-8E1E3BF09BC6}"/>
          </ac:spMkLst>
        </pc:spChg>
        <pc:inkChg chg="add">
          <ac:chgData name="Esraa Mohamed" userId="32a53f8955a3383c" providerId="LiveId" clId="{F10043CA-7E0C-4C5B-B8AD-80B51C33A480}" dt="2026-09-02T08:17:32.972" v="332" actId="9405"/>
          <ac:inkMkLst>
            <pc:docMk/>
            <pc:sldMk cId="1928899328" sldId="293"/>
            <ac:inkMk id="2" creationId="{3795C0FC-F904-C6BF-ED20-186253C392A8}"/>
          </ac:inkMkLst>
        </pc:inkChg>
        <pc:inkChg chg="add">
          <ac:chgData name="Esraa Mohamed" userId="32a53f8955a3383c" providerId="LiveId" clId="{F10043CA-7E0C-4C5B-B8AD-80B51C33A480}" dt="2026-09-02T08:17:36.089" v="333" actId="9405"/>
          <ac:inkMkLst>
            <pc:docMk/>
            <pc:sldMk cId="1928899328" sldId="293"/>
            <ac:inkMk id="4" creationId="{6A511F97-135E-9957-07DC-FD6207170005}"/>
          </ac:inkMkLst>
        </pc:inkChg>
        <pc:inkChg chg="add del">
          <ac:chgData name="Esraa Mohamed" userId="32a53f8955a3383c" providerId="LiveId" clId="{F10043CA-7E0C-4C5B-B8AD-80B51C33A480}" dt="2026-09-02T08:17:39.625" v="335"/>
          <ac:inkMkLst>
            <pc:docMk/>
            <pc:sldMk cId="1928899328" sldId="293"/>
            <ac:inkMk id="5" creationId="{9EDDFE78-40DE-040D-DBC3-F7E2B3852655}"/>
          </ac:inkMkLst>
        </pc:inkChg>
        <pc:inkChg chg="add mod">
          <ac:chgData name="Esraa Mohamed" userId="32a53f8955a3383c" providerId="LiveId" clId="{F10043CA-7E0C-4C5B-B8AD-80B51C33A480}" dt="2026-09-02T08:17:39.878" v="336"/>
          <ac:inkMkLst>
            <pc:docMk/>
            <pc:sldMk cId="1928899328" sldId="293"/>
            <ac:inkMk id="6" creationId="{86379C73-4702-CADA-30D1-2829E01EB938}"/>
          </ac:inkMkLst>
        </pc:inkChg>
        <pc:inkChg chg="add">
          <ac:chgData name="Esraa Mohamed" userId="32a53f8955a3383c" providerId="LiveId" clId="{F10043CA-7E0C-4C5B-B8AD-80B51C33A480}" dt="2026-09-02T08:17:51.474" v="337" actId="9405"/>
          <ac:inkMkLst>
            <pc:docMk/>
            <pc:sldMk cId="1928899328" sldId="293"/>
            <ac:inkMk id="7" creationId="{0B688061-2D0E-CE15-13FF-91E1CE81AC34}"/>
          </ac:inkMkLst>
        </pc:inkChg>
        <pc:inkChg chg="add del">
          <ac:chgData name="Esraa Mohamed" userId="32a53f8955a3383c" providerId="LiveId" clId="{F10043CA-7E0C-4C5B-B8AD-80B51C33A480}" dt="2026-09-02T08:17:58.227" v="339"/>
          <ac:inkMkLst>
            <pc:docMk/>
            <pc:sldMk cId="1928899328" sldId="293"/>
            <ac:inkMk id="8" creationId="{DF1363FC-9793-9E71-F64B-7C664B617369}"/>
          </ac:inkMkLst>
        </pc:inkChg>
        <pc:inkChg chg="add">
          <ac:chgData name="Esraa Mohamed" userId="32a53f8955a3383c" providerId="LiveId" clId="{F10043CA-7E0C-4C5B-B8AD-80B51C33A480}" dt="2026-09-02T08:17:58.227" v="339"/>
          <ac:inkMkLst>
            <pc:docMk/>
            <pc:sldMk cId="1928899328" sldId="293"/>
            <ac:inkMk id="9" creationId="{8515D285-1EFC-9417-B9CB-AC1941E080EC}"/>
          </ac:inkMkLst>
        </pc:inkChg>
        <pc:inkChg chg="add">
          <ac:chgData name="Esraa Mohamed" userId="32a53f8955a3383c" providerId="LiveId" clId="{F10043CA-7E0C-4C5B-B8AD-80B51C33A480}" dt="2026-09-02T08:18:02.572" v="340" actId="9405"/>
          <ac:inkMkLst>
            <pc:docMk/>
            <pc:sldMk cId="1928899328" sldId="293"/>
            <ac:inkMk id="10" creationId="{BC01D1F4-06A8-8FC4-B9C5-7DEAF4F5DB41}"/>
          </ac:inkMkLst>
        </pc:inkChg>
        <pc:inkChg chg="add del">
          <ac:chgData name="Esraa Mohamed" userId="32a53f8955a3383c" providerId="LiveId" clId="{F10043CA-7E0C-4C5B-B8AD-80B51C33A480}" dt="2026-09-02T08:18:11.801" v="342"/>
          <ac:inkMkLst>
            <pc:docMk/>
            <pc:sldMk cId="1928899328" sldId="293"/>
            <ac:inkMk id="11" creationId="{A2397885-3D57-4EDD-4F4A-4E98F9C013EB}"/>
          </ac:inkMkLst>
        </pc:inkChg>
        <pc:inkChg chg="add">
          <ac:chgData name="Esraa Mohamed" userId="32a53f8955a3383c" providerId="LiveId" clId="{F10043CA-7E0C-4C5B-B8AD-80B51C33A480}" dt="2026-09-02T08:18:11.801" v="342"/>
          <ac:inkMkLst>
            <pc:docMk/>
            <pc:sldMk cId="1928899328" sldId="293"/>
            <ac:inkMk id="12" creationId="{3B1E0A3B-E15A-3A8D-F077-9C8FEF7DBEE1}"/>
          </ac:inkMkLst>
        </pc:inkChg>
        <pc:inkChg chg="add">
          <ac:chgData name="Esraa Mohamed" userId="32a53f8955a3383c" providerId="LiveId" clId="{F10043CA-7E0C-4C5B-B8AD-80B51C33A480}" dt="2026-09-02T08:18:25.748" v="343" actId="9405"/>
          <ac:inkMkLst>
            <pc:docMk/>
            <pc:sldMk cId="1928899328" sldId="293"/>
            <ac:inkMk id="13" creationId="{4A68BD82-1AC7-07EB-55DB-58102946BEAC}"/>
          </ac:inkMkLst>
        </pc:inkChg>
        <pc:inkChg chg="add">
          <ac:chgData name="Esraa Mohamed" userId="32a53f8955a3383c" providerId="LiveId" clId="{F10043CA-7E0C-4C5B-B8AD-80B51C33A480}" dt="2026-09-02T08:18:37.981" v="344" actId="9405"/>
          <ac:inkMkLst>
            <pc:docMk/>
            <pc:sldMk cId="1928899328" sldId="293"/>
            <ac:inkMk id="14" creationId="{AE936C4A-A340-2AB3-6A19-C91C16B99DA7}"/>
          </ac:inkMkLst>
        </pc:inkChg>
        <pc:inkChg chg="add del">
          <ac:chgData name="Esraa Mohamed" userId="32a53f8955a3383c" providerId="LiveId" clId="{F10043CA-7E0C-4C5B-B8AD-80B51C33A480}" dt="2026-09-02T08:18:40.967" v="346"/>
          <ac:inkMkLst>
            <pc:docMk/>
            <pc:sldMk cId="1928899328" sldId="293"/>
            <ac:inkMk id="15" creationId="{2062DC96-64AB-11B8-29C7-C76087338578}"/>
          </ac:inkMkLst>
        </pc:inkChg>
        <pc:inkChg chg="add">
          <ac:chgData name="Esraa Mohamed" userId="32a53f8955a3383c" providerId="LiveId" clId="{F10043CA-7E0C-4C5B-B8AD-80B51C33A480}" dt="2026-09-02T08:18:40.967" v="346"/>
          <ac:inkMkLst>
            <pc:docMk/>
            <pc:sldMk cId="1928899328" sldId="293"/>
            <ac:inkMk id="16" creationId="{E3D48D75-47EA-AD84-38AD-1E4B19394270}"/>
          </ac:inkMkLst>
        </pc:inkChg>
        <pc:inkChg chg="add del">
          <ac:chgData name="Esraa Mohamed" userId="32a53f8955a3383c" providerId="LiveId" clId="{F10043CA-7E0C-4C5B-B8AD-80B51C33A480}" dt="2026-09-02T08:18:49.862" v="348"/>
          <ac:inkMkLst>
            <pc:docMk/>
            <pc:sldMk cId="1928899328" sldId="293"/>
            <ac:inkMk id="17" creationId="{71BC1046-1721-DDD8-A38C-FBE5B7484C6F}"/>
          </ac:inkMkLst>
        </pc:inkChg>
        <pc:inkChg chg="add mod">
          <ac:chgData name="Esraa Mohamed" userId="32a53f8955a3383c" providerId="LiveId" clId="{F10043CA-7E0C-4C5B-B8AD-80B51C33A480}" dt="2026-09-02T08:18:51.501" v="349"/>
          <ac:inkMkLst>
            <pc:docMk/>
            <pc:sldMk cId="1928899328" sldId="293"/>
            <ac:inkMk id="18" creationId="{FA862C44-BE20-B61A-33BF-5B41EC21C9BF}"/>
          </ac:inkMkLst>
        </pc:inkChg>
      </pc:sldChg>
      <pc:sldChg chg="addSp delSp modSp add mod setBg delDesignElem">
        <pc:chgData name="Esraa Mohamed" userId="32a53f8955a3383c" providerId="LiveId" clId="{F10043CA-7E0C-4C5B-B8AD-80B51C33A480}" dt="2026-09-02T08:20:25.371" v="367" actId="9405"/>
        <pc:sldMkLst>
          <pc:docMk/>
          <pc:sldMk cId="3966745913" sldId="294"/>
        </pc:sldMkLst>
        <pc:spChg chg="del">
          <ac:chgData name="Esraa Mohamed" userId="32a53f8955a3383c" providerId="LiveId" clId="{F10043CA-7E0C-4C5B-B8AD-80B51C33A480}" dt="2026-09-02T06:29:04.103" v="217"/>
          <ac:spMkLst>
            <pc:docMk/>
            <pc:sldMk cId="3966745913" sldId="294"/>
            <ac:spMk id="8" creationId="{42A4FC2C-047E-45A5-965D-8E1E3BF09BC6}"/>
          </ac:spMkLst>
        </pc:spChg>
        <pc:grpChg chg="mod">
          <ac:chgData name="Esraa Mohamed" userId="32a53f8955a3383c" providerId="LiveId" clId="{F10043CA-7E0C-4C5B-B8AD-80B51C33A480}" dt="2026-09-02T08:20:21.732" v="366"/>
          <ac:grpSpMkLst>
            <pc:docMk/>
            <pc:sldMk cId="3966745913" sldId="294"/>
            <ac:grpSpMk id="18" creationId="{452A6F97-20BF-1467-FF5A-8420BA30D59B}"/>
          </ac:grpSpMkLst>
        </pc:grpChg>
        <pc:inkChg chg="add">
          <ac:chgData name="Esraa Mohamed" userId="32a53f8955a3383c" providerId="LiveId" clId="{F10043CA-7E0C-4C5B-B8AD-80B51C33A480}" dt="2026-09-02T08:19:05.728" v="350" actId="9405"/>
          <ac:inkMkLst>
            <pc:docMk/>
            <pc:sldMk cId="3966745913" sldId="294"/>
            <ac:inkMk id="2" creationId="{425C9052-CE86-1564-0E3C-580A55C62E5B}"/>
          </ac:inkMkLst>
        </pc:inkChg>
        <pc:inkChg chg="add">
          <ac:chgData name="Esraa Mohamed" userId="32a53f8955a3383c" providerId="LiveId" clId="{F10043CA-7E0C-4C5B-B8AD-80B51C33A480}" dt="2026-09-02T08:19:08.412" v="351" actId="9405"/>
          <ac:inkMkLst>
            <pc:docMk/>
            <pc:sldMk cId="3966745913" sldId="294"/>
            <ac:inkMk id="4" creationId="{D8118387-BFC3-0137-4ED4-3AC1368EAE56}"/>
          </ac:inkMkLst>
        </pc:inkChg>
        <pc:inkChg chg="add">
          <ac:chgData name="Esraa Mohamed" userId="32a53f8955a3383c" providerId="LiveId" clId="{F10043CA-7E0C-4C5B-B8AD-80B51C33A480}" dt="2026-09-02T08:19:11.981" v="352" actId="9405"/>
          <ac:inkMkLst>
            <pc:docMk/>
            <pc:sldMk cId="3966745913" sldId="294"/>
            <ac:inkMk id="5" creationId="{856BFFEE-8F17-1ECB-AD82-4F8C8FA7BDCB}"/>
          </ac:inkMkLst>
        </pc:inkChg>
        <pc:inkChg chg="add del">
          <ac:chgData name="Esraa Mohamed" userId="32a53f8955a3383c" providerId="LiveId" clId="{F10043CA-7E0C-4C5B-B8AD-80B51C33A480}" dt="2026-09-02T08:19:15.470" v="354"/>
          <ac:inkMkLst>
            <pc:docMk/>
            <pc:sldMk cId="3966745913" sldId="294"/>
            <ac:inkMk id="6" creationId="{5DA87812-D81D-6627-6F26-C8C9A9B3ECDE}"/>
          </ac:inkMkLst>
        </pc:inkChg>
        <pc:inkChg chg="add">
          <ac:chgData name="Esraa Mohamed" userId="32a53f8955a3383c" providerId="LiveId" clId="{F10043CA-7E0C-4C5B-B8AD-80B51C33A480}" dt="2026-09-02T08:19:15.470" v="354"/>
          <ac:inkMkLst>
            <pc:docMk/>
            <pc:sldMk cId="3966745913" sldId="294"/>
            <ac:inkMk id="7" creationId="{F9565F90-B122-7371-2208-FB49C52D23B0}"/>
          </ac:inkMkLst>
        </pc:inkChg>
        <pc:inkChg chg="add">
          <ac:chgData name="Esraa Mohamed" userId="32a53f8955a3383c" providerId="LiveId" clId="{F10043CA-7E0C-4C5B-B8AD-80B51C33A480}" dt="2026-09-02T08:19:24.376" v="355" actId="9405"/>
          <ac:inkMkLst>
            <pc:docMk/>
            <pc:sldMk cId="3966745913" sldId="294"/>
            <ac:inkMk id="8" creationId="{DBB6D454-6C18-0281-DB9A-60573A2006AD}"/>
          </ac:inkMkLst>
        </pc:inkChg>
        <pc:inkChg chg="add del">
          <ac:chgData name="Esraa Mohamed" userId="32a53f8955a3383c" providerId="LiveId" clId="{F10043CA-7E0C-4C5B-B8AD-80B51C33A480}" dt="2026-09-02T08:19:27.091" v="357"/>
          <ac:inkMkLst>
            <pc:docMk/>
            <pc:sldMk cId="3966745913" sldId="294"/>
            <ac:inkMk id="9" creationId="{6B4616F5-7A88-6563-B50F-4C1B00A1D3A3}"/>
          </ac:inkMkLst>
        </pc:inkChg>
        <pc:inkChg chg="add mod">
          <ac:chgData name="Esraa Mohamed" userId="32a53f8955a3383c" providerId="LiveId" clId="{F10043CA-7E0C-4C5B-B8AD-80B51C33A480}" dt="2026-09-02T08:19:28.127" v="358"/>
          <ac:inkMkLst>
            <pc:docMk/>
            <pc:sldMk cId="3966745913" sldId="294"/>
            <ac:inkMk id="10" creationId="{8E69C9FA-84A0-47F3-DF18-9B19BA63A0A1}"/>
          </ac:inkMkLst>
        </pc:inkChg>
        <pc:inkChg chg="add">
          <ac:chgData name="Esraa Mohamed" userId="32a53f8955a3383c" providerId="LiveId" clId="{F10043CA-7E0C-4C5B-B8AD-80B51C33A480}" dt="2026-09-02T08:19:51.254" v="359" actId="9405"/>
          <ac:inkMkLst>
            <pc:docMk/>
            <pc:sldMk cId="3966745913" sldId="294"/>
            <ac:inkMk id="11" creationId="{B643A9B5-C814-0A48-99CD-15FF7F5E8C9D}"/>
          </ac:inkMkLst>
        </pc:inkChg>
        <pc:inkChg chg="add">
          <ac:chgData name="Esraa Mohamed" userId="32a53f8955a3383c" providerId="LiveId" clId="{F10043CA-7E0C-4C5B-B8AD-80B51C33A480}" dt="2026-09-02T08:19:59.818" v="360" actId="9405"/>
          <ac:inkMkLst>
            <pc:docMk/>
            <pc:sldMk cId="3966745913" sldId="294"/>
            <ac:inkMk id="12" creationId="{BE1B9045-503B-62CA-3FB2-BA310CBE7D5C}"/>
          </ac:inkMkLst>
        </pc:inkChg>
        <pc:inkChg chg="add">
          <ac:chgData name="Esraa Mohamed" userId="32a53f8955a3383c" providerId="LiveId" clId="{F10043CA-7E0C-4C5B-B8AD-80B51C33A480}" dt="2026-09-02T08:20:06.479" v="361" actId="9405"/>
          <ac:inkMkLst>
            <pc:docMk/>
            <pc:sldMk cId="3966745913" sldId="294"/>
            <ac:inkMk id="13" creationId="{15FC95D4-B307-8CF7-D427-06A839BA11F7}"/>
          </ac:inkMkLst>
        </pc:inkChg>
        <pc:inkChg chg="add">
          <ac:chgData name="Esraa Mohamed" userId="32a53f8955a3383c" providerId="LiveId" clId="{F10043CA-7E0C-4C5B-B8AD-80B51C33A480}" dt="2026-09-02T08:20:11.294" v="362" actId="9405"/>
          <ac:inkMkLst>
            <pc:docMk/>
            <pc:sldMk cId="3966745913" sldId="294"/>
            <ac:inkMk id="14" creationId="{5ABE485B-183F-569D-47B0-5C05A7286626}"/>
          </ac:inkMkLst>
        </pc:inkChg>
        <pc:inkChg chg="add">
          <ac:chgData name="Esraa Mohamed" userId="32a53f8955a3383c" providerId="LiveId" clId="{F10043CA-7E0C-4C5B-B8AD-80B51C33A480}" dt="2026-09-02T08:20:13.611" v="363" actId="9405"/>
          <ac:inkMkLst>
            <pc:docMk/>
            <pc:sldMk cId="3966745913" sldId="294"/>
            <ac:inkMk id="15" creationId="{818258CB-9B4A-3C8F-76DF-251E61C91861}"/>
          </ac:inkMkLst>
        </pc:inkChg>
        <pc:inkChg chg="add mod">
          <ac:chgData name="Esraa Mohamed" userId="32a53f8955a3383c" providerId="LiveId" clId="{F10043CA-7E0C-4C5B-B8AD-80B51C33A480}" dt="2026-09-02T08:20:21.732" v="366"/>
          <ac:inkMkLst>
            <pc:docMk/>
            <pc:sldMk cId="3966745913" sldId="294"/>
            <ac:inkMk id="16" creationId="{10B40127-23B3-CBFA-5262-127EA2396A25}"/>
          </ac:inkMkLst>
        </pc:inkChg>
        <pc:inkChg chg="add mod">
          <ac:chgData name="Esraa Mohamed" userId="32a53f8955a3383c" providerId="LiveId" clId="{F10043CA-7E0C-4C5B-B8AD-80B51C33A480}" dt="2026-09-02T08:20:21.732" v="366"/>
          <ac:inkMkLst>
            <pc:docMk/>
            <pc:sldMk cId="3966745913" sldId="294"/>
            <ac:inkMk id="17" creationId="{2DDD8CA5-BFA9-5469-A9B2-1764528DCBAD}"/>
          </ac:inkMkLst>
        </pc:inkChg>
        <pc:inkChg chg="add">
          <ac:chgData name="Esraa Mohamed" userId="32a53f8955a3383c" providerId="LiveId" clId="{F10043CA-7E0C-4C5B-B8AD-80B51C33A480}" dt="2026-09-02T08:20:25.371" v="367" actId="9405"/>
          <ac:inkMkLst>
            <pc:docMk/>
            <pc:sldMk cId="3966745913" sldId="294"/>
            <ac:inkMk id="19" creationId="{34E9255A-B9E5-3FBC-AA95-2AFBE4A967AF}"/>
          </ac:inkMkLst>
        </pc:inkChg>
      </pc:sldChg>
      <pc:sldChg chg="addSp delSp modSp add mod setBg delDesignElem">
        <pc:chgData name="Esraa Mohamed" userId="32a53f8955a3383c" providerId="LiveId" clId="{F10043CA-7E0C-4C5B-B8AD-80B51C33A480}" dt="2026-09-02T08:25:36.448" v="383" actId="9405"/>
        <pc:sldMkLst>
          <pc:docMk/>
          <pc:sldMk cId="2873044372" sldId="295"/>
        </pc:sldMkLst>
        <pc:spChg chg="del">
          <ac:chgData name="Esraa Mohamed" userId="32a53f8955a3383c" providerId="LiveId" clId="{F10043CA-7E0C-4C5B-B8AD-80B51C33A480}" dt="2026-09-02T06:29:04.103" v="217"/>
          <ac:spMkLst>
            <pc:docMk/>
            <pc:sldMk cId="2873044372" sldId="295"/>
            <ac:spMk id="8" creationId="{42A4FC2C-047E-45A5-965D-8E1E3BF09BC6}"/>
          </ac:spMkLst>
        </pc:spChg>
        <pc:grpChg chg="mod">
          <ac:chgData name="Esraa Mohamed" userId="32a53f8955a3383c" providerId="LiveId" clId="{F10043CA-7E0C-4C5B-B8AD-80B51C33A480}" dt="2026-09-02T08:24:58.162" v="378"/>
          <ac:grpSpMkLst>
            <pc:docMk/>
            <pc:sldMk cId="2873044372" sldId="295"/>
            <ac:grpSpMk id="13" creationId="{F4CA6538-402D-6A7A-1DAB-58176D854000}"/>
          </ac:grpSpMkLst>
        </pc:grpChg>
        <pc:inkChg chg="add">
          <ac:chgData name="Esraa Mohamed" userId="32a53f8955a3383c" providerId="LiveId" clId="{F10043CA-7E0C-4C5B-B8AD-80B51C33A480}" dt="2026-09-02T08:24:13.172" v="368" actId="9405"/>
          <ac:inkMkLst>
            <pc:docMk/>
            <pc:sldMk cId="2873044372" sldId="295"/>
            <ac:inkMk id="2" creationId="{71125E1A-0E8E-1447-94EA-EEAD770A9AE7}"/>
          </ac:inkMkLst>
        </pc:inkChg>
        <pc:inkChg chg="add">
          <ac:chgData name="Esraa Mohamed" userId="32a53f8955a3383c" providerId="LiveId" clId="{F10043CA-7E0C-4C5B-B8AD-80B51C33A480}" dt="2026-09-02T08:24:16.665" v="369" actId="9405"/>
          <ac:inkMkLst>
            <pc:docMk/>
            <pc:sldMk cId="2873044372" sldId="295"/>
            <ac:inkMk id="4" creationId="{584E8E19-5E1D-E6B2-5365-6D6C233DA2B7}"/>
          </ac:inkMkLst>
        </pc:inkChg>
        <pc:inkChg chg="add del">
          <ac:chgData name="Esraa Mohamed" userId="32a53f8955a3383c" providerId="LiveId" clId="{F10043CA-7E0C-4C5B-B8AD-80B51C33A480}" dt="2026-09-02T08:24:21.278" v="371"/>
          <ac:inkMkLst>
            <pc:docMk/>
            <pc:sldMk cId="2873044372" sldId="295"/>
            <ac:inkMk id="5" creationId="{180417AE-0CFC-78C4-3401-70B3FF9382A7}"/>
          </ac:inkMkLst>
        </pc:inkChg>
        <pc:inkChg chg="add">
          <ac:chgData name="Esraa Mohamed" userId="32a53f8955a3383c" providerId="LiveId" clId="{F10043CA-7E0C-4C5B-B8AD-80B51C33A480}" dt="2026-09-02T08:24:21.278" v="371"/>
          <ac:inkMkLst>
            <pc:docMk/>
            <pc:sldMk cId="2873044372" sldId="295"/>
            <ac:inkMk id="6" creationId="{136F1C7B-BBE3-3414-1A5B-D217A3130101}"/>
          </ac:inkMkLst>
        </pc:inkChg>
        <pc:inkChg chg="add">
          <ac:chgData name="Esraa Mohamed" userId="32a53f8955a3383c" providerId="LiveId" clId="{F10043CA-7E0C-4C5B-B8AD-80B51C33A480}" dt="2026-09-02T08:24:43.222" v="372" actId="9405"/>
          <ac:inkMkLst>
            <pc:docMk/>
            <pc:sldMk cId="2873044372" sldId="295"/>
            <ac:inkMk id="7" creationId="{3A9558B3-532C-9135-6F42-9956AE5700C5}"/>
          </ac:inkMkLst>
        </pc:inkChg>
        <pc:inkChg chg="add del">
          <ac:chgData name="Esraa Mohamed" userId="32a53f8955a3383c" providerId="LiveId" clId="{F10043CA-7E0C-4C5B-B8AD-80B51C33A480}" dt="2026-09-02T08:24:45.803" v="374"/>
          <ac:inkMkLst>
            <pc:docMk/>
            <pc:sldMk cId="2873044372" sldId="295"/>
            <ac:inkMk id="8" creationId="{365FD08E-0F2C-9B24-C291-5CBBB7E3A112}"/>
          </ac:inkMkLst>
        </pc:inkChg>
        <pc:inkChg chg="add">
          <ac:chgData name="Esraa Mohamed" userId="32a53f8955a3383c" providerId="LiveId" clId="{F10043CA-7E0C-4C5B-B8AD-80B51C33A480}" dt="2026-09-02T08:24:45.803" v="374"/>
          <ac:inkMkLst>
            <pc:docMk/>
            <pc:sldMk cId="2873044372" sldId="295"/>
            <ac:inkMk id="9" creationId="{D9D141C2-DD4A-2CD1-4B82-597C965F06B0}"/>
          </ac:inkMkLst>
        </pc:inkChg>
        <pc:inkChg chg="add">
          <ac:chgData name="Esraa Mohamed" userId="32a53f8955a3383c" providerId="LiveId" clId="{F10043CA-7E0C-4C5B-B8AD-80B51C33A480}" dt="2026-09-02T08:24:49.931" v="375" actId="9405"/>
          <ac:inkMkLst>
            <pc:docMk/>
            <pc:sldMk cId="2873044372" sldId="295"/>
            <ac:inkMk id="10" creationId="{80C99D0A-910F-6038-E64E-0BB1C8B42CB3}"/>
          </ac:inkMkLst>
        </pc:inkChg>
        <pc:inkChg chg="add mod">
          <ac:chgData name="Esraa Mohamed" userId="32a53f8955a3383c" providerId="LiveId" clId="{F10043CA-7E0C-4C5B-B8AD-80B51C33A480}" dt="2026-09-02T08:24:58.162" v="378"/>
          <ac:inkMkLst>
            <pc:docMk/>
            <pc:sldMk cId="2873044372" sldId="295"/>
            <ac:inkMk id="11" creationId="{3617FF99-90D4-35DE-B8F8-813402CFCAE6}"/>
          </ac:inkMkLst>
        </pc:inkChg>
        <pc:inkChg chg="add mod">
          <ac:chgData name="Esraa Mohamed" userId="32a53f8955a3383c" providerId="LiveId" clId="{F10043CA-7E0C-4C5B-B8AD-80B51C33A480}" dt="2026-09-02T08:24:58.162" v="378"/>
          <ac:inkMkLst>
            <pc:docMk/>
            <pc:sldMk cId="2873044372" sldId="295"/>
            <ac:inkMk id="12" creationId="{B40EC5EB-418C-39DA-209A-AC8E5239D016}"/>
          </ac:inkMkLst>
        </pc:inkChg>
        <pc:inkChg chg="add">
          <ac:chgData name="Esraa Mohamed" userId="32a53f8955a3383c" providerId="LiveId" clId="{F10043CA-7E0C-4C5B-B8AD-80B51C33A480}" dt="2026-09-02T08:25:05.478" v="379" actId="9405"/>
          <ac:inkMkLst>
            <pc:docMk/>
            <pc:sldMk cId="2873044372" sldId="295"/>
            <ac:inkMk id="14" creationId="{DE32FB93-32AC-39A0-C6FD-847329EE5F5B}"/>
          </ac:inkMkLst>
        </pc:inkChg>
        <pc:inkChg chg="add">
          <ac:chgData name="Esraa Mohamed" userId="32a53f8955a3383c" providerId="LiveId" clId="{F10043CA-7E0C-4C5B-B8AD-80B51C33A480}" dt="2026-09-02T08:25:08.765" v="380" actId="9405"/>
          <ac:inkMkLst>
            <pc:docMk/>
            <pc:sldMk cId="2873044372" sldId="295"/>
            <ac:inkMk id="15" creationId="{CB4E2974-8DE6-09B5-BF2A-BDD08B3A6983}"/>
          </ac:inkMkLst>
        </pc:inkChg>
        <pc:inkChg chg="add">
          <ac:chgData name="Esraa Mohamed" userId="32a53f8955a3383c" providerId="LiveId" clId="{F10043CA-7E0C-4C5B-B8AD-80B51C33A480}" dt="2026-09-02T08:25:29.649" v="381" actId="9405"/>
          <ac:inkMkLst>
            <pc:docMk/>
            <pc:sldMk cId="2873044372" sldId="295"/>
            <ac:inkMk id="16" creationId="{C19A94B9-553E-2ABB-C6F3-B1D82AB2C6FD}"/>
          </ac:inkMkLst>
        </pc:inkChg>
        <pc:inkChg chg="add">
          <ac:chgData name="Esraa Mohamed" userId="32a53f8955a3383c" providerId="LiveId" clId="{F10043CA-7E0C-4C5B-B8AD-80B51C33A480}" dt="2026-09-02T08:25:32.931" v="382" actId="9405"/>
          <ac:inkMkLst>
            <pc:docMk/>
            <pc:sldMk cId="2873044372" sldId="295"/>
            <ac:inkMk id="17" creationId="{22F06D41-1805-0014-A457-D81204CDE843}"/>
          </ac:inkMkLst>
        </pc:inkChg>
        <pc:inkChg chg="add">
          <ac:chgData name="Esraa Mohamed" userId="32a53f8955a3383c" providerId="LiveId" clId="{F10043CA-7E0C-4C5B-B8AD-80B51C33A480}" dt="2026-09-02T08:25:36.448" v="383" actId="9405"/>
          <ac:inkMkLst>
            <pc:docMk/>
            <pc:sldMk cId="2873044372" sldId="295"/>
            <ac:inkMk id="18" creationId="{058EB163-7E08-F26E-9F29-5BBB95B42844}"/>
          </ac:inkMkLst>
        </pc:inkChg>
      </pc:sldChg>
      <pc:sldChg chg="addSp delSp modSp add mod setBg delDesignElem">
        <pc:chgData name="Esraa Mohamed" userId="32a53f8955a3383c" providerId="LiveId" clId="{F10043CA-7E0C-4C5B-B8AD-80B51C33A480}" dt="2026-09-02T08:27:20.050" v="405" actId="9405"/>
        <pc:sldMkLst>
          <pc:docMk/>
          <pc:sldMk cId="3586980795" sldId="296"/>
        </pc:sldMkLst>
        <pc:spChg chg="del">
          <ac:chgData name="Esraa Mohamed" userId="32a53f8955a3383c" providerId="LiveId" clId="{F10043CA-7E0C-4C5B-B8AD-80B51C33A480}" dt="2026-09-02T06:29:04.103" v="217"/>
          <ac:spMkLst>
            <pc:docMk/>
            <pc:sldMk cId="3586980795" sldId="296"/>
            <ac:spMk id="8" creationId="{42A4FC2C-047E-45A5-965D-8E1E3BF09BC6}"/>
          </ac:spMkLst>
        </pc:spChg>
        <pc:grpChg chg="del mod">
          <ac:chgData name="Esraa Mohamed" userId="32a53f8955a3383c" providerId="LiveId" clId="{F10043CA-7E0C-4C5B-B8AD-80B51C33A480}" dt="2026-09-02T08:26:29.633" v="397"/>
          <ac:grpSpMkLst>
            <pc:docMk/>
            <pc:sldMk cId="3586980795" sldId="296"/>
            <ac:grpSpMk id="11" creationId="{68BFE5CD-DAC6-6700-B7C8-B9983BEA4639}"/>
          </ac:grpSpMkLst>
        </pc:grpChg>
        <pc:grpChg chg="mod">
          <ac:chgData name="Esraa Mohamed" userId="32a53f8955a3383c" providerId="LiveId" clId="{F10043CA-7E0C-4C5B-B8AD-80B51C33A480}" dt="2026-09-02T08:26:29.633" v="397"/>
          <ac:grpSpMkLst>
            <pc:docMk/>
            <pc:sldMk cId="3586980795" sldId="296"/>
            <ac:grpSpMk id="16" creationId="{141236AC-036E-7FFB-7BAC-1A4F4E72521C}"/>
          </ac:grpSpMkLst>
        </pc:grpChg>
        <pc:inkChg chg="add">
          <ac:chgData name="Esraa Mohamed" userId="32a53f8955a3383c" providerId="LiveId" clId="{F10043CA-7E0C-4C5B-B8AD-80B51C33A480}" dt="2026-09-02T08:25:46.915" v="384" actId="9405"/>
          <ac:inkMkLst>
            <pc:docMk/>
            <pc:sldMk cId="3586980795" sldId="296"/>
            <ac:inkMk id="2" creationId="{D862516F-BC01-168B-E8C2-F2680539FB7B}"/>
          </ac:inkMkLst>
        </pc:inkChg>
        <pc:inkChg chg="add del">
          <ac:chgData name="Esraa Mohamed" userId="32a53f8955a3383c" providerId="LiveId" clId="{F10043CA-7E0C-4C5B-B8AD-80B51C33A480}" dt="2026-09-02T08:25:49.933" v="386"/>
          <ac:inkMkLst>
            <pc:docMk/>
            <pc:sldMk cId="3586980795" sldId="296"/>
            <ac:inkMk id="4" creationId="{96069FB1-F35C-4706-FC59-D41C28FD4189}"/>
          </ac:inkMkLst>
        </pc:inkChg>
        <pc:inkChg chg="add">
          <ac:chgData name="Esraa Mohamed" userId="32a53f8955a3383c" providerId="LiveId" clId="{F10043CA-7E0C-4C5B-B8AD-80B51C33A480}" dt="2026-09-02T08:25:49.933" v="386"/>
          <ac:inkMkLst>
            <pc:docMk/>
            <pc:sldMk cId="3586980795" sldId="296"/>
            <ac:inkMk id="5" creationId="{20FD2CCB-A3AA-635D-114B-76BF4DB4F426}"/>
          </ac:inkMkLst>
        </pc:inkChg>
        <pc:inkChg chg="add">
          <ac:chgData name="Esraa Mohamed" userId="32a53f8955a3383c" providerId="LiveId" clId="{F10043CA-7E0C-4C5B-B8AD-80B51C33A480}" dt="2026-09-02T08:25:54.163" v="387" actId="9405"/>
          <ac:inkMkLst>
            <pc:docMk/>
            <pc:sldMk cId="3586980795" sldId="296"/>
            <ac:inkMk id="6" creationId="{1C1ACF5C-9DBB-C087-FCD9-95F8BC761EC4}"/>
          </ac:inkMkLst>
        </pc:inkChg>
        <pc:inkChg chg="add del">
          <ac:chgData name="Esraa Mohamed" userId="32a53f8955a3383c" providerId="LiveId" clId="{F10043CA-7E0C-4C5B-B8AD-80B51C33A480}" dt="2026-09-02T08:25:56.624" v="389"/>
          <ac:inkMkLst>
            <pc:docMk/>
            <pc:sldMk cId="3586980795" sldId="296"/>
            <ac:inkMk id="7" creationId="{653A89A2-3D60-C883-2C2F-D29B9D3C68FB}"/>
          </ac:inkMkLst>
        </pc:inkChg>
        <pc:inkChg chg="add">
          <ac:chgData name="Esraa Mohamed" userId="32a53f8955a3383c" providerId="LiveId" clId="{F10043CA-7E0C-4C5B-B8AD-80B51C33A480}" dt="2026-09-02T08:25:56.624" v="389"/>
          <ac:inkMkLst>
            <pc:docMk/>
            <pc:sldMk cId="3586980795" sldId="296"/>
            <ac:inkMk id="8" creationId="{7779FC26-7568-9A22-BF2F-126E77947DB3}"/>
          </ac:inkMkLst>
        </pc:inkChg>
        <pc:inkChg chg="add mod">
          <ac:chgData name="Esraa Mohamed" userId="32a53f8955a3383c" providerId="LiveId" clId="{F10043CA-7E0C-4C5B-B8AD-80B51C33A480}" dt="2026-09-02T08:26:29.633" v="397"/>
          <ac:inkMkLst>
            <pc:docMk/>
            <pc:sldMk cId="3586980795" sldId="296"/>
            <ac:inkMk id="9" creationId="{8DAF0E33-B138-B37E-55EA-C1A79BF07D36}"/>
          </ac:inkMkLst>
        </pc:inkChg>
        <pc:inkChg chg="add mod">
          <ac:chgData name="Esraa Mohamed" userId="32a53f8955a3383c" providerId="LiveId" clId="{F10043CA-7E0C-4C5B-B8AD-80B51C33A480}" dt="2026-09-02T08:26:29.633" v="397"/>
          <ac:inkMkLst>
            <pc:docMk/>
            <pc:sldMk cId="3586980795" sldId="296"/>
            <ac:inkMk id="10" creationId="{0186A9DB-84E0-A362-1431-67A4E727B4F4}"/>
          </ac:inkMkLst>
        </pc:inkChg>
        <pc:inkChg chg="add del">
          <ac:chgData name="Esraa Mohamed" userId="32a53f8955a3383c" providerId="LiveId" clId="{F10043CA-7E0C-4C5B-B8AD-80B51C33A480}" dt="2026-09-02T08:26:19.527" v="394"/>
          <ac:inkMkLst>
            <pc:docMk/>
            <pc:sldMk cId="3586980795" sldId="296"/>
            <ac:inkMk id="12" creationId="{227A9F00-33B1-B0D8-C4AA-BB4647470B98}"/>
          </ac:inkMkLst>
        </pc:inkChg>
        <pc:inkChg chg="add">
          <ac:chgData name="Esraa Mohamed" userId="32a53f8955a3383c" providerId="LiveId" clId="{F10043CA-7E0C-4C5B-B8AD-80B51C33A480}" dt="2026-09-02T08:26:19.527" v="394"/>
          <ac:inkMkLst>
            <pc:docMk/>
            <pc:sldMk cId="3586980795" sldId="296"/>
            <ac:inkMk id="13" creationId="{933F804E-BD6A-6D63-EC93-D1338F9CFFC1}"/>
          </ac:inkMkLst>
        </pc:inkChg>
        <pc:inkChg chg="add">
          <ac:chgData name="Esraa Mohamed" userId="32a53f8955a3383c" providerId="LiveId" clId="{F10043CA-7E0C-4C5B-B8AD-80B51C33A480}" dt="2026-09-02T08:26:25.037" v="395" actId="9405"/>
          <ac:inkMkLst>
            <pc:docMk/>
            <pc:sldMk cId="3586980795" sldId="296"/>
            <ac:inkMk id="14" creationId="{0ACA7A56-DA39-2AD8-497C-A4189BB4FCA5}"/>
          </ac:inkMkLst>
        </pc:inkChg>
        <pc:inkChg chg="add mod">
          <ac:chgData name="Esraa Mohamed" userId="32a53f8955a3383c" providerId="LiveId" clId="{F10043CA-7E0C-4C5B-B8AD-80B51C33A480}" dt="2026-09-02T08:26:29.633" v="397"/>
          <ac:inkMkLst>
            <pc:docMk/>
            <pc:sldMk cId="3586980795" sldId="296"/>
            <ac:inkMk id="15" creationId="{83AF7266-8C01-ED3B-3ECF-F1C45AEBC3DA}"/>
          </ac:inkMkLst>
        </pc:inkChg>
        <pc:inkChg chg="add del">
          <ac:chgData name="Esraa Mohamed" userId="32a53f8955a3383c" providerId="LiveId" clId="{F10043CA-7E0C-4C5B-B8AD-80B51C33A480}" dt="2026-09-02T08:26:37.973" v="399"/>
          <ac:inkMkLst>
            <pc:docMk/>
            <pc:sldMk cId="3586980795" sldId="296"/>
            <ac:inkMk id="17" creationId="{21FE6C35-EE36-A8B8-1A34-0A859194A408}"/>
          </ac:inkMkLst>
        </pc:inkChg>
        <pc:inkChg chg="add">
          <ac:chgData name="Esraa Mohamed" userId="32a53f8955a3383c" providerId="LiveId" clId="{F10043CA-7E0C-4C5B-B8AD-80B51C33A480}" dt="2026-09-02T08:26:37.973" v="399"/>
          <ac:inkMkLst>
            <pc:docMk/>
            <pc:sldMk cId="3586980795" sldId="296"/>
            <ac:inkMk id="18" creationId="{E48E407C-1BCD-59FD-CBA8-0FDCDC0073BD}"/>
          </ac:inkMkLst>
        </pc:inkChg>
        <pc:inkChg chg="add del">
          <ac:chgData name="Esraa Mohamed" userId="32a53f8955a3383c" providerId="LiveId" clId="{F10043CA-7E0C-4C5B-B8AD-80B51C33A480}" dt="2026-09-02T08:26:46.037" v="401"/>
          <ac:inkMkLst>
            <pc:docMk/>
            <pc:sldMk cId="3586980795" sldId="296"/>
            <ac:inkMk id="19" creationId="{843347B5-57B7-DFA1-BAB0-FCAA90DAB33A}"/>
          </ac:inkMkLst>
        </pc:inkChg>
        <pc:inkChg chg="add">
          <ac:chgData name="Esraa Mohamed" userId="32a53f8955a3383c" providerId="LiveId" clId="{F10043CA-7E0C-4C5B-B8AD-80B51C33A480}" dt="2026-09-02T08:26:46.037" v="401"/>
          <ac:inkMkLst>
            <pc:docMk/>
            <pc:sldMk cId="3586980795" sldId="296"/>
            <ac:inkMk id="20" creationId="{4101A41E-F40D-F047-98CE-7A38C4DB2584}"/>
          </ac:inkMkLst>
        </pc:inkChg>
        <pc:inkChg chg="add">
          <ac:chgData name="Esraa Mohamed" userId="32a53f8955a3383c" providerId="LiveId" clId="{F10043CA-7E0C-4C5B-B8AD-80B51C33A480}" dt="2026-09-02T08:26:55.336" v="402" actId="9405"/>
          <ac:inkMkLst>
            <pc:docMk/>
            <pc:sldMk cId="3586980795" sldId="296"/>
            <ac:inkMk id="21" creationId="{D125DD7F-01FA-32E1-E1D1-3DCDB7F4AA63}"/>
          </ac:inkMkLst>
        </pc:inkChg>
        <pc:inkChg chg="add">
          <ac:chgData name="Esraa Mohamed" userId="32a53f8955a3383c" providerId="LiveId" clId="{F10043CA-7E0C-4C5B-B8AD-80B51C33A480}" dt="2026-09-02T08:26:59.917" v="403" actId="9405"/>
          <ac:inkMkLst>
            <pc:docMk/>
            <pc:sldMk cId="3586980795" sldId="296"/>
            <ac:inkMk id="22" creationId="{0A421F5F-DEF4-7AEF-33B2-7552C3A102C9}"/>
          </ac:inkMkLst>
        </pc:inkChg>
        <pc:inkChg chg="add">
          <ac:chgData name="Esraa Mohamed" userId="32a53f8955a3383c" providerId="LiveId" clId="{F10043CA-7E0C-4C5B-B8AD-80B51C33A480}" dt="2026-09-02T08:27:06.758" v="404" actId="9405"/>
          <ac:inkMkLst>
            <pc:docMk/>
            <pc:sldMk cId="3586980795" sldId="296"/>
            <ac:inkMk id="23" creationId="{364C7748-EC5C-0264-8C96-506E556B2068}"/>
          </ac:inkMkLst>
        </pc:inkChg>
        <pc:inkChg chg="add">
          <ac:chgData name="Esraa Mohamed" userId="32a53f8955a3383c" providerId="LiveId" clId="{F10043CA-7E0C-4C5B-B8AD-80B51C33A480}" dt="2026-09-02T08:27:20.050" v="405" actId="9405"/>
          <ac:inkMkLst>
            <pc:docMk/>
            <pc:sldMk cId="3586980795" sldId="296"/>
            <ac:inkMk id="24" creationId="{00A1F6DC-86F8-7150-D1A9-C7A609D494EB}"/>
          </ac:inkMkLst>
        </pc:inkChg>
      </pc:sldChg>
      <pc:sldChg chg="delSp add del setBg delDesignElem">
        <pc:chgData name="Esraa Mohamed" userId="32a53f8955a3383c" providerId="LiveId" clId="{F10043CA-7E0C-4C5B-B8AD-80B51C33A480}" dt="2026-09-02T07:01:35.251" v="259" actId="2696"/>
        <pc:sldMkLst>
          <pc:docMk/>
          <pc:sldMk cId="192814223" sldId="297"/>
        </pc:sldMkLst>
        <pc:spChg chg="del">
          <ac:chgData name="Esraa Mohamed" userId="32a53f8955a3383c" providerId="LiveId" clId="{F10043CA-7E0C-4C5B-B8AD-80B51C33A480}" dt="2026-09-02T06:29:04.103" v="217"/>
          <ac:spMkLst>
            <pc:docMk/>
            <pc:sldMk cId="192814223" sldId="297"/>
            <ac:spMk id="8" creationId="{42A4FC2C-047E-45A5-965D-8E1E3BF09BC6}"/>
          </ac:spMkLst>
        </pc:spChg>
      </pc:sldChg>
      <pc:sldChg chg="addSp delSp modSp add mod">
        <pc:chgData name="Esraa Mohamed" userId="32a53f8955a3383c" providerId="LiveId" clId="{F10043CA-7E0C-4C5B-B8AD-80B51C33A480}" dt="2026-09-02T09:36:20.851" v="560"/>
        <pc:sldMkLst>
          <pc:docMk/>
          <pc:sldMk cId="638651118" sldId="297"/>
        </pc:sldMkLst>
        <pc:grpChg chg="mod">
          <ac:chgData name="Esraa Mohamed" userId="32a53f8955a3383c" providerId="LiveId" clId="{F10043CA-7E0C-4C5B-B8AD-80B51C33A480}" dt="2026-09-02T09:34:11.942" v="525"/>
          <ac:grpSpMkLst>
            <pc:docMk/>
            <pc:sldMk cId="638651118" sldId="297"/>
            <ac:grpSpMk id="6" creationId="{87446BD8-CD7A-561C-F203-57EB63128A62}"/>
          </ac:grpSpMkLst>
        </pc:grpChg>
        <pc:grpChg chg="mod">
          <ac:chgData name="Esraa Mohamed" userId="32a53f8955a3383c" providerId="LiveId" clId="{F10043CA-7E0C-4C5B-B8AD-80B51C33A480}" dt="2026-09-02T09:34:44.064" v="534"/>
          <ac:grpSpMkLst>
            <pc:docMk/>
            <pc:sldMk cId="638651118" sldId="297"/>
            <ac:grpSpMk id="14" creationId="{3DAB3E00-73F3-29EE-F005-060225836F64}"/>
          </ac:grpSpMkLst>
        </pc:grpChg>
        <pc:grpChg chg="mod">
          <ac:chgData name="Esraa Mohamed" userId="32a53f8955a3383c" providerId="LiveId" clId="{F10043CA-7E0C-4C5B-B8AD-80B51C33A480}" dt="2026-09-02T09:34:51.644" v="537"/>
          <ac:grpSpMkLst>
            <pc:docMk/>
            <pc:sldMk cId="638651118" sldId="297"/>
            <ac:grpSpMk id="17" creationId="{539823AD-0F8C-B1F4-9563-EAD0F52A85E4}"/>
          </ac:grpSpMkLst>
        </pc:grpChg>
        <pc:grpChg chg="del mod">
          <ac:chgData name="Esraa Mohamed" userId="32a53f8955a3383c" providerId="LiveId" clId="{F10043CA-7E0C-4C5B-B8AD-80B51C33A480}" dt="2026-09-02T09:36:14.563" v="558"/>
          <ac:grpSpMkLst>
            <pc:docMk/>
            <pc:sldMk cId="638651118" sldId="297"/>
            <ac:grpSpMk id="29" creationId="{DB3F8250-AC1F-F523-9E43-A95687D5F896}"/>
          </ac:grpSpMkLst>
        </pc:grpChg>
        <pc:grpChg chg="mod">
          <ac:chgData name="Esraa Mohamed" userId="32a53f8955a3383c" providerId="LiveId" clId="{F10043CA-7E0C-4C5B-B8AD-80B51C33A480}" dt="2026-09-02T09:36:14.563" v="558"/>
          <ac:grpSpMkLst>
            <pc:docMk/>
            <pc:sldMk cId="638651118" sldId="297"/>
            <ac:grpSpMk id="37" creationId="{74D61595-920E-F28A-15C3-494326EEBA88}"/>
          </ac:grpSpMkLst>
        </pc:grpChg>
        <pc:inkChg chg="add">
          <ac:chgData name="Esraa Mohamed" userId="32a53f8955a3383c" providerId="LiveId" clId="{F10043CA-7E0C-4C5B-B8AD-80B51C33A480}" dt="2026-09-02T09:30:50.272" v="522" actId="9405"/>
          <ac:inkMkLst>
            <pc:docMk/>
            <pc:sldMk cId="638651118" sldId="297"/>
            <ac:inkMk id="2" creationId="{F2A0FE24-31C7-9C1B-E4AB-7CA44492598D}"/>
          </ac:inkMkLst>
        </pc:inkChg>
        <pc:inkChg chg="add mod">
          <ac:chgData name="Esraa Mohamed" userId="32a53f8955a3383c" providerId="LiveId" clId="{F10043CA-7E0C-4C5B-B8AD-80B51C33A480}" dt="2026-09-02T09:34:11.942" v="525"/>
          <ac:inkMkLst>
            <pc:docMk/>
            <pc:sldMk cId="638651118" sldId="297"/>
            <ac:inkMk id="4" creationId="{AFE5B81A-EB04-051F-F162-B010D1685B01}"/>
          </ac:inkMkLst>
        </pc:inkChg>
        <pc:inkChg chg="add mod">
          <ac:chgData name="Esraa Mohamed" userId="32a53f8955a3383c" providerId="LiveId" clId="{F10043CA-7E0C-4C5B-B8AD-80B51C33A480}" dt="2026-09-02T09:34:11.942" v="525"/>
          <ac:inkMkLst>
            <pc:docMk/>
            <pc:sldMk cId="638651118" sldId="297"/>
            <ac:inkMk id="5" creationId="{65CA44DE-8A77-FB3D-0FEF-53EA1B530EAC}"/>
          </ac:inkMkLst>
        </pc:inkChg>
        <pc:inkChg chg="add del">
          <ac:chgData name="Esraa Mohamed" userId="32a53f8955a3383c" providerId="LiveId" clId="{F10043CA-7E0C-4C5B-B8AD-80B51C33A480}" dt="2026-09-02T09:34:27.154" v="527"/>
          <ac:inkMkLst>
            <pc:docMk/>
            <pc:sldMk cId="638651118" sldId="297"/>
            <ac:inkMk id="7" creationId="{631FBD6E-73E2-0711-C9A3-29B8E70695F0}"/>
          </ac:inkMkLst>
        </pc:inkChg>
        <pc:inkChg chg="add mod">
          <ac:chgData name="Esraa Mohamed" userId="32a53f8955a3383c" providerId="LiveId" clId="{F10043CA-7E0C-4C5B-B8AD-80B51C33A480}" dt="2026-09-02T09:34:27.791" v="528"/>
          <ac:inkMkLst>
            <pc:docMk/>
            <pc:sldMk cId="638651118" sldId="297"/>
            <ac:inkMk id="8" creationId="{7309E359-4144-1E05-1DED-4F0BD0971E15}"/>
          </ac:inkMkLst>
        </pc:inkChg>
        <pc:inkChg chg="add">
          <ac:chgData name="Esraa Mohamed" userId="32a53f8955a3383c" providerId="LiveId" clId="{F10043CA-7E0C-4C5B-B8AD-80B51C33A480}" dt="2026-09-02T09:34:31.216" v="529" actId="9405"/>
          <ac:inkMkLst>
            <pc:docMk/>
            <pc:sldMk cId="638651118" sldId="297"/>
            <ac:inkMk id="9" creationId="{AB28CC3B-A63E-3011-3C88-000162437843}"/>
          </ac:inkMkLst>
        </pc:inkChg>
        <pc:inkChg chg="add del">
          <ac:chgData name="Esraa Mohamed" userId="32a53f8955a3383c" providerId="LiveId" clId="{F10043CA-7E0C-4C5B-B8AD-80B51C33A480}" dt="2026-09-02T09:34:37.126" v="531"/>
          <ac:inkMkLst>
            <pc:docMk/>
            <pc:sldMk cId="638651118" sldId="297"/>
            <ac:inkMk id="10" creationId="{DD39098E-BB9B-41D5-BD8F-7F1F515EE97A}"/>
          </ac:inkMkLst>
        </pc:inkChg>
        <pc:inkChg chg="add">
          <ac:chgData name="Esraa Mohamed" userId="32a53f8955a3383c" providerId="LiveId" clId="{F10043CA-7E0C-4C5B-B8AD-80B51C33A480}" dt="2026-09-02T09:34:37.126" v="531"/>
          <ac:inkMkLst>
            <pc:docMk/>
            <pc:sldMk cId="638651118" sldId="297"/>
            <ac:inkMk id="11" creationId="{277E2930-E115-E943-4D42-AD8BFBB9AFC1}"/>
          </ac:inkMkLst>
        </pc:inkChg>
        <pc:inkChg chg="add mod">
          <ac:chgData name="Esraa Mohamed" userId="32a53f8955a3383c" providerId="LiveId" clId="{F10043CA-7E0C-4C5B-B8AD-80B51C33A480}" dt="2026-09-02T09:34:44.064" v="534"/>
          <ac:inkMkLst>
            <pc:docMk/>
            <pc:sldMk cId="638651118" sldId="297"/>
            <ac:inkMk id="12" creationId="{E91A71CB-CEA8-4354-F26A-8764205BCEED}"/>
          </ac:inkMkLst>
        </pc:inkChg>
        <pc:inkChg chg="add mod">
          <ac:chgData name="Esraa Mohamed" userId="32a53f8955a3383c" providerId="LiveId" clId="{F10043CA-7E0C-4C5B-B8AD-80B51C33A480}" dt="2026-09-02T09:34:44.064" v="534"/>
          <ac:inkMkLst>
            <pc:docMk/>
            <pc:sldMk cId="638651118" sldId="297"/>
            <ac:inkMk id="13" creationId="{32DFDF62-1124-AE14-1728-023E1EF25453}"/>
          </ac:inkMkLst>
        </pc:inkChg>
        <pc:inkChg chg="add mod">
          <ac:chgData name="Esraa Mohamed" userId="32a53f8955a3383c" providerId="LiveId" clId="{F10043CA-7E0C-4C5B-B8AD-80B51C33A480}" dt="2026-09-02T09:34:51.644" v="537"/>
          <ac:inkMkLst>
            <pc:docMk/>
            <pc:sldMk cId="638651118" sldId="297"/>
            <ac:inkMk id="15" creationId="{2DAAA5E3-9CDE-6359-4827-64200F702329}"/>
          </ac:inkMkLst>
        </pc:inkChg>
        <pc:inkChg chg="add mod">
          <ac:chgData name="Esraa Mohamed" userId="32a53f8955a3383c" providerId="LiveId" clId="{F10043CA-7E0C-4C5B-B8AD-80B51C33A480}" dt="2026-09-02T09:34:51.644" v="537"/>
          <ac:inkMkLst>
            <pc:docMk/>
            <pc:sldMk cId="638651118" sldId="297"/>
            <ac:inkMk id="16" creationId="{9D13DF55-D8B7-9239-C756-5DC77833AA44}"/>
          </ac:inkMkLst>
        </pc:inkChg>
        <pc:inkChg chg="add del">
          <ac:chgData name="Esraa Mohamed" userId="32a53f8955a3383c" providerId="LiveId" clId="{F10043CA-7E0C-4C5B-B8AD-80B51C33A480}" dt="2026-09-02T09:35:15.592" v="539"/>
          <ac:inkMkLst>
            <pc:docMk/>
            <pc:sldMk cId="638651118" sldId="297"/>
            <ac:inkMk id="18" creationId="{3E475E69-CED3-9CA8-7F6F-FFC6B739E7E2}"/>
          </ac:inkMkLst>
        </pc:inkChg>
        <pc:inkChg chg="add mod">
          <ac:chgData name="Esraa Mohamed" userId="32a53f8955a3383c" providerId="LiveId" clId="{F10043CA-7E0C-4C5B-B8AD-80B51C33A480}" dt="2026-09-02T09:35:17.624" v="540"/>
          <ac:inkMkLst>
            <pc:docMk/>
            <pc:sldMk cId="638651118" sldId="297"/>
            <ac:inkMk id="19" creationId="{903668CC-6FB1-41F7-4EA3-CA46F7849249}"/>
          </ac:inkMkLst>
        </pc:inkChg>
        <pc:inkChg chg="add del">
          <ac:chgData name="Esraa Mohamed" userId="32a53f8955a3383c" providerId="LiveId" clId="{F10043CA-7E0C-4C5B-B8AD-80B51C33A480}" dt="2026-09-02T09:35:24.717" v="542"/>
          <ac:inkMkLst>
            <pc:docMk/>
            <pc:sldMk cId="638651118" sldId="297"/>
            <ac:inkMk id="20" creationId="{5BCB9747-CE83-9D1F-6F8B-1127AF225576}"/>
          </ac:inkMkLst>
        </pc:inkChg>
        <pc:inkChg chg="add">
          <ac:chgData name="Esraa Mohamed" userId="32a53f8955a3383c" providerId="LiveId" clId="{F10043CA-7E0C-4C5B-B8AD-80B51C33A480}" dt="2026-09-02T09:35:24.717" v="542"/>
          <ac:inkMkLst>
            <pc:docMk/>
            <pc:sldMk cId="638651118" sldId="297"/>
            <ac:inkMk id="21" creationId="{E644AB20-1DF6-7BB3-D305-574B74751013}"/>
          </ac:inkMkLst>
        </pc:inkChg>
        <pc:inkChg chg="add del">
          <ac:chgData name="Esraa Mohamed" userId="32a53f8955a3383c" providerId="LiveId" clId="{F10043CA-7E0C-4C5B-B8AD-80B51C33A480}" dt="2026-09-02T09:35:28.126" v="544"/>
          <ac:inkMkLst>
            <pc:docMk/>
            <pc:sldMk cId="638651118" sldId="297"/>
            <ac:inkMk id="22" creationId="{A051E207-7C44-44B5-0990-2361BB1925CD}"/>
          </ac:inkMkLst>
        </pc:inkChg>
        <pc:inkChg chg="add">
          <ac:chgData name="Esraa Mohamed" userId="32a53f8955a3383c" providerId="LiveId" clId="{F10043CA-7E0C-4C5B-B8AD-80B51C33A480}" dt="2026-09-02T09:35:28.126" v="544"/>
          <ac:inkMkLst>
            <pc:docMk/>
            <pc:sldMk cId="638651118" sldId="297"/>
            <ac:inkMk id="23" creationId="{CBEEB8D7-C27D-6CAF-81E0-3E3D19221775}"/>
          </ac:inkMkLst>
        </pc:inkChg>
        <pc:inkChg chg="add">
          <ac:chgData name="Esraa Mohamed" userId="32a53f8955a3383c" providerId="LiveId" clId="{F10043CA-7E0C-4C5B-B8AD-80B51C33A480}" dt="2026-09-02T09:35:32.748" v="545" actId="9405"/>
          <ac:inkMkLst>
            <pc:docMk/>
            <pc:sldMk cId="638651118" sldId="297"/>
            <ac:inkMk id="24" creationId="{1269B62B-B217-A826-247D-18BC449EF531}"/>
          </ac:inkMkLst>
        </pc:inkChg>
        <pc:inkChg chg="add">
          <ac:chgData name="Esraa Mohamed" userId="32a53f8955a3383c" providerId="LiveId" clId="{F10043CA-7E0C-4C5B-B8AD-80B51C33A480}" dt="2026-09-02T09:35:36.732" v="546" actId="9405"/>
          <ac:inkMkLst>
            <pc:docMk/>
            <pc:sldMk cId="638651118" sldId="297"/>
            <ac:inkMk id="25" creationId="{5629F366-667A-36C1-B61A-E80C35FC0EB1}"/>
          </ac:inkMkLst>
        </pc:inkChg>
        <pc:inkChg chg="add">
          <ac:chgData name="Esraa Mohamed" userId="32a53f8955a3383c" providerId="LiveId" clId="{F10043CA-7E0C-4C5B-B8AD-80B51C33A480}" dt="2026-09-02T09:35:40.262" v="547" actId="9405"/>
          <ac:inkMkLst>
            <pc:docMk/>
            <pc:sldMk cId="638651118" sldId="297"/>
            <ac:inkMk id="26" creationId="{DF8C4361-1045-0CEE-B1DD-2DB4E780489B}"/>
          </ac:inkMkLst>
        </pc:inkChg>
        <pc:inkChg chg="add mod">
          <ac:chgData name="Esraa Mohamed" userId="32a53f8955a3383c" providerId="LiveId" clId="{F10043CA-7E0C-4C5B-B8AD-80B51C33A480}" dt="2026-09-02T09:36:14.563" v="558"/>
          <ac:inkMkLst>
            <pc:docMk/>
            <pc:sldMk cId="638651118" sldId="297"/>
            <ac:inkMk id="27" creationId="{72D6F4EB-223E-6A5C-45D1-1DAF3E6B5B80}"/>
          </ac:inkMkLst>
        </pc:inkChg>
        <pc:inkChg chg="add mod">
          <ac:chgData name="Esraa Mohamed" userId="32a53f8955a3383c" providerId="LiveId" clId="{F10043CA-7E0C-4C5B-B8AD-80B51C33A480}" dt="2026-09-02T09:36:14.563" v="558"/>
          <ac:inkMkLst>
            <pc:docMk/>
            <pc:sldMk cId="638651118" sldId="297"/>
            <ac:inkMk id="28" creationId="{D538E870-396D-68E9-45B2-FFF429968C7A}"/>
          </ac:inkMkLst>
        </pc:inkChg>
        <pc:inkChg chg="add del">
          <ac:chgData name="Esraa Mohamed" userId="32a53f8955a3383c" providerId="LiveId" clId="{F10043CA-7E0C-4C5B-B8AD-80B51C33A480}" dt="2026-09-02T09:35:50.322" v="552"/>
          <ac:inkMkLst>
            <pc:docMk/>
            <pc:sldMk cId="638651118" sldId="297"/>
            <ac:inkMk id="30" creationId="{38666815-E70E-CBAA-2A7E-7F7F76328621}"/>
          </ac:inkMkLst>
        </pc:inkChg>
        <pc:inkChg chg="add">
          <ac:chgData name="Esraa Mohamed" userId="32a53f8955a3383c" providerId="LiveId" clId="{F10043CA-7E0C-4C5B-B8AD-80B51C33A480}" dt="2026-09-02T09:35:50.322" v="552"/>
          <ac:inkMkLst>
            <pc:docMk/>
            <pc:sldMk cId="638651118" sldId="297"/>
            <ac:inkMk id="31" creationId="{30CC91E9-4607-DB5B-0C6C-F5A6C87D00DC}"/>
          </ac:inkMkLst>
        </pc:inkChg>
        <pc:inkChg chg="add">
          <ac:chgData name="Esraa Mohamed" userId="32a53f8955a3383c" providerId="LiveId" clId="{F10043CA-7E0C-4C5B-B8AD-80B51C33A480}" dt="2026-09-02T09:35:59.521" v="553" actId="9405"/>
          <ac:inkMkLst>
            <pc:docMk/>
            <pc:sldMk cId="638651118" sldId="297"/>
            <ac:inkMk id="32" creationId="{5F2E1B50-4B9A-7763-97E3-9E3498867C1C}"/>
          </ac:inkMkLst>
        </pc:inkChg>
        <pc:inkChg chg="add del">
          <ac:chgData name="Esraa Mohamed" userId="32a53f8955a3383c" providerId="LiveId" clId="{F10043CA-7E0C-4C5B-B8AD-80B51C33A480}" dt="2026-09-02T09:36:04.320" v="555"/>
          <ac:inkMkLst>
            <pc:docMk/>
            <pc:sldMk cId="638651118" sldId="297"/>
            <ac:inkMk id="33" creationId="{6599C085-22BE-0495-8D32-9B000733B8FC}"/>
          </ac:inkMkLst>
        </pc:inkChg>
        <pc:inkChg chg="add">
          <ac:chgData name="Esraa Mohamed" userId="32a53f8955a3383c" providerId="LiveId" clId="{F10043CA-7E0C-4C5B-B8AD-80B51C33A480}" dt="2026-09-02T09:36:04.320" v="555"/>
          <ac:inkMkLst>
            <pc:docMk/>
            <pc:sldMk cId="638651118" sldId="297"/>
            <ac:inkMk id="34" creationId="{E70CE4A5-E330-B301-27AE-F20F4E57FBC5}"/>
          </ac:inkMkLst>
        </pc:inkChg>
        <pc:inkChg chg="add">
          <ac:chgData name="Esraa Mohamed" userId="32a53f8955a3383c" providerId="LiveId" clId="{F10043CA-7E0C-4C5B-B8AD-80B51C33A480}" dt="2026-09-02T09:36:10.917" v="556" actId="9405"/>
          <ac:inkMkLst>
            <pc:docMk/>
            <pc:sldMk cId="638651118" sldId="297"/>
            <ac:inkMk id="35" creationId="{60EC62A6-01F6-55C9-59B9-A6EECDD27410}"/>
          </ac:inkMkLst>
        </pc:inkChg>
        <pc:inkChg chg="add mod">
          <ac:chgData name="Esraa Mohamed" userId="32a53f8955a3383c" providerId="LiveId" clId="{F10043CA-7E0C-4C5B-B8AD-80B51C33A480}" dt="2026-09-02T09:36:14.563" v="558"/>
          <ac:inkMkLst>
            <pc:docMk/>
            <pc:sldMk cId="638651118" sldId="297"/>
            <ac:inkMk id="36" creationId="{B8AD45BE-D710-574D-D9C8-BD2D51F1DF63}"/>
          </ac:inkMkLst>
        </pc:inkChg>
        <pc:inkChg chg="add del">
          <ac:chgData name="Esraa Mohamed" userId="32a53f8955a3383c" providerId="LiveId" clId="{F10043CA-7E0C-4C5B-B8AD-80B51C33A480}" dt="2026-09-02T09:36:20.851" v="560"/>
          <ac:inkMkLst>
            <pc:docMk/>
            <pc:sldMk cId="638651118" sldId="297"/>
            <ac:inkMk id="38" creationId="{3943864E-90B7-A219-BDCC-28F2A3483F70}"/>
          </ac:inkMkLst>
        </pc:inkChg>
        <pc:inkChg chg="add">
          <ac:chgData name="Esraa Mohamed" userId="32a53f8955a3383c" providerId="LiveId" clId="{F10043CA-7E0C-4C5B-B8AD-80B51C33A480}" dt="2026-09-02T09:36:20.851" v="560"/>
          <ac:inkMkLst>
            <pc:docMk/>
            <pc:sldMk cId="638651118" sldId="297"/>
            <ac:inkMk id="39" creationId="{755C5D5A-D58F-1616-0129-9130391E1640}"/>
          </ac:inkMkLst>
        </pc:inkChg>
      </pc:sldChg>
      <pc:sldChg chg="addSp delSp modSp add mod setBg delDesignElem">
        <pc:chgData name="Esraa Mohamed" userId="32a53f8955a3383c" providerId="LiveId" clId="{F10043CA-7E0C-4C5B-B8AD-80B51C33A480}" dt="2026-09-02T09:38:15.042" v="574"/>
        <pc:sldMkLst>
          <pc:docMk/>
          <pc:sldMk cId="1331078747" sldId="298"/>
        </pc:sldMkLst>
        <pc:spChg chg="del">
          <ac:chgData name="Esraa Mohamed" userId="32a53f8955a3383c" providerId="LiveId" clId="{F10043CA-7E0C-4C5B-B8AD-80B51C33A480}" dt="2026-09-02T06:29:04.103" v="217"/>
          <ac:spMkLst>
            <pc:docMk/>
            <pc:sldMk cId="1331078747" sldId="298"/>
            <ac:spMk id="8" creationId="{42A4FC2C-047E-45A5-965D-8E1E3BF09BC6}"/>
          </ac:spMkLst>
        </pc:spChg>
        <pc:grpChg chg="del mod">
          <ac:chgData name="Esraa Mohamed" userId="32a53f8955a3383c" providerId="LiveId" clId="{F10043CA-7E0C-4C5B-B8AD-80B51C33A480}" dt="2026-09-02T09:38:15.042" v="574"/>
          <ac:grpSpMkLst>
            <pc:docMk/>
            <pc:sldMk cId="1331078747" sldId="298"/>
            <ac:grpSpMk id="11" creationId="{84420DD1-90F4-D5FD-EAB7-D9B1C75DCFDF}"/>
          </ac:grpSpMkLst>
        </pc:grpChg>
        <pc:grpChg chg="mod">
          <ac:chgData name="Esraa Mohamed" userId="32a53f8955a3383c" providerId="LiveId" clId="{F10043CA-7E0C-4C5B-B8AD-80B51C33A480}" dt="2026-09-02T09:38:15.042" v="574"/>
          <ac:grpSpMkLst>
            <pc:docMk/>
            <pc:sldMk cId="1331078747" sldId="298"/>
            <ac:grpSpMk id="15" creationId="{3EC5DB07-F88D-4474-DF9F-07669B4B53FC}"/>
          </ac:grpSpMkLst>
        </pc:grpChg>
        <pc:inkChg chg="add del">
          <ac:chgData name="Esraa Mohamed" userId="32a53f8955a3383c" providerId="LiveId" clId="{F10043CA-7E0C-4C5B-B8AD-80B51C33A480}" dt="2026-09-02T09:36:29.722" v="562"/>
          <ac:inkMkLst>
            <pc:docMk/>
            <pc:sldMk cId="1331078747" sldId="298"/>
            <ac:inkMk id="2" creationId="{5B1EABEB-0C69-D171-A13B-1B944BB44ACC}"/>
          </ac:inkMkLst>
        </pc:inkChg>
        <pc:inkChg chg="add mod">
          <ac:chgData name="Esraa Mohamed" userId="32a53f8955a3383c" providerId="LiveId" clId="{F10043CA-7E0C-4C5B-B8AD-80B51C33A480}" dt="2026-09-02T09:36:31.355" v="563"/>
          <ac:inkMkLst>
            <pc:docMk/>
            <pc:sldMk cId="1331078747" sldId="298"/>
            <ac:inkMk id="4" creationId="{04488767-1AF4-D6B5-8B2A-0B95FBAFEE87}"/>
          </ac:inkMkLst>
        </pc:inkChg>
        <pc:inkChg chg="add del">
          <ac:chgData name="Esraa Mohamed" userId="32a53f8955a3383c" providerId="LiveId" clId="{F10043CA-7E0C-4C5B-B8AD-80B51C33A480}" dt="2026-09-02T09:36:34.189" v="565"/>
          <ac:inkMkLst>
            <pc:docMk/>
            <pc:sldMk cId="1331078747" sldId="298"/>
            <ac:inkMk id="5" creationId="{2EFD09EA-1BD1-26C4-81ED-75EB31805D0A}"/>
          </ac:inkMkLst>
        </pc:inkChg>
        <pc:inkChg chg="add">
          <ac:chgData name="Esraa Mohamed" userId="32a53f8955a3383c" providerId="LiveId" clId="{F10043CA-7E0C-4C5B-B8AD-80B51C33A480}" dt="2026-09-02T09:36:34.189" v="565"/>
          <ac:inkMkLst>
            <pc:docMk/>
            <pc:sldMk cId="1331078747" sldId="298"/>
            <ac:inkMk id="6" creationId="{B9B77A3D-797F-3982-B485-F2EB2D4A10D9}"/>
          </ac:inkMkLst>
        </pc:inkChg>
        <pc:inkChg chg="add del">
          <ac:chgData name="Esraa Mohamed" userId="32a53f8955a3383c" providerId="LiveId" clId="{F10043CA-7E0C-4C5B-B8AD-80B51C33A480}" dt="2026-09-02T09:36:39.577" v="567"/>
          <ac:inkMkLst>
            <pc:docMk/>
            <pc:sldMk cId="1331078747" sldId="298"/>
            <ac:inkMk id="7" creationId="{E8F32C7D-B4FE-75BD-3DAD-69FC5B4EDA8A}"/>
          </ac:inkMkLst>
        </pc:inkChg>
        <pc:inkChg chg="add">
          <ac:chgData name="Esraa Mohamed" userId="32a53f8955a3383c" providerId="LiveId" clId="{F10043CA-7E0C-4C5B-B8AD-80B51C33A480}" dt="2026-09-02T09:36:39.577" v="567"/>
          <ac:inkMkLst>
            <pc:docMk/>
            <pc:sldMk cId="1331078747" sldId="298"/>
            <ac:inkMk id="8" creationId="{377167BA-7E5E-6F04-35DB-DB31AB58A9AA}"/>
          </ac:inkMkLst>
        </pc:inkChg>
        <pc:inkChg chg="add mod">
          <ac:chgData name="Esraa Mohamed" userId="32a53f8955a3383c" providerId="LiveId" clId="{F10043CA-7E0C-4C5B-B8AD-80B51C33A480}" dt="2026-09-02T09:38:15.042" v="574"/>
          <ac:inkMkLst>
            <pc:docMk/>
            <pc:sldMk cId="1331078747" sldId="298"/>
            <ac:inkMk id="9" creationId="{2D93B265-B9C5-A8AF-052F-0C5ADEBDDB0E}"/>
          </ac:inkMkLst>
        </pc:inkChg>
        <pc:inkChg chg="add mod">
          <ac:chgData name="Esraa Mohamed" userId="32a53f8955a3383c" providerId="LiveId" clId="{F10043CA-7E0C-4C5B-B8AD-80B51C33A480}" dt="2026-09-02T09:38:15.042" v="574"/>
          <ac:inkMkLst>
            <pc:docMk/>
            <pc:sldMk cId="1331078747" sldId="298"/>
            <ac:inkMk id="10" creationId="{626A235A-AC86-9831-08D8-D4CC55A86746}"/>
          </ac:inkMkLst>
        </pc:inkChg>
        <pc:inkChg chg="add del">
          <ac:chgData name="Esraa Mohamed" userId="32a53f8955a3383c" providerId="LiveId" clId="{F10043CA-7E0C-4C5B-B8AD-80B51C33A480}" dt="2026-09-02T09:38:10.690" v="572"/>
          <ac:inkMkLst>
            <pc:docMk/>
            <pc:sldMk cId="1331078747" sldId="298"/>
            <ac:inkMk id="12" creationId="{7565B8DF-3E76-01D5-7B85-3C1818E13646}"/>
          </ac:inkMkLst>
        </pc:inkChg>
        <pc:inkChg chg="add">
          <ac:chgData name="Esraa Mohamed" userId="32a53f8955a3383c" providerId="LiveId" clId="{F10043CA-7E0C-4C5B-B8AD-80B51C33A480}" dt="2026-09-02T09:38:10.690" v="572"/>
          <ac:inkMkLst>
            <pc:docMk/>
            <pc:sldMk cId="1331078747" sldId="298"/>
            <ac:inkMk id="13" creationId="{56A0E5D1-B36F-08B7-E119-2508EF7C2A28}"/>
          </ac:inkMkLst>
        </pc:inkChg>
        <pc:inkChg chg="add mod">
          <ac:chgData name="Esraa Mohamed" userId="32a53f8955a3383c" providerId="LiveId" clId="{F10043CA-7E0C-4C5B-B8AD-80B51C33A480}" dt="2026-09-02T09:38:15.042" v="574"/>
          <ac:inkMkLst>
            <pc:docMk/>
            <pc:sldMk cId="1331078747" sldId="298"/>
            <ac:inkMk id="14" creationId="{FAA63850-0A7F-6389-AB06-3F65D545DE0F}"/>
          </ac:inkMkLst>
        </pc:inkChg>
      </pc:sldChg>
      <pc:sldChg chg="delSp add del setBg delDesignElem">
        <pc:chgData name="Esraa Mohamed" userId="32a53f8955a3383c" providerId="LiveId" clId="{F10043CA-7E0C-4C5B-B8AD-80B51C33A480}" dt="2026-09-02T07:04:08.743" v="276" actId="47"/>
        <pc:sldMkLst>
          <pc:docMk/>
          <pc:sldMk cId="571163432" sldId="299"/>
        </pc:sldMkLst>
        <pc:spChg chg="del">
          <ac:chgData name="Esraa Mohamed" userId="32a53f8955a3383c" providerId="LiveId" clId="{F10043CA-7E0C-4C5B-B8AD-80B51C33A480}" dt="2026-09-02T06:29:04.103" v="217"/>
          <ac:spMkLst>
            <pc:docMk/>
            <pc:sldMk cId="571163432" sldId="299"/>
            <ac:spMk id="8" creationId="{42A4FC2C-047E-45A5-965D-8E1E3BF09BC6}"/>
          </ac:spMkLst>
        </pc:spChg>
      </pc:sldChg>
      <pc:sldChg chg="addSp delSp modSp add mod setBg delDesignElem">
        <pc:chgData name="Esraa Mohamed" userId="32a53f8955a3383c" providerId="LiveId" clId="{F10043CA-7E0C-4C5B-B8AD-80B51C33A480}" dt="2026-09-02T09:42:32.680" v="578"/>
        <pc:sldMkLst>
          <pc:docMk/>
          <pc:sldMk cId="1637896331" sldId="300"/>
        </pc:sldMkLst>
        <pc:spChg chg="del">
          <ac:chgData name="Esraa Mohamed" userId="32a53f8955a3383c" providerId="LiveId" clId="{F10043CA-7E0C-4C5B-B8AD-80B51C33A480}" dt="2026-09-02T06:29:04.103" v="217"/>
          <ac:spMkLst>
            <pc:docMk/>
            <pc:sldMk cId="1637896331" sldId="300"/>
            <ac:spMk id="8" creationId="{42A4FC2C-047E-45A5-965D-8E1E3BF09BC6}"/>
          </ac:spMkLst>
        </pc:spChg>
        <pc:grpChg chg="mod">
          <ac:chgData name="Esraa Mohamed" userId="32a53f8955a3383c" providerId="LiveId" clId="{F10043CA-7E0C-4C5B-B8AD-80B51C33A480}" dt="2026-09-02T09:42:32.680" v="578"/>
          <ac:grpSpMkLst>
            <pc:docMk/>
            <pc:sldMk cId="1637896331" sldId="300"/>
            <ac:grpSpMk id="6" creationId="{93C53180-5FDA-9EA3-B974-422F3892F074}"/>
          </ac:grpSpMkLst>
        </pc:grpChg>
        <pc:inkChg chg="add mod">
          <ac:chgData name="Esraa Mohamed" userId="32a53f8955a3383c" providerId="LiveId" clId="{F10043CA-7E0C-4C5B-B8AD-80B51C33A480}" dt="2026-09-02T09:42:32.680" v="578"/>
          <ac:inkMkLst>
            <pc:docMk/>
            <pc:sldMk cId="1637896331" sldId="300"/>
            <ac:inkMk id="2" creationId="{AA3F6B52-5225-5902-D855-3485FB470C95}"/>
          </ac:inkMkLst>
        </pc:inkChg>
        <pc:inkChg chg="add mod">
          <ac:chgData name="Esraa Mohamed" userId="32a53f8955a3383c" providerId="LiveId" clId="{F10043CA-7E0C-4C5B-B8AD-80B51C33A480}" dt="2026-09-02T09:42:32.680" v="578"/>
          <ac:inkMkLst>
            <pc:docMk/>
            <pc:sldMk cId="1637896331" sldId="300"/>
            <ac:inkMk id="4" creationId="{B86B3715-289D-0209-769A-9023928CA0AC}"/>
          </ac:inkMkLst>
        </pc:inkChg>
        <pc:inkChg chg="add mod">
          <ac:chgData name="Esraa Mohamed" userId="32a53f8955a3383c" providerId="LiveId" clId="{F10043CA-7E0C-4C5B-B8AD-80B51C33A480}" dt="2026-09-02T09:42:32.680" v="578"/>
          <ac:inkMkLst>
            <pc:docMk/>
            <pc:sldMk cId="1637896331" sldId="300"/>
            <ac:inkMk id="5" creationId="{2AC974BC-80F6-B472-CC45-B11104D3508D}"/>
          </ac:inkMkLst>
        </pc:inkChg>
      </pc:sldChg>
      <pc:sldChg chg="new del">
        <pc:chgData name="Esraa Mohamed" userId="32a53f8955a3383c" providerId="LiveId" clId="{F10043CA-7E0C-4C5B-B8AD-80B51C33A480}" dt="2026-09-02T07:01:51.580" v="262" actId="47"/>
        <pc:sldMkLst>
          <pc:docMk/>
          <pc:sldMk cId="2785294259" sldId="301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7:55:20.6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7:55:21.4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7:55:22.2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7:55:22.9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7:55:26.1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2277 1034 24575,'-1'-3'0,"0"1"0,0-1 0,0 1 0,0 0 0,0-1 0,-1 1 0,1 0 0,-1 0 0,0 0 0,1 0 0,-1 0 0,-2-2 0,-8-9 0,-51-73 0,-385-534 0,437 605 0,0 0 0,-1 1 0,-1 0 0,-23-20 0,26 26 0,-1 1 0,0 0 0,0 1 0,-1 0 0,0 1 0,0 0 0,-18-4 0,-125-37 0,-119-29 0,236 68 0,0 2 0,0 2 0,-1 1 0,1 2 0,-1 1 0,-48 9 0,62-4 0,2 1 0,-1 1 0,1 1 0,0 0 0,1 2 0,0 1 0,1 1 0,-29 22 0,-15 18 0,-66 70 0,99-92 0,0 2 0,2 0 0,2 2 0,1 1 0,2 1 0,1 1 0,2 1 0,-25 64 0,27-49 0,2 2 0,2 0 0,3 1 0,3 0 0,-5 78 0,8-14 0,13 189 0,-5-300 0,1-1 0,0 0 0,1 0 0,-1 0 0,2 0 0,-1 0 0,1-1 0,1 1 0,0-1 0,0 0 0,0 0 0,1-1 0,0 0 0,1 0 0,-1 0 0,11 7 0,11 7 0,1-1 0,1-1 0,35 16 0,-12-7 0,194 99 0,-204-109 0,1-2 0,1-1 0,90 16 0,182-4 0,1-26 0,-173-2 0,-101-2 0,0-1 0,0-3 0,61-18 0,-32 8 0,-42 9 0,-1 0 0,-1-2 0,0-1 0,-1-1 0,0-2 0,0-1 0,31-23 0,-53 34 0,-1-1 0,0 0 0,-1 0 0,1 0 0,-1-1 0,0 1 0,0-1 0,-1 0 0,1 0 0,-2 0 0,1-1 0,0 1 0,-1-1 0,-1 1 0,1-1 0,0-8 0,2-13 0,-2-1 0,-3-44 0,1 50 0,-3-74 0,5-186 0,18 177-1365,-16 82-5461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7:55:33.5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 24285,'4107'0'0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09:18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 23380,'2865'0'0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09:24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3189 3628 24575,'7'-1'0,"0"0"0,0 0 0,0-1 0,0 1 0,12-6 0,8-2 0,84-20 0,2 5 0,128-9 0,-105 30 0,-86 4 0,90-11 0,45-8 0,-172 16 0,0-2 0,0 0 0,-1 0 0,0-1 0,0-1 0,0 0 0,-1-1 0,1 0 0,11-10 0,16-8 0,43-24 0,-25 17 0,-2-3 0,56-45 0,-101 71 0,-1 0 0,0-1 0,0 0 0,-1 0 0,0-1 0,-1 0 0,0 0 0,0-1 0,-2 0 0,1 0 0,-2 0 0,1-1 0,2-17 0,87-274 0,-8 33 0,-62 180 0,-5-1 0,-4 0 0,-3-2 0,-2-118 0,-10 98 0,0-27 0,-20-152 0,14 249 0,-2 0 0,-1 1 0,-3 0 0,-1 1 0,-3 0 0,-1 1 0,-37-64 0,24 57 0,-2 2 0,-1 1 0,-3 2 0,-2 2 0,-1 1 0,-75-59 0,78 72 0,-205-148 0,184 139 0,-1 1 0,-89-36 0,12 22 0,-2 5 0,-1 7 0,-210-28 0,38 40 0,-3 27 0,106 1 0,-648-3 0,823 1 0,0 2 0,-1 1 0,2 1 0,-1 2 0,1 1 0,-35 15 0,-5 6 0,-97 56 0,39-8 0,-235 187 0,326-231 0,2 2 0,1 1 0,-57 78 0,-67 138 0,112-170 0,-60 153 0,87-176 0,1 0 0,4 0 0,-14 108 0,3 116 0,13 335 0,16-576 0,1 1 0,3-1 0,1-1 0,20 62 0,0-25 0,50 99 0,-54-131 0,2 0 0,1-2 0,40 49 0,-48-70 0,1-1 0,1-1 0,1-1 0,1 0 0,0-2 0,2-1 0,28 16 0,-2-8 0,2-2 0,0-3 0,95 23 0,173 18 0,-256-50 0,1181 152 0,7-108 0,-1162-57-1365,-67 1-5461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09:31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601 1409 24575,'53'-2'0,"53"-9"0,41-3 0,335 15 0,-457-3 0,1 0 0,34-9 0,-33 6 0,54-4 0,161-7 0,-226 14 0,139-24 0,-117 20 0,0 2 0,1 1 0,-1 2 0,43 4 0,1-1 0,1863-2 0,-1746-14 0,-26 0 0,-167 15 0,0-2 0,0 1 0,-1-1 0,1 1 0,0-1 0,-1-1 0,1 1 0,-1-1 0,1 0 0,-1-1 0,0 1 0,0-1 0,0 0 0,0 0 0,0 0 0,-1-1 0,1 0 0,-1 0 0,0 0 0,0 0 0,-1-1 0,1 1 0,-1-1 0,0 0 0,0 0 0,2-7 0,23-42 0,-2-2 0,-3 0 0,-3-1 0,21-92 0,-36 105 0,-3-1 0,-4-77 0,0 29 0,1 77 0,0 0 0,-1 0 0,0 0 0,-2 1 0,0-1 0,0 1 0,-1 0 0,-1 0 0,-1 0 0,0 1 0,-1 0 0,-1 0 0,0 1 0,0 0 0,-1 1 0,-1 0 0,0 1 0,-1 0 0,-22-17 0,0 4 0,15 9 0,-1 0 0,-1 2 0,0 0 0,-1 1 0,-1 1 0,-41-14 0,-56-3 0,-2 6 0,-217-13 0,-252 31 0,314 7 0,102-5 0,-191 5 0,225 9 0,-45 3 0,-520-16 0,664-1 0,-54-10 0,-22-1 0,-246 12 0,189 2 0,160-2 0,0 1 0,0 1 0,0 0 0,0 1 0,0 1 0,1 1 0,-1 0 0,1 0 0,-1 1 0,1 1 0,1 1 0,-23 13 0,-4 10 0,1 1 0,2 3 0,1 1 0,-44 55 0,29-23 0,-76 132 0,112-174 0,1 0 0,1 0 0,1 1 0,1 1 0,2 0 0,1 0 0,-6 31 0,9 6 0,2 1 0,6 64 0,-1-20 0,-2-92 0,1 0 0,0-1 0,1 1 0,0 0 0,2-1 0,10 31 0,-11-40 0,0-1 0,0 0 0,1 1 0,0-1 0,0 0 0,0-1 0,1 1 0,0-1 0,0 0 0,0 0 0,1-1 0,0 0 0,0 1 0,0-2 0,0 1 0,1-1 0,-1 0 0,13 4 0,10-1 0,0-1 0,1-1 0,0-1 0,0-2 0,53-4 0,-11 0 0,524 2-1365,-569 1-5461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10:58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24575,'345'306'0,"-251"-234"0,191 110 0,-267-172 0,0 0 0,0-2 0,1 0 0,0-1 0,0-1 0,1 0 0,0-2 0,0 0 0,0-2 0,1 0 0,36-1 0,-29-3 0,-1-1 0,0-1 0,0-1 0,0-1 0,-1-2 0,0-1 0,34-15 0,11-9 0,92-47 0,-150 72 0,1 1 0,0 0 0,1 1 0,0 0 0,-1 1 0,2 1 0,-1 0 0,0 2 0,1-1 0,-1 2 0,27 0 0,-20 0 0,-1 0 0,32-7 0,19-2 0,392 6 33,-260 5-1431,-181-1-5428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11:39.4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22 24575,'9'0'0,"17"0"0,27 0 0,37 0 0,25 0 0,26 0 0,12 0 0,-2 0 0,-17 0 0,-18 0 0,-19 0 0,-26-5 0,-21-1 0,-14 1 0,-13 0-8191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11:41.2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 24575,'8'-1'0,"-1"1"0,1 0 0,-1 0 0,1 1 0,-1 0 0,0 1 0,1-1 0,-1 1 0,0 1 0,0-1 0,0 1 0,0 0 0,-1 1 0,1 0 0,-1 0 0,0 0 0,0 1 0,5 6 0,29 30 0,-2 1 0,62 91 0,16 20 0,-114-150 0,1 0 0,-1-1 0,0 1 0,-1 0 0,1 1 0,0-1 0,-1 0 0,0 0 0,1 1 0,-1-1 0,-1 0 0,1 1 0,0-1 0,-1 1 0,0-1 0,0 6 0,-1-3 0,1-1 0,-2 1 0,1-1 0,-1 1 0,0-1 0,0 0 0,0 1 0,-1-1 0,-4 7 0,-3 1 0,-1 1 0,0-2 0,-1 1 0,0-1 0,-27 19 0,23-19-1365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11:42.3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1 218 24575,'5'0'0,"14"0"0,24 0 0,26 0 0,30-4 0,30-7 0,29-6 0,21 1 0,12-3 0,1-6 0,-19-5 0,-20 0 0,-27 4 0,-30 6 0,-27 8 0,-25 4-8191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11:43.7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24575,'0'6'0,"1"0"0,0-1 0,0 1 0,1-1 0,-1 1 0,1-1 0,0 1 0,1-1 0,-1 0 0,6 7 0,36 47 0,-36-49 0,19 22 0,2-1 0,0-1 0,2-1 0,1-2 0,2-1 0,0-2 0,53 28 0,-48-38 0,-32-12 0,0 0 0,0 1 0,0-1 0,12 8 0,-17-9 0,0 1 0,0 0 0,0-1 0,0 1 0,0 0 0,-1 0 0,1 0 0,-1 0 0,1 0 0,-1 0 0,0 1 0,0-1 0,0 0 0,0 1 0,0-1 0,0 1 0,-1-1 0,1 4 0,0 7 0,0-1 0,-1 1 0,0 0 0,-1 0 0,-1 0 0,0 0 0,0 0 0,-1-1 0,-9 23 0,-6 5 0,-34 59 0,21-45 0,15-26-1365,3-8-5461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12:13.4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281 0 24575,'-1'31'0,"-1"0"0,-9 41 0,10-67 0,-98 501 0,8-48 0,26 2 0,62-428 0,-1 2 0,2 0 0,1 0 0,5 56 0,-1-79 0,1 1 0,0-1 0,1 1 0,0-1 0,1-1 0,0 1 0,10 12 0,9 17 0,-10-12-170,0 1-1,-2 1 0,-2 1 1,0-1-1,-2 2 0,-1-1 1,5 47-1,-12-53-6655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12:56.2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4 611 24575,'-2'70'0,"0"-35"0,2 0 0,1 0 0,7 39 0,-7-70 0,0 0 0,-1 0 0,1-1 0,1 1 0,-1 0 0,1 0 0,-1-1 0,1 1 0,0-1 0,0 1 0,1-1 0,-1 0 0,1 0 0,-1 0 0,1 0 0,0 0 0,0 0 0,0-1 0,1 0 0,-1 0 0,1 0 0,-1 0 0,1 0 0,0 0 0,-1-1 0,1 0 0,0 0 0,0 0 0,0 0 0,0-1 0,0 1 0,0-1 0,0 0 0,0 0 0,0-1 0,0 1 0,0-1 0,0 0 0,0 0 0,0 0 0,-1 0 0,5-3 0,9-4 0,0-1 0,-1-1 0,0 0 0,21-18 0,58-59 0,-49 43 0,638-541 0,-594 524 0,-61 44 0,50-42 0,-67 46-1365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13:04.5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24 23977,'9701'0'0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13:16.3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250 1435 24575,'283'14'0,"3"0"0,230-15 0,-507 1 0,1-1 0,-1 0 0,0 0 0,0-1 0,0 0 0,0 0 0,-1-1 0,1 0 0,-1-1 0,1 1 0,-1-2 0,0 1 0,-1-1 0,1-1 0,13-11 0,-6 4 0,2 1 0,0 1 0,0 0 0,22-9 0,-5 2 0,-23 13 0,0 0 0,1 1 0,0 0 0,17-3 0,-19 5 0,1 0 0,-1-1 0,0-1 0,1 0 0,-2 0 0,16-9 0,12-11 0,64-49 0,-94 66 0,0-1 0,-1 0 0,1 0 0,-2-1 0,1 0 0,-1 0 0,0 0 0,-1-1 0,0 1 0,-1-1 0,0 0 0,3-18 0,0-13 0,3-72 0,-8 102 0,-2-387 0,-3 370 0,0 0 0,-2 1 0,-1 0 0,-2 0 0,0 1 0,-2 0 0,-27-47 0,29 58 0,0 1 0,-1 0 0,-1 0 0,0 1 0,-1 1 0,-15-14 0,18 19 0,-1 0 0,0 0 0,0 1 0,0 0 0,-1 1 0,1 0 0,-1 0 0,0 1 0,-23-4 0,-47-7 0,0 5 0,-89-1 0,86 11 0,-88 2 0,152 1 0,0 1 0,1 0 0,-27 11 0,-2 0 0,-79 25 0,78-22 0,-86 19 0,110-31 0,1 1 0,-1 1 0,-22 12 0,16-7 0,-33 9 0,30-11 0,0 1 0,0 2 0,1 2 0,1 1 0,1 1 0,0 2 0,2 1 0,0 1 0,1 1 0,-26 30 0,47-45 0,1 0 0,0 0 0,0 1 0,0 0 0,1 0 0,1 1 0,0 0 0,0-1 0,1 1 0,0 1 0,0-1 0,-1 18 0,1 9 0,1 1 0,5 47 0,0-17 0,-4 21 0,3 72 0,0-151 0,0 0 0,0 0 0,1 1 0,0-1 0,1-1 0,0 1 0,0 0 0,1-1 0,1 0 0,-1 0 0,11 11 0,9 9 0,53 47 0,-20-21 0,-35-35 0,1 0 0,1-1 0,0-1 0,42 21 0,-53-33 19,0 0 0,1-1 1,-1-1-1,1 0 0,0-1 0,27 2 0,-23-4-394,-1 2 0,0 0 1,31 11-1,-29-6-6451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13:19.5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0 499 24575,'3'53'0,"2"0"0,21 88 0,-7-46 0,-19-92 0,1 1 0,-1-1 0,1 0 0,0 0 0,0 0 0,1 1 0,-1-1 0,1 0 0,-1-1 0,1 1 0,0 0 0,0 0 0,0-1 0,0 1 0,1-1 0,-1 0 0,1 1 0,-1-1 0,1 0 0,0-1 0,0 1 0,0 0 0,3 1 0,0-2 0,0 1 0,0-1 0,1 0 0,-1 0 0,0-1 0,0 0 0,0 0 0,1-1 0,-1 1 0,0-1 0,0-1 0,6-1 0,10-5 0,-1-1 0,0-1 0,0-1 0,-1-1 0,-1 0 0,0-2 0,21-18 0,-18 14 0,200-157 0,267-200 0,-414 319 0,-24 17 0,2 2 0,92-49 0,-127 77-1365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13:22.9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33 23706,'4300'0'0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13:27.4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13:28.3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80 24575,'5'0'0,"10"0"0,12 0 0,10 0 0,9-4 0,5-7 0,4-1 0,1 2 0,-9-3 0,-8 2 0,-6 2 0,-3 3 0,-8 2-8191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13:29.7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23830,'459'0'0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13:31.0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99 1 24575,'-4'0'0,"-7"0"0,-5 0 0,-5 0 0,-4 0 0,3 0-8191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13:32.3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 1 24575,'-4'0'0,"-7"0"0,-5 0 0,-5 0 0,15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13:32.4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13:33.4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155 0 24575,'-5'0'0,"-10"5"0,-7 6 0,-5 5 0,-3 1 0,0-3 0,5-4-8191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13:43.1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1 607 24575,'3'-94'0,"5"1"0,30-142 0,-31 202 0,1 0 0,22-52 0,-30 83 0,0 1 0,1-1 0,0 0 0,-1 1 0,1-1 0,0 0 0,0 1 0,0-1 0,0 1 0,0-1 0,0 1 0,0 0 0,1-1 0,-1 1 0,0 0 0,1 0 0,-1 0 0,1 0 0,-1 0 0,1 0 0,0 0 0,-1 1 0,1-1 0,0 1 0,0-1 0,-1 1 0,1-1 0,0 1 0,0 0 0,-1 0 0,1 0 0,0 0 0,0 0 0,0 0 0,-1 1 0,1-1 0,0 1 0,0-1 0,-1 1 0,1 0 0,0-1 0,-1 1 0,1 0 0,-1 0 0,3 2 0,8 6 0,-1 0 0,0 1 0,0 0 0,14 20 0,-24-29 0,228 309 125,-10-12-1615,-200-275-5336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13:44.3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568 55 24575,'-9'0'0,"-8"0"0,-15 0 0,-15 0 0,-10 0 0,-3-4 0,3-2 0,7 0 0,7 1 0,7 2 0,5-4 0,2 0 0,2 0 0,2 2 0,-1 2 0,5 1-8191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13:47.8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1 679 24575,'1'7'0,"0"0"0,1 0 0,-1 0 0,2 0 0,-1 0 0,1 0 0,0-1 0,4 8 0,3 8 0,45 103 0,44 109 0,-94-222 0,-2-2 0,1 0 0,0-1 0,8 14 0,-12-23 0,1 1 0,-1-1 0,0 1 0,0-1 0,0 0 0,1 1 0,-1-1 0,0 1 0,1-1 0,-1 0 0,0 1 0,0-1 0,1 0 0,-1 0 0,1 1 0,-1-1 0,0 0 0,1 0 0,-1 1 0,1-1 0,-1 0 0,0 0 0,1 0 0,-1 0 0,1 0 0,-1 0 0,1 0 0,-1 0 0,1 0 0,-1 0 0,1 0 0,0 0 0,-1-1 0,1 1 0,0-1 0,-1 0 0,1 1 0,-1-1 0,0 0 0,1 0 0,-1 0 0,1 0 0,-1 1 0,0-1 0,0 0 0,0 0 0,1 0 0,-1 0 0,0 0 0,0-1 0,0-8 0,0-1 0,-1 0 0,0 1 0,-1-1 0,0 1 0,-4-12 0,-25-66 0,16 48 0,-44-134 0,-50-247 0,106 407 0,1 0 0,0 0 0,1 0 0,1 0 0,0-1 0,1 1 0,1 0 0,0 0 0,5-17 0,-4 21 0,0 1 0,1-1 0,1 1 0,-1 0 0,2 1 0,-1-1 0,1 1 0,0 0 0,1 1 0,0-1 0,0 1 0,0 0 0,15-9 0,-4 4 0,1 0 0,1 1 0,0 1 0,0 1 0,1 0 0,0 2 0,0 0 0,23-3 0,-28 8 0,0 0 0,1 1 0,-1 0 0,0 2 0,0 0 0,1 0 0,-1 2 0,0 0 0,0 1 0,-1 0 0,26 12 0,-34-13 0,1 0 0,-2 0 0,1 1 0,0 0 0,-1 1 0,0 0 0,0-1 0,0 2 0,0-1 0,6 10 0,-8-9 0,-1 0 0,0 0 0,0 0 0,0 1 0,-1-1 0,0 1 0,-1 0 0,1 0 0,-1-1 0,0 1 0,-1 14 0,0-6 0,-1 0 0,-1 0 0,-1 1 0,0-2 0,-1 1 0,0 0 0,-1-1 0,-1 0 0,0 0 0,-1 0 0,0-1 0,-18 24 0,7-14 0,-1-1 0,-1-1 0,-1-1 0,-1 0 0,-44 30 0,14-14 0,-80 49 0,130-84 0,0 0 0,0 0 0,0 0 0,1 0 0,-1 1 0,0-1 0,0 1 0,1-1 0,-1 1 0,-1 2 0,3-3 0,0-1 0,-1 0 0,1 1 0,0-1 0,0 0 0,0 1 0,0-1 0,0 0 0,0 1 0,0-1 0,0 0 0,0 1 0,0-1 0,0 0 0,0 1 0,0-1 0,0 0 0,1 1 0,-1-1 0,0 0 0,0 1 0,0-1 0,0 0 0,1 1 0,-1-1 0,0 0 0,0 0 0,1 1 0,-1-1 0,0 0 0,0 0 0,1 0 0,-1 1 0,0-1 0,1 0 0,-1 0 0,1 0 0,4 2 0,0 0 0,0-1 0,0 0 0,1 0 0,-1-1 0,0 1 0,9-1 0,16-2 0,1 0 0,0-2 0,37-10 0,89-33 0,11-2 0,-138 42 0,0 2 0,-1 1 0,55-1 0,-78 5 0,0 1 0,0 0 0,-1 0 0,1 0 0,-1 1 0,1-1 0,-1 1 0,1 1 0,-1-1 0,0 1 0,0 0 0,9 7 0,-7-4 0,1 1 0,-1 0 0,0 1 0,-1 0 0,0 0 0,0 0 0,4 9 0,-2 0 0,0-1 0,-1 2 0,-1-1 0,0 0 0,-2 1 0,0 0 0,3 35 0,-5-20 0,-1-1 0,-2 1 0,-5 32 0,4-58 0,0-1 0,-1 1 0,1-1 0,-2 0 0,1 0 0,0 0 0,-1 0 0,0 0 0,-1-1 0,1 0 0,-1 0 0,0 0 0,-9 6 0,-8 6 0,-47 27 0,31-24 0,-1-1 0,0-3 0,-1-1 0,-1-1 0,-84 14 0,74-20 0,0-2 0,-1-3 0,1-2 0,-88-10 0,98-1-1365,25 4-5461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15:20.5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24575,'62'0'0,"412"4"0,-3 27 0,-415-25 0,526 36 0,1281-43-1365,-1835 1-5461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15:22.4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 24575,'438'-2'0,"487"5"0,18 76 0,-560-21 0,-33-4 0,4-29 0,-287-24 0,266-4 0,-273-1 0,112-23 0,55-30 0,-161 39 0,45-15 0,83-18 0,-173 48 0,23-6 0,1 2 0,61-1 0,-80 9-1365,-3-1-5461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15:25.7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1 109 24575,'16'-1'0,"0"0"0,0-2 0,19-4 0,12-2 0,592-53 0,-503 50 0,69-1 0,8 14-1365,-188-1-5461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16:28.5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1 567 24575,'10'0'0,"14"1"0,0 0 0,1-2 0,-1-1 0,0-1 0,0-1 0,0-2 0,38-12 0,109-68 0,-108 52 0,92-35 0,-83 46 0,32-13 0,-62 21 0,1 2 0,0 1 0,68-9 0,45-12 0,-148 32 0,-1-2 0,0 1 0,1-1 0,-1 0 0,0 0 0,-1-1 0,8-4 0,-13 7 0,0 0 0,0 0 0,0 0 0,0 0 0,-1 0 0,1 0 0,0 0 0,0 0 0,-1-1 0,1 1 0,-1 0 0,1 0 0,-1-1 0,1 1 0,-1 0 0,0 0 0,1-1 0,-1-1 0,0 0 0,-1 1 0,1 0 0,-1 0 0,0 0 0,1-1 0,-1 1 0,0 0 0,0 0 0,-1 0 0,1 0 0,0 0 0,-1 1 0,1-1 0,-4-2 0,0-2 0,0 2 0,-1-1 0,0 1 0,0 0 0,0 0 0,0 0 0,-1 1 0,-11-4 0,-59-13 0,57 16 0,1-1 0,-26-10 0,44 15 0,1 0 0,-1 0 0,0-1 0,0 1 0,0 0 0,1-1 0,-1 1 0,0 0 0,1-1 0,-1 1 0,0-1 0,1 1 0,-1-1 0,0 1 0,1-1 0,-1 1 0,1-1 0,-1 0 0,1 1 0,0-1 0,-1 0 0,0-1 0,2 2 0,-1-1 0,0 1 0,1-1 0,-1 1 0,1-1 0,-1 1 0,1-1 0,-1 1 0,1-1 0,-1 1 0,1 0 0,-1-1 0,1 1 0,-1 0 0,1 0 0,0-1 0,-1 1 0,1 0 0,-1 0 0,2 0 0,39-5 0,-28 6 0,0 0 0,0 1 0,-1 0 0,0 1 0,1 1 0,-1 0 0,0 0 0,0 1 0,-1 1 0,0 0 0,0 0 0,0 1 0,-1 1 0,0 0 0,0 0 0,-1 1 0,0 0 0,0 1 0,12 17 0,-18-21 0,1 1 0,-2 0 0,1-1 0,0 1 0,-1 0 0,-1 0 0,1 0 0,-1 1 0,1 8 0,-3 71 0,0-48 0,1-17-119,0-10-20,0 0 1,0-1 0,-1 1-1,0 0 1,-1-1-1,0 1 1,-1-1-1,-6 15 1,-2-5-6688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16:33.6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1565 29 24575,'-199'-14'0,"19"0"0,-387 14 0,268 1 0,272 1 0,0 0 0,-31 8 0,29-5 0,-46 4 0,-5-9-1365,57 0-5461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16:37.8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27 23513,'2377'-27'0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16:55.7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0 733 24575,'73'1'0,"95"-3"0,-146-1 0,-1 0 0,0 0 0,1-2 0,-2-1 0,36-15 0,33-10 0,0-1 0,20-10 0,24-10 0,-18 4 0,-72 32 0,55-29 0,41-29 0,99-57 0,-238 131 0,5-3 0,0 0 0,0 0 0,0-1 0,-1 0 0,7-6 0,-10 9 0,0 0 0,-1 0 0,1 0 0,-1 0 0,1 0 0,-1 0 0,1 0 0,-1 0 0,0 0 0,1 0 0,-1 0 0,0 0 0,0 0 0,0 0 0,0 0 0,0 0 0,0 0 0,0-1 0,0 1 0,0 0 0,0 0 0,-1 0 0,1 0 0,0 0 0,-1 0 0,1 0 0,-1 0 0,1 0 0,-1 0 0,0 0 0,1 1 0,-1-1 0,0 0 0,0 0 0,-1-1 0,-46-38 0,38 33 0,1 0 0,0-1 0,0 0 0,1 0 0,0-1 0,-9-11 0,17 19 0,-1 1 0,0-1 0,1 0 0,-1 0 0,1 0 0,-1 0 0,1 0 0,-1 0 0,1 0 0,0 0 0,0 0 0,-1 0 0,1 0 0,0 0 0,0 0 0,0 0 0,0 0 0,0 0 0,0 0 0,0 0 0,1 0 0,-1 0 0,0 0 0,0 0 0,1 0 0,-1 0 0,1 0 0,-1 0 0,1 0 0,-1 0 0,1 0 0,-1 1 0,1-1 0,0 0 0,0 0 0,-1 1 0,1-1 0,0 0 0,0 1 0,0-1 0,0 1 0,0-1 0,0 1 0,-1 0 0,1-1 0,0 1 0,0 0 0,2-1 0,6-1 0,0 0 0,0 1 0,0 0 0,12 0 0,-16 0 0,26 0 0,40 4 0,-60-2 0,-1 0 0,1 1 0,-1 1 0,1-1 0,-1 2 0,0-1 0,14 8 0,-21-9 0,0 1 0,0-1 0,0 1 0,-1 0 0,1-1 0,-1 1 0,0 0 0,1 1 0,-1-1 0,-1 0 0,1 0 0,0 1 0,-1-1 0,0 1 0,0 0 0,0-1 0,0 1 0,-1 0 0,1 4 0,1 12 0,-2 0 0,-2 29 0,0-18 0,-4 43 0,-3 0 0,-3-1 0,-28 93 0,30-123-1365,2-10-5461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17:00.2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43 24462,'3541'0'0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17:11.4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22 317 24575,'-2'71'0,"-12"86"0,12-147 0,-1 29 0,3-38 0,0 0 0,0 0 0,0 0 0,0 0 0,1 0 0,-1 0 0,0 0 0,0 0 0,1 0 0,-1 0 0,1-1 0,-1 1 0,1 0 0,-1 0 0,1 0 0,-1-1 0,1 1 0,0 0 0,-1-1 0,1 1 0,0 0 0,-1-1 0,1 1 0,0-1 0,0 1 0,0-1 0,0 0 0,0 1 0,-1-1 0,1 0 0,0 1 0,0-1 0,0 0 0,0 0 0,2 0 0,7-1 0,0-1 0,1-1 0,-1 1 0,0-1 0,-1-1 0,1 0 0,11-7 0,-7 5 0,342-173 0,-87 40 0,-255 132 0,24-10 0,0-2 0,-2-2 0,0-1 0,44-37 0,-58 42-227,0 1-1,1 0 1,1 2-1,0 0 1,48-17-1,-49 22-6598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17:12.9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1 381 24575,'-1'89'0,"3"100"0,-2-186 0,0 0 0,0 0 0,1-1 0,-1 1 0,1 0 0,-1-1 0,1 1 0,0 0 0,0-1 0,0 1 0,0-1 0,1 0 0,-1 1 0,1-1 0,-1 0 0,1 0 0,0 0 0,0 0 0,0 0 0,3 2 0,-2-3 0,0 1 0,0-1 0,0 0 0,0 0 0,0-1 0,0 1 0,0-1 0,0 0 0,0 1 0,1-1 0,-1-1 0,0 1 0,0 0 0,0-1 0,0 0 0,0 1 0,0-1 0,3-2 0,20-7 0,-1-1 0,0-1 0,-1-1 0,28-21 0,89-74 0,-55 39 0,262-197 0,-324 250 0,1 1 0,0 1 0,1 1 0,1 1 0,0 1 0,31-7 0,63-27 0,-101 36-273,0 1 0,0 0 0,0 2 0,25-5 0,-21 8-6553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17:32.9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1166 1895 24575,'491'28'0,"-31"0"0,-376-27 0,222-5 0,-75-25 0,-52 5 0,-96 13 0,79-4 0,137-10 0,-264 21 0,-25 4 0,1-2 0,-1 1 0,0-1 0,0-1 0,0 0 0,0 0 0,-1-1 0,1 0 0,-1-1 0,0 1 0,0-2 0,-1 0 0,1 0 0,-1 0 0,-1-1 0,1 0 0,-1-1 0,0 0 0,9-14 0,123-235 0,-122 221 0,4-7 0,-3 0 0,-2-1 0,-1-1 0,-3-1 0,-1 1 0,-3-2 0,-1 1 0,0-68 0,-11-156 0,1 251 0,0 0 0,-1 0 0,0 0 0,-2 0 0,0 1 0,-1 0 0,-1 0 0,-1 1 0,0 0 0,-13-16 0,-18-22 0,-69-74 0,105 125 0,-18-20 0,-2 0 0,-1 2 0,-1 1 0,0 1 0,-2 2 0,-41-22 0,29 21 0,-1 2 0,0 1 0,-1 3 0,-51-11 0,16 11 0,-123-6 0,-77 16 0,202 7 0,0 2 0,1 5 0,-95 24 0,-223 38 0,-5-26 0,-163 25 0,484-59 0,-217 43 0,100-18 0,177-35 0,-1 1 0,1 0 0,0 1 0,1 1 0,0 0 0,-1 1 0,2 1 0,-1 1 0,1 0 0,1 0 0,0 2 0,0-1 0,1 2 0,0 0 0,-11 15 0,7-7 0,1 2 0,1 0 0,1 1 0,1 0 0,1 1 0,1 0 0,2 1 0,-12 48 0,10-1 0,3 0 0,3 0 0,6 87 0,0-61 0,-2-89 0,2 0 0,-1 0 0,1 0 0,0-1 0,1 1 0,0-1 0,0 1 0,1-1 0,0 0 0,1 0 0,-1-1 0,1 1 0,1-1 0,0 0 0,6 6 0,15 13 0,1-1 0,40 28 0,-31-25 0,-8-6 0,1-2 0,0 0 0,2-2 0,0-2 0,1 0 0,0-3 0,48 14 0,-56-20 0,0 0 0,1 0 0,0-2 0,0-1 0,28 1 0,-28-5-1365,-3 0-5461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17:36.0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0 701 24575,'161'-139'0,"-28"27"0,-125 104 0,1 1 0,-1 1 0,1-1 0,1 1 0,-1 1 0,1 0 0,17-7 0,-8 6 0,0 2 0,0 0 0,27-2 0,-22 1 0,1-1 0,-1-1 0,0-1 0,-1-1 0,36-18 0,-43 19 0,-1 1 0,0 0 0,0-2 0,-1 1 0,0-2 0,13-11 0,-24 19 0,-1 0 0,1-1 0,-1 1 0,0-1 0,0 0 0,0 0 0,0 0 0,0 0 0,-1 0 0,1 0 0,-1 0 0,0 0 0,0-1 0,0 1 0,0 0 0,0-1 0,-1 1 0,0-1 0,0 1 0,0-1 0,0 1 0,0 0 0,-1-1 0,1 1 0,-1-1 0,0 1 0,0 0 0,0 0 0,-1-1 0,-2-4 0,-1 0 0,0 0 0,-1 1 0,0 0 0,0-1 0,-1 2 0,0-1 0,0 1 0,-1 0 0,0 1 0,-9-6 0,-14-6 0,-42-17 0,72 33 0,-9-5 0,12 4 0,20 4 0,32 13 0,101 43 0,-23-7 0,-123-48 0,0 0 0,-1 1 0,1-1 0,-1 2 0,13 7 0,-19-10 0,1 0 0,-1 1 0,0-1 0,0 1 0,0-1 0,0 1 0,0 0 0,0 0 0,-1 0 0,1 0 0,-1 0 0,0 0 0,0 0 0,0 0 0,0 0 0,-1 1 0,1-1 0,-1 6 0,0 10 0,-1 0 0,-1 0 0,-1 0 0,-1 0 0,0 0 0,-13 32 0,-7 34 0,18-37-1365,5-27-5461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17:39.6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0 488 24519,'865'-487'0,"-1147"501"0,564-28 0,-440 248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17:51.4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490 1950 24575,'608'-45'0,"-342"18"0,699-12 0,-876 45 0,0 4 0,-1 4 0,127 36 0,-141-31 0,132 18 0,-177-34 0,1-2 0,-1 0 0,0-2 0,0-1 0,0-2 0,0-1 0,49-14 0,-32 1 0,-1-1 0,-1-3 0,-2-1 0,46-33 0,153-128 0,-138 102 0,-66 53 0,86-64 0,-103 80 0,1 1 0,1 0 0,0 2 0,29-10 0,-43 17 0,0 1 0,-1-1 0,1 0 0,-1-1 0,0 0 0,0 0 0,8-6 0,-11 6 0,-1 1 0,0 0 0,0-1 0,-1 1 0,1-1 0,-1 0 0,0 0 0,0 0 0,0 0 0,0 0 0,-1-1 0,0 1 0,1-1 0,-1-7 0,6-51 0,-4-1 0,-8-119 0,2 160 0,-1 0 0,-1 0 0,-1 0 0,0 0 0,-2 1 0,-1 1 0,-1-1 0,0 1 0,-2 1 0,-27-38 0,7 17 0,-2 3 0,-2 0 0,-78-64 0,31 37 0,-3 4 0,-2 3 0,-3 4 0,-164-71 0,202 107 0,0 2 0,-1 3 0,0 1 0,-98-6 0,-225 10 0,284 9 0,-693 3 0,633 2 0,-278 46 0,319-29 0,2 5 0,0 4 0,-119 54 0,120-41 0,-104 50 0,179-77 0,2 2 0,0 0 0,1 3 0,1 0 0,2 2 0,-38 41 0,54-50 0,1 1 0,1-1 0,0 2 0,1-1 0,0 1 0,2 1 0,0-1 0,1 1 0,1 1 0,-3 24 0,0 22 0,2 112 0,5-145 0,4 441 0,-3-466 0,1 1 0,0 0 0,0-1 0,1 1 0,0-1 0,0 1 0,1-1 0,0 0 0,1 0 0,-1 0 0,2 0 0,-1-1 0,1 0 0,0 0 0,9 10 0,264 353 0,-266-356-341,1 0 0,0-1-1,25 18 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17:58.2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23902,'4459'107'0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18:02.5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1 916 24575,'0'-1'0,"0"0"0,1 0 0,-1 0 0,1 1 0,-1-1 0,1 0 0,-1 0 0,1 0 0,-1 0 0,1 1 0,-1-1 0,1 0 0,0 0 0,0 1 0,-1-1 0,1 0 0,0 1 0,0-1 0,0 1 0,0-1 0,1 0 0,27-10 0,-18 7 0,154-59 0,79-33 0,-40 0 0,63-26 0,-233 110 0,0 2 0,1 1 0,38-5 0,-36 8 0,1-1 0,51-19 0,146-56 0,-176 66 0,0 2 0,68-7 0,-53 12 0,-30 2 0,57 0 0,-74 8 0,-19-1 0,0 1 0,1-1 0,-1 0 0,0-1 0,0 0 0,0 0 0,10-3 0,-17 3 0,0 1 0,0 0 0,0-1 0,0 1 0,0-1 0,0 1 0,0-1 0,0 1 0,-1-1 0,1 0 0,0 1 0,0-1 0,-1 0 0,1 0 0,0 0 0,-1 1 0,1-1 0,-1 0 0,1 0 0,-1 0 0,1 0 0,-1 0 0,0 0 0,0 0 0,1-1 0,-1 0 0,0 0 0,-1 0 0,1 0 0,0 0 0,-1 0 0,1 0 0,-1 0 0,0 0 0,0 0 0,1 0 0,-1 1 0,-2-3 0,-3-4 0,0 0 0,-1 0 0,0 1 0,-9-8 0,-29-20 0,-85-49 0,91 60 0,31 19 0,-1 0 0,0 0 0,-18-5 0,17 9 0,14 8 0,16 9 0,59 27 0,-60-35 0,-1 2 0,0 0 0,0 0 0,-2 2 0,1 0 0,14 14 0,-28-21 0,1 0 0,-1 0 0,0 0 0,-1 0 0,1 0 0,-1 0 0,0 1 0,-1-1 0,1 1 0,-1-1 0,0 1 0,0 0 0,-1 7 0,1 14 0,-5 40 0,2-44 0,0 7 0,-1 0 0,-1 0 0,-2-1 0,-1 0 0,-1 0 0,-24 55 0,22-62-341,1 0 0,1 1-1,-5 24 1,8-25-6485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18:11.8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54 23619,'756'-53'0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18:25.7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4 645 24575,'-2'57'0,"1"-27"0,1-1 0,4 37 0,-4-64 0,0 0 0,1 0 0,-1-1 0,1 1 0,-1 0 0,1 0 0,0 0 0,0 0 0,-1 0 0,1-1 0,1 1 0,-1 0 0,0-1 0,0 1 0,0-1 0,1 1 0,-1-1 0,1 0 0,-1 0 0,1 0 0,0 1 0,-1-1 0,1-1 0,0 1 0,0 0 0,0 0 0,-1-1 0,1 1 0,0-1 0,0 1 0,0-1 0,0 0 0,0 0 0,0 0 0,0 0 0,0 0 0,4-1 0,5-1 0,1-1 0,0 0 0,-1 0 0,0-1 0,15-7 0,45-25 0,76-49 0,65-58 0,-108 71 0,-94 65 0,625-390 0,-599 380 0,0 1 0,0 2 0,68-15 0,-35 8-1365,-49 16-5461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18:37.9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1 346 24575,'0'58'0,"1"66"0,-1-122 0,0 0 0,0 0 0,0 0 0,1 0 0,-1 0 0,0 1 0,1-1 0,0 0 0,-1 0 0,1 0 0,0 0 0,0 0 0,0 0 0,1-1 0,-1 1 0,0 0 0,1-1 0,-1 1 0,1 0 0,-1-1 0,1 0 0,0 1 0,-1-1 0,1 0 0,0 0 0,0 0 0,0 0 0,0 0 0,0 0 0,0-1 0,0 1 0,0-1 0,1 1 0,-1-1 0,0 0 0,0 0 0,0 0 0,0 0 0,0 0 0,1-1 0,-1 1 0,4-2 0,8-1 0,-1-1 0,1 0 0,-1-1 0,0-1 0,14-7 0,7-8 0,62-48 0,-9 6 0,-22 15 0,-42 29 0,46-26 0,61-32 0,76-38 0,-53 39-1365,-137 68-5461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18:40.9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0 163 23860,'3135'-162'0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18:49.8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 24072,'5597'0'0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19:05.7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 24575,'142'-1'0,"153"3"0,-257 2 0,-1 1 0,1 1 0,71 24 0,-49-8 0,87 45 0,-134-61 0,1 0 0,0-2 0,0 1 0,0-2 0,0 0 0,0-1 0,18 1 0,106-4 0,-77-1 0,129 16 0,-4 0 0,-162-14 0,1-2 0,27-4 0,-40 4 0,0-1 0,0-1 0,-1 0 0,0-1 0,1 0 0,12-8 0,31-21-99,-26 14-155,1 2 1,1 1 0,0 2 0,54-19 0,-63 29-6573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19:08.4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1 798 24575,'0'563'0,"0"-561"0,0 5 0,0 1 0,0 0 0,1-1 0,0 1 0,0 0 0,3 9 0,-3-15 0,0 0 0,0-1 0,0 1 0,0 0 0,0-1 0,0 1 0,1 0 0,-1-1 0,0 0 0,1 1 0,-1-1 0,1 0 0,0 0 0,-1 0 0,1 0 0,0 0 0,0 0 0,-1 0 0,1 0 0,0-1 0,0 1 0,0-1 0,0 1 0,0-1 0,0 0 0,0 0 0,0 0 0,0 0 0,0 0 0,3-1 0,3 0 0,1-1 0,-1 0 0,0 0 0,0 0 0,0-1 0,0-1 0,0 1 0,13-9 0,4-6 0,28-23 0,-41 31 0,29-25 0,576-466 0,-452 373 0,585-477 0,-744 600-90,2-1-51,-1 0-1,1 0 0,-1-1 0,-1 0 1,1-1-1,-1 1 0,-1-1 1,10-16-1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19:11.9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1 425 24575,'0'302'0,"0"-292"0,-1-3 0,1 0 0,0 0 0,1 0 0,0 0 0,1 7 0,-1-13 0,-1 0 0,0 1 0,1-1 0,-1 0 0,0 0 0,1 0 0,0 0 0,-1 0 0,1 0 0,-1 0 0,1-1 0,0 1 0,0 0 0,0 0 0,-1 0 0,1-1 0,0 1 0,0 0 0,0-1 0,0 1 0,0-1 0,0 1 0,0-1 0,0 1 0,0-1 0,1 0 0,-1 0 0,0 0 0,0 1 0,0-1 0,0 0 0,0 0 0,0 0 0,1-1 0,-1 1 0,0 0 0,0 0 0,1-1 0,7-2 0,0 0 0,-1 0 0,0-1 0,1 0 0,-1-1 0,14-10 0,45-42 0,-30 24 0,104-82 0,227-141 0,-253 198 0,-83 43 0,0 0 0,51-36 0,135-104-1365,-197 141-5461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19:15.4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22982,'2352'27'0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19:24.3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869 1220 24575,'10'1'0,"1"0"0,-1 1 0,1 0 0,-1 0 0,14 6 0,14 3 0,204 59 0,-209-64 0,1-1 0,1-2 0,-1-1 0,68-5 0,-19 1 0,-68 1 0,-1 0 0,1-1 0,0 0 0,-1-1 0,0-1 0,1 0 0,-1-1 0,14-7 0,2-4 0,-2 0 0,41-32 0,18-8 0,-51 34 0,-10 8 0,0 0 0,0 1 0,1 2 0,1 1 0,0 1 0,52-9 0,-20 9 0,0 4 0,77 2 0,-82 5 0,-28-1 0,-1 0 0,0-2 0,29-3 0,-53 3 0,1 0 0,0 0 0,-1 0 0,1-1 0,-1 1 0,1-1 0,-1 1 0,1-1 0,-1 0 0,0 0 0,0 0 0,0 0 0,0 0 0,0 0 0,-1-1 0,1 1 0,-1 0 0,1-1 0,-1 0 0,2-4 0,2-8 0,0 0 0,4-26 0,-6 28 0,32-180 0,-30 154 0,-2 0 0,-2 0 0,-4-43 0,3 77 0,-1 0 0,0 1 0,0-1 0,-1 0 0,1 1 0,-1-1 0,0 1 0,-1 0 0,1 0 0,-1 0 0,1 0 0,-1 0 0,0 0 0,-1 1 0,1-1 0,-1 1 0,1 0 0,-1 0 0,0 0 0,-5-2 0,-9-5 0,-1 1 0,0 1 0,-31-9 0,-12-6 0,3 1 0,0 2 0,-1 3 0,-78-12 0,31 7 0,-100-11 0,-32-8 0,153 19 0,-234-69 0,286 78 0,-1 2 0,0 1 0,0 2 0,-1 1 0,-1 2 0,-60-1 0,-323 10 0,410-4 0,0 0 0,0 1 0,0 0 0,1 0 0,-1 1 0,1 1 0,-1 0 0,-12 5 0,16-5 0,0 1 0,1-1 0,-1 1 0,1 0 0,-1 1 0,1 0 0,0-1 0,1 2 0,-1-1 0,1 0 0,0 1 0,-5 10 0,-31 49 0,-67 84 0,46-67 0,49-64 0,2 1 0,-16 34 0,-3 8 0,21-45 0,0 0 0,2 0 0,0 1 0,1 0 0,0 0 0,-3 31 0,5-17 0,2 0 0,1 0 0,4 32 0,-2-51 0,1 0 0,0 0 0,0 0 0,2-1 0,0 1 0,0-1 0,0 0 0,2-1 0,-1 0 0,1 1 0,1-2 0,0 1 0,9 7 0,18 17 0,73 53 0,-104-84 0,25 19 0,1-1 0,1-2 0,1-1 0,1-2 0,0-1 0,1-1 0,0-2 0,1-1 0,0-2 0,1-2 0,0-1 0,73 2 0,255-12-1365,-337 4-5461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19:27.0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 24119,'5054'0'0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19:51.2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24 553 24575,'-12'162'0,"1"-14"0,10-145 0,1 0 0,0-1 0,1 1 0,-1 0 0,0-1 0,1 1 0,-1 0 0,1-1 0,0 1 0,0-1 0,0 1 0,0-1 0,1 0 0,1 4 0,-2-5 0,1 0 0,-1 1 0,0-1 0,1 0 0,0 0 0,-1 0 0,1 0 0,-1 0 0,1 0 0,0-1 0,0 1 0,-1-1 0,1 1 0,0-1 0,0 1 0,2-1 0,5 0 0,-1-1 0,0 0 0,0 0 0,1 0 0,-1-1 0,0-1 0,0 0 0,9-4 0,37-19 0,-2-1 0,-2-4 0,58-43 0,-53 35 0,39-26 0,374-251 0,-315 223 0,187-85 0,-318 168-341,0 0 0,1 2-1,45-12 1,-50 18-6485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19:59.8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762 1867 24575,'1754'0'0,"-1377"14"0,-14 0 0,-268-13 0,-32 2 0,1-4 0,69-9 0,-102 2 0,-1 0 0,-1-2 0,0-1 0,0-2 0,-1-1 0,32-21 0,28-13 0,30-11 0,-19 6 0,204-74 0,-206 99 0,-56 19 0,-1-3 0,0-2 0,-1-1 0,62-33 0,-74 32 0,-17 11 0,-1-1 0,1 0 0,-1 0 0,15-14 0,-21 16 0,-1 1 0,1 0 0,-1 0 0,0-1 0,0 1 0,0-1 0,0 0 0,-1 0 0,1 1 0,-1-1 0,0 0 0,0 0 0,-1 0 0,1 0 0,-1-1 0,0 1 0,0-5 0,-2-5 0,0 0 0,0 0 0,-2 1 0,1-1 0,-2 1 0,0 0 0,0 0 0,-1 0 0,-1 1 0,0 0 0,-1 0 0,0 1 0,-15-16 0,-11-8 0,-1 1 0,-59-43 0,44 41 0,-74-39 0,57 37 0,30 19 0,-1 2 0,-1 1 0,0 3 0,-46-11 0,-67-23 0,-187-91 0,102 25 0,150 68 0,-135-50 0,123 61 0,-194-60 0,239 81 0,-1 1 0,0 3 0,-86-2 0,-315-9 0,357 14 0,-49-6 0,-77-2 0,128 13 0,-170 4 0,232 1 0,0 2 0,1 1 0,-59 21 0,-6 1 0,-31 9 0,-48 11 0,152-42 0,0 1 0,0 1 0,0 1 0,2 2 0,-40 23 0,-4 2 0,26-19 0,34-15 0,0 0 0,1 0 0,-1 0 0,1 1 0,0 0 0,0 0 0,0 1 0,1 0 0,0 0 0,-1 1 0,2 0 0,-7 7 0,-5 14 0,0 0 0,2 1 0,1 1 0,1 1 0,-17 57 0,-23 160 0,53-242 0,-7 51 0,3 1 0,5 99 0,2-49 0,-4-96 0,1-1 0,1 1 0,0 0 0,0 0 0,1-1 0,0 1 0,1-1 0,0 0 0,1 0 0,0 0 0,1 0 0,0 0 0,0-1 0,1 0 0,0 0 0,1-1 0,0 1 0,0-1 0,1-1 0,0 0 0,16 12 0,-2-4 0,2 1 0,0-1 0,1-1 0,30 13 0,-10-10 0,2-2 0,0-1 0,74 10 0,104 20 0,-93-18 0,-110-21-1365,-2-2-5461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20:06.4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1 165 24575,'7'-1'0,"-1"0"0,1 0 0,0 0 0,-1-1 0,10-3 0,18-5 0,97-20 0,-27 4 0,-56 16 0,-20 3 0,1 1 0,37-2 0,-32 5 0,35-8 0,-38 5 0,50-2 0,523 6 0,-289 4 0,-259 0 0,-30-1 0,-1 0 0,1-2 0,-1-1 0,49-9 0,-41 4-58,1 2 0,0 1 0,0 1 0,60 4 0,-43 0-1017,-28 0-5751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20:11.2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165 953 24575,'32'-1'0,"0"3"0,0 0 0,44 11 0,-30-6 0,0-2 0,1-2 0,85-5 0,-33-1 0,-21 5 0,87-4 0,-160 1 0,0 0 0,1 0 0,-1 0 0,0 0 0,1-1 0,-1 0 0,0 0 0,0 0 0,0-1 0,-1 1 0,1-1 0,-1-1 0,1 1 0,-1 0 0,0-1 0,0 0 0,-1 0 0,1 0 0,-1-1 0,5-6 0,16-23 0,-20 30 0,0 0 0,-1-1 0,1 1 0,-1-1 0,0 0 0,0 0 0,-1 0 0,0-1 0,0 1 0,0-1 0,1-8 0,2-32 0,-3 0 0,-5-63 0,0 14 0,3 68 0,-3-1 0,0 1 0,-1 0 0,-2 0 0,-1 0 0,-1 1 0,-1 0 0,-1 1 0,-18-32 0,14 34 0,-2 0 0,-36-40 0,39 51 0,0 1 0,-1 1 0,-1 0 0,1 1 0,-2 0 0,1 1 0,-1 1 0,-31-9 0,29 11 0,0 0 0,0 2 0,0 0 0,-28 0 0,-77 6 0,38 0 0,78-3 0,0 0 0,0 1 0,0 0 0,0 0 0,0 1 0,0 0 0,0 0 0,1 1 0,-1 0 0,1 0 0,-1 0 0,-5 5 0,-4 5 0,0-1 0,-25 30 0,22-22 0,-17 13 0,-10 10 0,-51 53 0,80-76 0,4-6 0,0 1 0,-14 23 0,23-31 0,0 0 0,1 0 0,0 0 0,0 0 0,1 1 0,0-1 0,0 1 0,1 0 0,-1 9 0,2 125 0,2-66 0,-1-61-170,0 0-1,1 0 0,1-1 1,0 1-1,1-1 0,1 0 1,7 17-1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20:13.6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25 24575,'2240'0'0,"-2205"-2"-92,64-11 0,-64 7-1089,-11 2-5645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20:19.1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1196 1221 24575,'87'-219'0,"-49"131"0,48-163 0,-80 215 0,-2-1 0,-1 0 0,-2 1 0,-5-67 0,0-4 0,4 100 0,-1 0 0,1-1 0,-1 1 0,0 0 0,-1 0 0,1 0 0,-1 0 0,-1 1 0,1-1 0,-1 1 0,-1-1 0,1 1 0,-1 0 0,0 0 0,0 0 0,-1 1 0,1-1 0,-1 1 0,-1 0 0,1 1 0,-1-1 0,0 1 0,-6-4 0,-24-13 0,-1 2 0,0 1 0,-69-22 0,51 20 0,27 11 0,0 1 0,0 1 0,-1 1 0,-57-3 0,-119 10 0,79 2 0,66-3 0,16-2 0,1 3 0,-1 1 0,0 2 0,-57 13 0,94-15 0,-1 1 0,1 1 0,0-1 0,0 1 0,0 0 0,0 1 0,1 0 0,0 0 0,0 0 0,0 0 0,1 1 0,-1 0 0,1 0 0,1 1 0,-6 8 0,-4 11 0,0 1 0,-16 45 0,29-68 0,-6 16 0,1 1 0,2-1 0,0 1 0,1 0 0,-1 28 0,4-3 0,7 62 0,-6-98 0,1 0 0,1 0 0,-1 0 0,2 0 0,-1-1 0,1 1 0,1-1 0,0 0 0,0 0 0,10 12 0,8 5 0,45 43 0,3 4 0,-43-41 0,1-1 0,55 46 0,-55-54 0,1 0 0,1-2 0,0-2 0,2 0 0,0-3 0,1 0 0,36 10 0,-4-1 99,-46-16-831,36 10 0,-33-14-6094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20:20.7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24575,'1461'0'-1365,"-1438"0"-5461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20:25.3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1318 24575,'390'-181'0,"111"-79"0,8-4 0,-183 112 0,-104 56 0,-189 86 0,57-12 0,9-2 0,80-21 0,-177 45 0,1 0 0,-1-1 0,1 1 0,-1-1 0,1 1 0,-1-1 0,0 0 0,1 0 0,-1 0 0,0 0 0,0 0 0,0-1 0,0 1 0,0-1 0,0 1 0,0-1 0,0 0 0,-1 0 0,1 0 0,-1 0 0,1 0 0,-1 0 0,0 0 0,1 0 0,-1 0 0,0-1 0,-1 1 0,1 0 0,0-1 0,-1 1 0,1-1 0,-1 1 0,0-1 0,0 1 0,0-1 0,0 1 0,0-1 0,-1 1 0,1 0 0,-1-1 0,1 1 0,-1-1 0,0 1 0,0 0 0,0-1 0,0 1 0,0 0 0,-1 0 0,1 0 0,-1 0 0,1 0 0,-1 0 0,-2-1 0,-8-10 0,-2 1 0,1 0 0,-2 2 0,1-1 0,-28-13 0,-88-36 0,99 47 0,28 12 0,0-1 0,-1 1 0,1 0 0,0 0 0,-1 0 0,1 1 0,-1-1 0,-7 1 0,11 0 0,0 0 0,0 0 0,0 0 0,-1 0 0,1 0 0,0 0 0,0 0 0,0 0 0,-1 0 0,1 0 0,0 0 0,0 1 0,0-1 0,0 0 0,-1 0 0,1 0 0,0 0 0,0 0 0,0 0 0,0 1 0,0-1 0,0 0 0,-1 0 0,1 0 0,0 0 0,0 1 0,0-1 0,0 0 0,0 0 0,0 0 0,0 1 0,0-1 0,0 0 0,0 0 0,0 0 0,0 1 0,0-1 0,0 0 0,0 0 0,0 0 0,0 1 0,0-1 0,0 0 0,0 0 0,0 0 0,0 1 0,16 17 0,150 105 0,-103-78 0,-40-31 0,41 21 0,-7-5 0,-54-28 0,0 1 0,0-1 0,-1 1 0,1 0 0,0 0 0,-1 0 0,0 0 0,0 0 0,0 1 0,0-1 0,0 1 0,-1-1 0,1 1 0,-1 0 0,0-1 0,0 1 0,-1 0 0,1 0 0,-1 0 0,1 3 0,-1 12 0,0 0 0,-5 32 0,4-46 0,-2 15 0,-2-1 0,0 0 0,-1 0 0,-1-1 0,0 0 0,-14 23 0,-7 6 0,-34 44 0,41-63-341,-1-1 0,-1-1-1,-32 28 1,36-39-6485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24:13.1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28 24575,'99'1'0,"0"5"0,0 3 0,105 25 0,-21 7 0,255 53 0,7-37 0,191-26 0,-474-19 0,65 2 0,-63-13 0,328-4 0,-413-4 0,-1-3 0,87-23 0,34-6 0,33 15 0,-13 2 0,-179 17 0,125-19 0,188-2 0,-148 27 0,154-3 0,-1-27 0,-246 13 0,215-28 0,5 26 0,-288 18 0,56 2 0,171-19 0,-217 11-682,59 1-1,-88 5-6143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24:16.6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1 712 24575,'-1'41'0,"2"49"0,0-88 0,-1 0 0,0 0 0,1 0 0,-1 0 0,1 0 0,-1 0 0,1 0 0,0 0 0,0 0 0,0-1 0,0 1 0,0 0 0,0-1 0,1 1 0,-1-1 0,0 1 0,1-1 0,-1 1 0,1-1 0,0 0 0,-1 0 0,1 0 0,0 0 0,0 0 0,0 0 0,0 0 0,-1-1 0,1 1 0,0-1 0,0 1 0,0-1 0,0 0 0,0 0 0,0 0 0,1 0 0,2 0 0,10-2 0,-1 1 0,1-2 0,-1 0 0,16-6 0,-26 8 0,264-96 0,-1-24 0,-137 60 0,242-111 0,488-216 0,-816 370-1365,-16 8-5461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24:21.2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24101,'3161'54'0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24:43.2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1130 24575,'0'89'0,"1"100"0,-1-185 0,1 1 0,-1-1 0,1 0 0,0 1 0,0-1 0,0 0 0,0 0 0,3 6 0,-3-9 0,0 0 0,0 0 0,-1 0 0,1 0 0,0 0 0,0-1 0,0 1 0,0 0 0,0 0 0,0-1 0,0 1 0,1 0 0,-1-1 0,0 1 0,0-1 0,0 1 0,1-1 0,-1 0 0,0 0 0,0 1 0,1-1 0,-1 0 0,0 0 0,1 0 0,-1 0 0,0-1 0,0 1 0,1 0 0,-1 0 0,0-1 0,0 1 0,0-1 0,3 0 0,14-8 0,-1-1 0,1 0 0,-2-1 0,1-1 0,23-23 0,-31 28 0,215-194 0,-6 5 0,388-268-402,-438 354 260,326-157 0,-301 185 252,-161 71-450,0 1 0,1 1-1,65-7 1,-61 14-5914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24:45.8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21389,'1621'0'0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24:49.9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24575,'10'1'0,"0"0"0,0 0 0,0 1 0,0 1 0,14 5 0,16 4 0,91 14 0,222 18 0,138-33 0,553-13 12,-613 2-1389,-404 0-5449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24:54.6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1340 24575,'-1'60'0,"3"67"0,-2-124 0,0-1 0,1 0 0,-1 1 0,1-1 0,-1 0 0,1 0 0,0 0 0,0 1 0,0-1 0,0 0 0,0 0 0,0 0 0,0 0 0,1-1 0,-1 1 0,1 0 0,0 0 0,-1-1 0,1 1 0,2 0 0,0 0 0,-1 0 0,1 0 0,0-1 0,0 0 0,0 1 0,0-2 0,0 1 0,0 0 0,0-1 0,7 0 0,7-1 0,0-1 0,-1-1 0,0 0 0,29-10 0,56-26 0,196-102 0,-175 77 0,822-422-1340,386-192 1306,-1276 651-62,179-83-944,-198 96-4641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24:57.2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1517 246 24575,'-4'-2'0,"-1"1"0,0-1 0,1 0 0,-1 0 0,1-1 0,0 1 0,0-1 0,0 0 0,0 0 0,0-1 0,-3-4 0,-16-10 0,-19-9 0,-1 2 0,0 2 0,-2 3 0,-1 1 0,0 2 0,-2 2 0,1 2 0,-2 2 0,1 3 0,-1 1 0,-1 3 0,-55 2 0,-87 1 0,-106 4 0,287-2 0,0 1 0,-1 0 0,1 1 0,0 0 0,1 0 0,-1 2 0,1-1 0,-1 1 0,1 0 0,1 1 0,-1 1 0,1-1 0,0 1 0,1 1 0,-1 0 0,1 0 0,1 0 0,0 1 0,0 0 0,1 1 0,-7 12 0,1-2 0,2 2 0,0 0 0,1 0 0,2 1 0,0 0 0,-4 29 0,5-15 0,2 0 0,2 0 0,3 50 0,0-75 0,1 0 0,0 0 0,0 0 0,1 0 0,1-1 0,0 1 0,1-1 0,0 0 0,1 0 0,0-1 0,12 17 0,-16-24 0,70 95 0,-60-85 0,0 0 0,1-1 0,0 0 0,1-1 0,15 9 0,21 9 0,1-3 0,1-2 0,2-2 0,92 25 0,-119-40 0,1-2 0,0 0 0,0-2 0,37 0 0,-45-3 0,0-1 0,0-1 0,0-1 0,0-1 0,-1-1 0,36-13 0,-43 12 0,1 0 0,21-17 0,4-3 0,88-57 0,-41 25 0,-77 53 0,1-1 0,-1-1 0,0 0 0,0 0 0,-1 0 0,0-1 0,0 0 0,-1 0 0,0-1 0,0 0 0,-1 0 0,0 0 0,-1-1 0,0 1 0,-1-1 0,0 0 0,0 0 0,-1-1 0,2-19 0,2-46-1365,-5 44-5461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25:05.4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2 535 24575,'-1'19'0,"1"-9"0,-1 0 0,2 0 0,-1-1 0,1 1 0,5 18 0,-6-26 0,1-1 0,0 1 0,0 0 0,0 0 0,0 0 0,0 0 0,0-1 0,0 1 0,1 0 0,-1-1 0,1 0 0,-1 1 0,1-1 0,-1 0 0,1 1 0,0-1 0,0 0 0,0 0 0,0 0 0,-1-1 0,1 1 0,0 0 0,0-1 0,1 1 0,-1-1 0,0 0 0,0 0 0,0 0 0,0 0 0,0 0 0,0 0 0,0 0 0,3-1 0,25-6 0,0-2 0,-1 0 0,0-2 0,0-1 0,31-19 0,-41 21 0,186-94 0,370-167 0,-303 174 0,-84 32 0,-126 38-1365,-43 18-5461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25:08.7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2 382 24575,'-1'84'0,"2"94"0,-1-176 0,0 0 0,0 0 0,0 0 0,0 0 0,0 0 0,1 0 0,-1 0 0,1 0 0,-1 0 0,1 0 0,0 0 0,-1 0 0,1-1 0,0 1 0,0 0 0,0 0 0,1-1 0,-1 1 0,0-1 0,1 1 0,-1-1 0,0 0 0,1 1 0,2 0 0,-1-1 0,0-1 0,1 1 0,-1-1 0,0 0 0,0-1 0,0 1 0,1 0 0,-1-1 0,0 0 0,0 0 0,0 0 0,0 0 0,0 0 0,0 0 0,3-3 0,48-24 0,95-65 0,39-51 0,-141 107 0,21-15 0,117-71 0,-128 93 0,120-45 0,-129 57-120,0 0-191,1 1 0,0 3-1,80-13 1,-102 25-6515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25:29.6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1 191 24575,'-1'62'0,"3"71"0,-2-129 0,0 1 0,1-1 0,-1 0 0,1 0 0,0 0 0,0 1 0,1-1 0,-1 0 0,1-1 0,0 1 0,0 0 0,1 0 0,3 4 0,-4-6 0,0 0 0,0 0 0,0-1 0,0 1 0,1-1 0,-1 0 0,1 1 0,-1-1 0,1 0 0,-1 0 0,1-1 0,0 1 0,-1 0 0,1-1 0,0 0 0,0 1 0,-1-1 0,1 0 0,0-1 0,0 1 0,-1 0 0,4-2 0,10-1 0,0-2 0,-1 0 0,1-1 0,-1 0 0,20-13 0,72-50 0,-47 29 0,43-23 0,2 5 0,158-63 0,-216 101-63,-22 9-371,1 1 0,49-13 0,-53 19-6392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25:32.9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0 680 24575,'29'-1'0,"-1"-1"0,1-2 0,44-11 0,-31 5 0,506-128 0,-5-26 0,529-135 0,-991 282 0,1 4 0,1 3 0,-1 4 0,133 6 0,-158 3 0,-37-3 0,0 1 0,0 0 0,-1 1 0,1 1 0,-1 1 0,1 1 0,-1 1 0,34 15 0,-25-5 0,0 2 0,-1 1 0,31 29 0,68 74 0,-89-83 0,-22-23-1365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25:36.4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751 337 24575,'6'0'0,"0"-1"0,0 0 0,0 0 0,0 0 0,8-4 0,10-2 0,720-142 0,-614 126 0,348-47 0,-351 58 0,229 10 0,-312 5 0,51 11 0,-77-10 0,1 0 0,-1 2 0,0 0 0,0 1 0,19 11 0,-36-18 0,0 0 0,-1 0 0,1 1 0,0-1 0,-1 0 0,1 1 0,0-1 0,-1 1 0,1-1 0,0 0 0,-1 1 0,1 0 0,-1-1 0,1 1 0,-1-1 0,1 1 0,-1 0 0,1-1 0,-1 1 0,0 0 0,1-1 0,-1 1 0,0 0 0,0-1 0,1 1 0,-1 0 0,0 0 0,0-1 0,0 1 0,0 0 0,0 0 0,0 0 0,0-1 0,0 1 0,0 0 0,-1 1 0,0-1 0,-1 1 0,1 0 0,-1-1 0,0 1 0,1-1 0,-1 0 0,0 1 0,0-1 0,0 0 0,0 0 0,0 0 0,0 0 0,-3 0 0,-19 6 0,-1 0 0,1-2 0,-47 4 0,-84-4 0,96-4 0,-1123 2 0,568-6 0,451-11 0,109 7 0,-58 0 0,-310 8 0,1963-1 0,-1523 0 0,33 0 0,-49 0 0,0 0 0,0 0 0,1 1 0,-1-1 0,0 1 0,0-1 0,0 1 0,0 0 0,0 0 0,0-1 0,0 2 0,0-1 0,0 0 0,0 0 0,-1 1 0,1-1 0,1 2 0,-3-2 0,1-1 0,-1 1 0,0 0 0,1-1 0,-1 1 0,0 0 0,0-1 0,0 1 0,0 0 0,0 0 0,0-1 0,0 1 0,0 0 0,0-1 0,0 1 0,0 0 0,0-1 0,-1 1 0,1 0 0,0-1 0,0 1 0,-1 0 0,1-1 0,0 1 0,-1-1 0,1 1 0,-1-1 0,1 1 0,-1-1 0,1 1 0,-1 0 0,-21 14 0,1-4 0,-1-2 0,0 0 0,-1-1 0,-38 7 0,13-3 0,-133 33 0,-356 40 0,509-83 0,14-2 0,0 2 0,0-1 0,0 2 0,-23 6 0,35-7 0,9-1 0,18-2 0,0-1 0,0-1 0,25-8 0,-41 10 0,578-125 27,187-36-724,-270 79 530,3 36 200,-476 45-33,-18 1 0,1 0 0,-1 1 0,1 0 0,-1 1 0,1 1 0,14 3 0,-28-5 0,1 0 0,-1 0 0,0 0 0,0 0 0,1 0 0,-1 0 0,0 0 0,1 0 0,-1 0 0,0 0 0,0 0 0,1 0 0,-1 0 0,0 0 0,1 1 0,-1-1 0,0 0 0,0 0 0,0 0 0,1 0 0,-1 1 0,0-1 0,0 0 0,1 0 0,-1 1 0,0-1 0,0 0 0,0 0 0,0 1 0,0-1 0,1 0 0,-1 0 0,0 1 0,0-1 0,0 0 0,0 1 0,0-1 0,0 0 0,0 0 0,0 1 0,0-1 0,0 0 0,0 1 0,0-1 0,0 0 0,0 0 0,0 1 0,-1-1 0,1 0 0,0 1 0,0-1 0,0 0 0,0 0 0,0 1 0,-1-1 0,1 0 0,0 0 0,0 0 0,0 1 0,-1-1 0,1 0 0,-1 0 0,-8 6 69,-1 0 0,0-1 0,-1 0 0,1 0 0,-1-2 0,-18 6 0,-1 0 118,-453 110-40,-13-38-171,375-62 35,73-12-11,-776 93 0,788-98 0,225-8-1365,-155 6-5461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25:46.9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494 1054 24575,'3'1'0,"0"-1"0,0 1 0,0 0 0,0 0 0,0 0 0,0 1 0,0-1 0,0 1 0,0-1 0,-1 1 0,1 0 0,2 2 0,15 10 0,430 190 0,-354-168 0,2-4 0,187 35 0,-212-59 0,0-3 0,108-8 0,-47 0 0,178 5 0,317-4 0,-389-11 0,74-1 0,-231 15 0,-28 1 0,111-11 0,-147 6 0,-1 0 0,0-1 0,-1-2 0,1 1 0,-1-2 0,0 0 0,0-1 0,-1-1 0,0-1 0,16-12 0,-2-3 0,-1-2 0,-2-1 0,0-1 0,-2-1 0,22-37 0,-12 12 0,-2-2 0,31-76 0,-50 100 0,-2 0 0,-2-1 0,0 0 0,-3-1 0,-1 0 0,-1 0 0,-2 0 0,-2-52 0,-2 76 0,-1-1 0,0 1 0,0-1 0,-1 1 0,-1 0 0,0 0 0,0 0 0,-1 0 0,0 1 0,-12-18 0,7 15 0,-1 1 0,0 0 0,-1 0 0,0 1 0,-1 1 0,-25-17 0,-10 1 0,-1 2 0,0 2 0,-87-24 0,88 30 0,-36-11 0,-1 4 0,-1 3 0,-1 5 0,-155-9 0,-32 14 0,-284-5 0,-1114 16 0,1641 0 0,1 1 0,-1 1 0,1 2 0,0 1 0,0 1 0,0 2 0,1 1 0,1 1 0,-1 1 0,2 2 0,0 1 0,1 1 0,0 1 0,1 1 0,-24 24 0,-98 106 0,127-125 0,0 2 0,2 0 0,1 1 0,-22 46 0,34-57 0,1 1 0,0-1 0,2 0 0,0 1 0,0 0 0,2-1 0,-1 1 0,5 25 0,-3 3 0,-1-3 0,-1-19 0,2-1 0,0 0 0,7 39 0,-7-55 0,0 1 0,1 0 0,0-1 0,0 1 0,1-1 0,0 0 0,0 0 0,0 0 0,0 0 0,1 0 0,0-1 0,0 1 0,0-1 0,0 0 0,1 0 0,-1-1 0,1 1 0,8 3 0,6 2 24,0-2 0,0 0 0,0-1 0,36 6 0,-10-5-767,48 0 1,-62-6-6084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25:49.9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24063,'1324'0'0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25:54.1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2 337 24575,'-1'58'0,"2"68"0,-1-123 0,1 0 0,-1 0 0,0-1 0,1 1 0,0 0 0,-1 0 0,1-1 0,0 1 0,1 0 0,-1-1 0,0 1 0,1-1 0,-1 1 0,1-1 0,0 0 0,0 0 0,0 0 0,4 4 0,-2-4 0,-1 0 0,1 0 0,-1-1 0,1 0 0,0 1 0,-1-1 0,1 0 0,0-1 0,0 1 0,0-1 0,0 0 0,5 0 0,6-1 0,-1-1 0,1-1 0,0 0 0,-1-1 0,0-1 0,17-7 0,-1-3 0,-1 0 0,0-2 0,37-30 0,73-71 0,-98 78 0,-1-1 0,-2-2 0,-3-2 0,57-91 0,-78 115-1365,-1 4-5461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25:56.6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1 107 23839,'4513'-107'0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26:19.5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24050,'2459'0'0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26:25.0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943 81 24575,'-88'1'0,"-42"0"0,-153-19 0,104 6 0,71-11 0,-26-4-1365,113 25-5461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26:10.6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168 211 24575,'0'-4'0,"0"0"0,-1 0 0,0-1 0,0 1 0,0 0 0,0 0 0,-1 0 0,1 0 0,-1 1 0,0-1 0,0 0 0,0 1 0,-1-1 0,0 1 0,1 0 0,-1 0 0,0 0 0,0 0 0,-1 0 0,1 1 0,0-1 0,-1 1 0,0 0 0,1 0 0,-8-2 0,-1-1 0,0 1 0,1 0 0,-1 1 0,-1 1 0,1 0 0,-18-1 0,379 6 0,-232-3 0,44-14 0,-107 7 0,58 0 0,16 9 0,144-4 0,-252-1 0,-1 0 0,0-1 0,31-12 0,-32 9 0,1 1 0,-1 1 0,38-4 0,-8 6-66,-25 3-259,1-2 0,-1 0 1,31-8-1,-36 5-6501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26:13.4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26:28.6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2462 786 24575,'9'-17'0,"1"1"0,12-17 0,13-19 0,-16 17 0,-2 0 0,17-49 0,-29 68 0,0 0 0,-1 0 0,-1-1 0,-1 0 0,0 1 0,-1-1 0,-1 0 0,-2-19 0,1 31 0,0 0 0,0-1 0,-1 1 0,0 0 0,0 0 0,0 0 0,-1 0 0,1 1 0,-1-1 0,0 1 0,-1-1 0,1 1 0,-8-6 0,-4-4 0,-2 1 0,-23-15 0,-15-12 0,29 17 0,-2 2 0,-1 0 0,-1 2 0,-62-29 0,74 42 0,0 1 0,0 0 0,-36-3 0,8 2 0,-27-3 0,-1 3 0,-106 6 0,81 1 0,75 0 0,1 2 0,-33 6 0,29-3 0,-36 1 0,-389-4 0,231-5 0,99 0 0,-137 4 0,237 2 0,0 1 0,1 0 0,0 2 0,0 0 0,-36 19 0,37-17 0,-4 3 0,1 1 0,-22 18 0,-1-1 0,39-25 0,-1 1 0,1-1 0,-1 1 0,2 0 0,-1 1 0,1 0 0,0 0 0,0 0 0,1 1 0,0 0 0,0 0 0,1 0 0,0 0 0,0 1 0,1 0 0,0-1 0,1 1 0,0 0 0,0 1 0,0 10 0,0-2 0,0-1 0,2 1 0,0 0 0,4 28 0,-3-38 0,1 0 0,0 0 0,1 0 0,0-1 0,0 1 0,1 0 0,-1-1 0,2 0 0,-1 0 0,1 0 0,11 11 0,-7-10 5,0 0-1,0-1 0,1 0 1,0-1-1,0 0 0,0 0 1,22 7-1,16 9-1404,-30-12-5426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26:37.9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24221,'3107'26'0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26:46.0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2178 619 24465,'-1'25'0,"-1"-1"0,-3 0 0,0 0 0,-3 0 0,-1 0 0,-2-1 0,-1 1 0,-2-1 0,-2-1 0,-1 0 0,-2 0 0,-1 0 0,-1-1 0,-2-1 0,-2 0 0,-1 0 0,-1-2 0,-1 1 0,-2-2 0,-1 0 0,-1-1 0,-1-1 0,-1 0 0,-1-1 0,-1-1 0,-1-1 0,0 0 0,-2-1 0,0-2 0,-1 0 0,0-1 0,-1-1 0,-1-1 0,1 0 0,-1-2 0,-1-1 0,1-1 0,-1 0 0,0-2 0,0 0 0,1-2 0,-1 0 0,1-1 0,0-1 0,0-2 0,1 0 0,0-1 0,0-1 0,2-1 0,-1 0 0,2-2 0,0-1 0,1 0 0,1-1 0,1-1 0,1-1 0,1 0 0,1-1 0,1-1 0,2 0 0,0-2 0,2 1 0,1-2 0,2 0 0,1 0 0,1-1 0,2-1 0,1 0 0,2 0 0,2 0 0,1-1 0,1-1 0,2 1 0,2-1 0,2 0 0,1 0 0,2 0 0,1 0 0,2-1 0,2 1 0,2 0 0,1-1 0,2 1 0,1 0 0,2 1 0,2-1 0,2 1 0,1 0 0,1 0 0,2 1 0,2 0 0,1 1 0,2 0 0,1 0 0,1 1 0,2 1 0,1 0 0,2 1 0,0 0 0,2 2 0,1-1 0,1 2 0,1 0 0,1 1 0,1 1 0,1 1 0,1 0 0,0 2 0,2 0 0,-1 1 0,2 1 0,0 1 0,0 1 0,1 1 0,0 1 0,0 0 0,1 2 0,-1 0 0,1 2 0,0 0 0,0 2 0,-1 0 0,1 2 0,-1 0 0,-1 1 0,1 1 0,-1 1 0,-1 1 0,0 1 0,-1 1 0,0 0 0,-2 2 0,0 0 0,-1 1 0,-1 1 0,-1 1 0,-1 0 0,-1 2 0,-1-1 0,-1 2 0,-2 0 0,-1 1 0,-1 0 0,-1 1 0,-2 1 0,-2 0 0,-1 0 0,-1 1 0,-2 0 0,-1 1 0,-2 0 0,-2 0 0,-1 1 0,-2-1 0,-1 1 0,-3 0 0,0 1 0,-3-1 0,-1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26:55.3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1 715 24575,'-1'50'0,"3"60"0,-2-107 0,1 0 0,0 0 0,-1 0 0,1 0 0,0 0 0,0-1 0,1 1 0,-1 0 0,1 0 0,-1-1 0,1 1 0,0-1 0,0 0 0,0 1 0,0-1 0,0 0 0,1 0 0,-1 0 0,1 0 0,-1-1 0,1 1 0,0-1 0,-1 0 0,1 1 0,0-1 0,0 0 0,0-1 0,0 1 0,0 0 0,0-1 0,0 0 0,0 0 0,4 0 0,1 1 0,0-1 0,1-1 0,-1 0 0,0 0 0,1 0 0,-1-1 0,0 0 0,0-1 0,0 0 0,-1 0 0,12-7 0,-1-4 0,0-2 0,-1 0 0,-1 0 0,-1-2 0,0 0 0,-1-1 0,15-27 0,19-23 0,64-91 0,34-44 0,-124 176 0,85-118 0,-31 23-1365,-65 106-5461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26:59.9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121 0 24575,'-16'330'0,"1"-182"0,-9 165 0,23-286 0,-2 0 0,-2 0 0,-12 47 0,8-42 0,-7 62 0,8-38-1365,2-36-5461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27:06.7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364 128 24575,'-1'4'0,"-1"0"0,1 0 0,-1-1 0,1 1 0,-1 0 0,0-1 0,-1 1 0,1-1 0,0 0 0,-1 0 0,0 0 0,0 0 0,-6 5 0,-8 10 0,-45 63 0,15-19 0,-2-2 0,-71 68 0,89-104 0,32-25 0,-1 1 0,0 0 0,0 0 0,0 0 0,0 0 0,0 0 0,0 0 0,0 0 0,0 0 0,0 0 0,0 0 0,0 0 0,0 0 0,0-1 0,0 1 0,0 0 0,0 0 0,0 0 0,0 0 0,0 0 0,0 0 0,0 0 0,0 0 0,0 0 0,0-1 0,0 1 0,0 0 0,0 0 0,0 0 0,0 0 0,0 0 0,0 0 0,0 0 0,0 0 0,0 0 0,0 0 0,0 0 0,-1 0 0,1-1 0,0 1 0,0 0 0,0 0 0,0 0 0,0 0 0,0 0 0,0 0 0,0 0 0,0 0 0,0 0 0,0 0 0,-1 0 0,1 0 0,0 0 0,0 0 0,0 0 0,0 0 0,0 0 0,15-20 0,36-43 0,5-6 0,90-88 0,-131 144 0,1-1 0,26-30 0,-32 31 0,1 0 0,0 1 0,1 1 0,0 0 0,1 0 0,27-16 0,-34 23 0,0 1 0,0 0 0,1 1 0,0 0 0,-1 0 0,1 0 0,0 0 0,0 1 0,0 1 0,0-1 0,0 1 0,0 0 0,0 0 0,0 1 0,0 0 0,0 0 0,0 1 0,11 4 0,8 6 0,-1 2 0,-1 0 0,0 2 0,0 0 0,-2 2 0,0 0 0,-1 2 0,-1 0 0,26 35 0,-17-22 0,15 22 0,11 8 0,-54-62 0,0 0 0,0 0 0,0 0 0,0 0 0,0-1 0,0 1 0,0 0 0,0 0 0,0-1 0,0 1 0,0-1 0,0 1 0,1-1 0,0 1 0,3-4 0,-8-10 0,-8-6 0,-1 1 0,0 1 0,-2-1 0,0 2 0,-18-17 0,25 26 0,-27-25 0,-1 1 0,-2 2 0,-78-48 0,59 35 0,44 32 0,1 0 0,-2 1 0,1 1 0,-1 0 0,-1 0 0,-15-5 0,26 11 0,-1 2 0,0-1 0,0 0 0,0 1 0,0-1 0,1 1 0,-1 0 0,0 0 0,0 1 0,0-1 0,0 1 0,1 0 0,-1 0 0,0 0 0,1 1 0,-1-1 0,0 1 0,1 0 0,0 0 0,-1 0 0,1 0 0,0 0 0,0 1 0,1-1 0,-1 1 0,0 0 0,1 0 0,-5 6 0,-28 41 0,1 2 0,-38 78 0,67-122 0,0 0 0,-1-1 0,0 1 0,0-1 0,-9 7 0,-10 13 0,17-19 0,0 0 0,-1 0 0,0-1 0,0 0 0,-1 0 0,1-1 0,-2 0 0,1-1 0,-19 7 0,29-12 0,0 0 0,-1 0 0,1 0 0,0 0 0,0 0 0,-1 0 0,1 0 0,0 0 0,0 0 0,0 0 0,-1-1 0,1 1 0,0 0 0,0 0 0,0 0 0,-1 0 0,1 0 0,0 0 0,0-1 0,0 1 0,0 0 0,-1 0 0,1 0 0,0 0 0,0-1 0,0 1 0,0 0 0,0 0 0,0 0 0,-1-1 0,1 1 0,0 0 0,0 0 0,0 0 0,0-1 0,0 1 0,0 0 0,0 0 0,0-1 0,0 1 0,0 0 0,0 0 0,0-1 0,0 1 0,0 0 0,0 0 0,0 0 0,1-1 0,-1 1 0,0 0 0,0 0 0,0 0 0,0-1 0,0 1 0,0 0 0,1 0 0,-1 0 0,0 0 0,0-1 0,0 1 0,1 0 0,8-18 0,-8 17 0,6-11 0,0 0 0,1 1 0,1 0 0,0 0 0,0 1 0,1 0 0,1 0 0,0 2 0,0-1 0,0 1 0,1 1 0,16-8 0,22-7 0,-40 16 0,1 1 0,-1 0 0,1 1 0,0 0 0,1 1 0,-1 0 0,20-1 0,-5 2 0,0 1 0,0 2 0,45 6 0,-60-4 0,-1-1 0,0 1 0,0 1 0,0 0 0,0 0 0,-1 1 0,1 0 0,-1 1 0,0 0 0,-1 0 0,16 15 0,-20-17-105,0-1 0,0 1 0,1-1 0,0 0 0,-1 0 0,1 0 0,0-1 0,0 0 0,0 0 0,1 0 0,-1-1 0,6 2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27:20.0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24575,'1869'0'-1365,"-1847"0"-5461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27:36.8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27:39.8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24263,'2351'81'0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27:42.7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1 498 24575,'-1'50'0,"3"59"0,-2-106 0,0-1 0,0 1 0,0-1 0,1 1 0,-1-1 0,1 1 0,0-1 0,0 1 0,0-1 0,0 0 0,0 0 0,0 1 0,1-1 0,-1 0 0,1 0 0,-1 0 0,4 2 0,-3-3 0,0 0 0,-1 0 0,1 0 0,0 0 0,0 0 0,0-1 0,0 1 0,0-1 0,0 0 0,1 1 0,-1-1 0,0 0 0,0 0 0,0 0 0,0-1 0,4 0 0,5-2 0,-1-1 0,1 0 0,-1 0 0,0-1 0,0-1 0,14-10 0,324-253 0,-39 27 0,-94 88-1365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27:46.4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 24575,'29'1'0,"49"9"0,-7-1 0,64 5 0,152 6 0,438-21 0,-528-13 0,-18 1 0,353 12 0,-248 2 0,-242-3 0,56-9 0,30-3 0,115 15-1365,-220-1-5461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27:57.5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24575,'68'0'0,"575"16"0,-413-8 0,-51-4 0,-80 9 0,-65-7 0,46 1 0,691-5 80,-376-4-1525,-362 2-5381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27:59.1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5 355 24575,'-2'42'0,"1"-29"0,0 0 0,1 1 0,0-1 0,1 0 0,0 0 0,6 21 0,-6-32 0,0 1 0,1-1 0,-1 0 0,1 0 0,-1 1 0,1-1 0,0 0 0,0 0 0,0-1 0,0 1 0,0 0 0,0-1 0,0 1 0,1-1 0,-1 0 0,1 0 0,-1 1 0,1-2 0,-1 1 0,1 0 0,-1 0 0,1-1 0,0 0 0,-1 1 0,1-1 0,5-1 0,2 1 0,1-1 0,-1 0 0,1-1 0,-1 0 0,17-6 0,-8 0 0,0-1 0,0-1 0,0 0 0,-1-1 0,18-16 0,82-75 0,-107 92 0,43-42-341,-2-3 0,-3-2-1,83-124 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28:01.3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1463 6697 24575,'-5'0'0,"1"-1"0,-1-1 0,1 1 0,0-1 0,-1 0 0,1 0 0,0 0 0,0 0 0,0-1 0,1 0 0,-6-4 0,-7-4 0,-85-59 0,2-3 0,5-5 0,2-4 0,-96-113 0,132 129 0,3-3 0,3-2 0,3-2 0,4-2 0,2-2 0,-53-147 0,-4-140 0,29-13 0,-111-815 0,94-176 0,88 1294 0,4 1 0,3 0 0,3 0 0,4 1 0,2 1 0,4 1 0,46-106 0,-43 124 0,3 1 0,1 1 0,3 2 0,58-70 0,388-375 0,-410 429 0,-28 21 0,-27 28 0,1 1 0,20-17 0,94-60 0,158-85 0,-233 145 0,42-19 0,25-16 0,-98 52 0,1 0 0,1 2 0,0 0 0,0 1 0,31-7 0,71-24-1365,-104 36-5461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28:02.7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24575,'7'1'0,"0"0"0,-1 1 0,0 0 0,1 0 0,-1 1 0,0-1 0,0 1 0,0 1 0,9 5 0,17 9 0,3-3 0,-15-8 0,-1 1 0,0 1 0,-1 1 0,1 1 0,21 16 0,-37-23 0,1 0 0,-1 0 0,0 0 0,-1 0 0,1 1 0,-1-1 0,1 1 0,-1 0 0,-1-1 0,1 1 0,-1 0 0,0 0 0,0 0 0,0 0 0,-1 0 0,1 0 0,-1 0 0,-1 0 0,1 1 0,-2 6 0,-1 6 0,-1 0 0,0 0 0,-2 0 0,-8 20 0,-79 153-1365,84-168-5461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28:06.5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81 24575,'391'-16'0,"306"4"0,-457 14 0,-180-5 0,66-12 0,-53 6 0,5-3 0,-34 5 0,59-2 0,61 9-1365,-129 1-5461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28:12.1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419 64 24575,'4'253'0,"66"437"0,-13-348 0,-83-402 0,-33-104 0,7-1 0,-35-201 0,78 301 0,2 0 0,4-1 0,5-84 0,1 33 0,-3 86 0,1 19 0,-1-1 0,0 1 0,-1-1 0,0 1 0,-3-14 0,4 26 0,0-1 0,-1 0 0,1 1 0,0-1 0,0 1 0,0-1 0,-1 1 0,1-1 0,0 1 0,0-1 0,-1 1 0,1-1 0,0 1 0,-1 0 0,1-1 0,-1 1 0,1-1 0,0 1 0,-1 0 0,1 0 0,-1-1 0,1 1 0,-1 0 0,1 0 0,-1-1 0,1 1 0,-1 0 0,1 0 0,-2 0 0,-14 7 0,-16 27 0,28-29 0,-208 251 0,190-236 0,13-12 0,28-17 0,72-43 0,52-27 0,-130 74 0,0 1 0,0 0 0,0 0 0,0 2 0,1 0 0,15-1 0,83 5 0,-55 1 0,-45-3 0,-1 2 0,0-1 0,0 1 0,1 1 0,-1 0 0,-1 1 0,1 0 0,0 0 0,-1 1 0,0 1 0,0-1 0,16 14 0,2 5 0,-2 1 0,39 47 0,-14-15 0,-38-41 0,-21-22 0,-26-24 0,-178-149 0,209 175 0,-1 0 0,0 0 0,1-1 0,0 0 0,0 1 0,0-1 0,1 0 0,0 0 0,0-1 0,0 1 0,0 0 0,1-1 0,-1-6 0,-9-27 0,8 33 0,0 0 0,0 1 0,0-1 0,-1 1 0,0 0 0,0 0 0,-1 1 0,0-1 0,1 1 0,-1 0 0,0 0 0,-1 0 0,1 1 0,-1 0 0,0 0 0,0 0 0,0 1 0,0 0 0,0 0 0,0 1 0,0-1 0,-1 1 0,1 1 0,-1-1 0,1 1 0,0 0 0,-1 0 0,1 1 0,-1 0 0,1 0 0,0 1 0,0-1 0,0 2 0,0-1 0,0 0 0,0 1 0,0 0 0,1 1 0,-8 5 0,-5 6 0,2 0 0,-1 2 0,2 0 0,-24 35 0,10-18-188,20-25-989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28:23.6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1248 922 24575,'-1083'0'0,"1078"0"0,0 0 0,0 0 0,0-1 0,-1 1 0,1-1 0,0-1 0,0 1 0,0-1 0,0 0 0,0 0 0,-7-4 0,9 3 0,0 1 0,0-1 0,0 0 0,0 1 0,1-1 0,-1-1 0,1 1 0,0 0 0,0 0 0,0-1 0,0 0 0,1 1 0,0-1 0,-1 0 0,1 1 0,-1-7 0,-42-235 0,36 188 0,3 1 0,2-1 0,6-69 0,0 14 0,-4 108 0,1 0 0,0 0 0,1 1 0,-1-1 0,1 0 0,-1 0 0,1 0 0,0 0 0,1 0 0,-1 1 0,1-1 0,-1 1 0,1-1 0,4-4 0,-4 5 0,1 1 0,0 0 0,0 0 0,0 0 0,0 0 0,0 0 0,0 1 0,0-1 0,1 1 0,-1 0 0,1 0 0,-1 0 0,1 1 0,-1-1 0,1 1 0,5 0 0,39-5 0,-1-3 0,66-18 0,-58 12 0,66-8 0,-72 19 0,66 5 0,-79 0 0,1-2 0,0-1 0,66-10 0,-44 1 0,1 4 0,0 2 0,89 6 0,-44-1 0,-100-1 0,0 0 0,0 1 0,1-1 0,-1 1 0,0 0 0,0 0 0,0 0 0,0 1 0,0 0 0,0 0 0,7 5 0,-9-5 0,0 0 0,0 1 0,0 0 0,0 0 0,-1 0 0,1 0 0,-1 0 0,0 0 0,0 1 0,0-1 0,0 1 0,-1-1 0,0 1 0,1 0 0,-1-1 0,1 7 0,10 65 0,4 118 0,-15 78 0,-2-129 0,1-131 0,2 1 0,-1-1 0,6 18 0,3 21 0,-10-48 5,0 0-1,-1 1 1,1-1-1,0 0 0,-1 1 1,0-1-1,1 0 1,-1 0-1,0 1 1,0-1-1,0 0 0,0 0 1,-1 0-1,1 0 1,-1 0-1,1-1 1,-1 1-1,1 0 1,-1-1-1,0 1 0,0-1 1,0 1-1,0-1 1,0 0-1,0 0 1,-3 1-1,-4 2-252,0 0 1,-1-1-1,1 0 1,-1-1-1,-9 2 1,-3-2-6579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28:28.3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951 1273 24575,'427'0'0,"-366"3"0,104 18 0,-21 0 0,314-10 0,-305-13 0,-114 4 0,55 10 0,25 1 0,93 0 0,47 2 0,-234-15 0,34 1 0,68-8 0,-107 5 0,0-2 0,0 0 0,0-2 0,-1 0 0,0-1 0,0-1 0,20-11 0,18-16 0,-2-1 0,-2-3 0,-1-3 0,-3-1 0,61-69 0,-97 97 0,-1 0 0,-1 0 0,-1-1 0,0-1 0,-1 0 0,-1 0 0,0-1 0,-1 0 0,-1 0 0,-1 0 0,5-34 0,-8 36 0,-1 0 0,-1 0 0,0 0 0,-1-1 0,-1 1 0,0 0 0,-2 0 0,1 0 0,-2 1 0,0-1 0,-1 1 0,0 0 0,-2 1 0,-9-16 0,-3 1 0,-2 0 0,-1 2 0,-37-35 0,-88-66 0,123 109 0,-8-8 0,-1 1 0,-1 3 0,-2 0 0,0 2 0,-2 2 0,0 2 0,0 1 0,-2 2 0,0 2 0,0 2 0,-1 1 0,0 3 0,-68-3 0,-662 10 0,278 1 0,452 0 0,0 3 0,1 1 0,-1 2 0,-42 15 0,-51 10 0,-624 133 0,723-156 0,1 2 0,0 2 0,-47 26 0,15-8 0,-60 32 0,110-53 0,0 0 0,1 0 0,0 2 0,1 0 0,-14 16 0,20-18 0,0 1 0,0 1 0,2 0 0,-1 0 0,1 1 0,1 0 0,1 0 0,0 0 0,1 0 0,-5 26 0,5-11 0,1 0 0,2 0 0,0 0 0,6 45 0,-4-66 0,0 0 0,1 0 0,0 0 0,1 0 0,-1 0 0,1-1 0,1 1 0,-1-1 0,1 0 0,1 0 0,-1 0 0,1 0 0,0-1 0,1 0 0,0 0 0,0 0 0,0-1 0,0 0 0,1 0 0,10 5 0,124 69 0,-110-64 0,90 43 0,-8-5 0,-107-49 0,4 3 0,2-1 0,-1 0 0,1 0 0,-1-1 0,1-1 0,1 0 0,-1-1 0,1 0 0,21 2 0,172-5 107,-87-2-1579,-96 2-5354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30:31.0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2 759 24575,'-1'57'0,"3"1"0,2-1 0,3 0 0,2 0 0,3 0 0,22 65 0,-34-120 0,1 0 0,0 0 0,-1 0 0,1 0 0,0 0 0,0 0 0,0 0 0,0 0 0,1 0 0,-1 0 0,1 0 0,-1-1 0,1 1 0,-1 0 0,1-1 0,0 0 0,0 1 0,-1-1 0,1 0 0,0 0 0,4 2 0,-3-3 0,-1-1 0,1 1 0,-1 0 0,1-1 0,-1 0 0,1 1 0,-1-1 0,0 0 0,1 0 0,-1-1 0,0 1 0,0 0 0,0-1 0,0 1 0,0-1 0,0 0 0,0 1 0,-1-1 0,1 0 0,2-3 0,27-37 0,-1-2 0,-2-1 0,31-67 0,-34 63 0,51-100 0,96-175 0,-150 281 0,-15 29 0,0 0 0,1 0 0,19-24 0,10-9 38,-2-2 0,37-70-1,9-13-1515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30:36.2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730 2732 24575,'166'-13'0,"-16"-1"0,207 13 0,-162 3 0,-167 0 0,0 1 0,-1 1 0,1 2 0,-1 1 0,29 11 0,-25-7 0,0-2 0,1-2 0,41 6 0,209-11 0,-203-6 0,0 4 0,0 4 0,93 15 0,-74-3 0,1-4 0,0-5 0,155-7 0,-222-2 0,1-1 0,0-2 0,-1-1 0,1-1 0,-2-2 0,1-1 0,-1-1 0,-1-2 0,0-1 0,-1-2 0,-1 0 0,31-25 0,79-71 0,-6-7 0,213-248 0,-338 358 0,-1 0 0,0-1 0,0 0 0,-1 0 0,0-1 0,-1 1 0,0-1 0,-1 0 0,0 0 0,-1 0 0,0 0 0,0-14 0,0-17 0,-7-79 0,4 103 0,-2-4 0,-1 1 0,0 0 0,-1 0 0,-2 1 0,0-1 0,-14-27 0,-72-115 0,41 78 0,-105-165 0,32 54 0,-7 2 0,64 99 0,-145-174 0,132 173 0,62 74 0,-1 1 0,-1 1 0,0 1 0,-2 1 0,0 1 0,-1 1 0,-1 1 0,0 1 0,-1 1 0,-1 2 0,1 0 0,-2 2 0,0 1 0,0 1 0,0 2 0,0 0 0,-41 0 0,-471 2 0,267 6 0,-1135-3 0,1401 0 0,0 0 0,-1 0 0,1 1 0,0 0 0,0 0 0,0 1 0,0 0 0,0 0 0,0 0 0,0 1 0,1 0 0,-1 1 0,1-1 0,0 1 0,0 0 0,0 1 0,0 0 0,1 0 0,-6 6 0,-40 55 0,3 1 0,-51 96 0,73-113 0,3 1 0,2 0 0,2 2 0,-16 75 0,-17 191 0,49-297 0,-2 0 0,-1-1 0,0 1 0,-12 24 0,9-26 0,2 1 0,0 0 0,1 1 0,-4 33 0,5 5 0,-18 339 0,24 136 0,-2-528 0,1 0 0,1 0 0,-1 0 0,1 0 0,1 0 0,-1-1 0,5 12 0,-4-14 0,0 0 0,0-1 0,1 1 0,0 0 0,-1-1 0,1 0 0,0 0 0,1 0 0,-1 0 0,0 0 0,1-1 0,0 1 0,4 1 0,331 178 0,-230-128 0,216 74 0,-287-117-227,1-2-1,-1-2 1,2-2-1,-1-1 1,77-3-1,-93-1-6598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31:02.9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30 24575,'631'-16'0,"132"3"0,-477 15 0,387-2 0,-665 0-273,0 0 0,1 1 0,-1 0 0,8 2 0,1 3-6553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31:11.1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0 248 24575,'61'-3'0,"100"-16"0,-88 8 0,297-43 0,408-51 0,125 50 0,-800 55 0,103 4 0,-187-1-16,0 1-1,0 0 1,-1 2-1,0 0 1,0 1 0,21 11-1,5 2-1233,-25-12-5576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31:16.2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274 1274 24575,'1024'0'0,"-778"17"0,-129-6 0,184 27 0,-172-17 0,134 2 0,164-23 0,-190-1 0,-213-1 0,0-1 0,0-1 0,-1-1 0,0-1 0,0-1 0,0-1 0,-1-1 0,0-1 0,26-16 0,32-27 0,95-81 0,-90 67 0,-55 43 0,-2 4 0,-1-1 0,38-41 0,-59 56 0,-1-1 0,0 1 0,0-1 0,0 1 0,-1-2 0,0 1 0,0 0 0,-1-1 0,0 1 0,0-1 0,-1 0 0,0 0 0,-1 0 0,1 0 0,-1-1 0,-1-9 0,-1 10 0,0 0 0,-1 0 0,0 1 0,0-1 0,-1 1 0,0 0 0,0-1 0,-1 2 0,0-1 0,0 0 0,-1 1 0,-8-10 0,-8-7 0,-45-37 0,41 39 0,-239-198 0,243 205 0,-1 2 0,0 0 0,-1 2 0,0 0 0,-1 2 0,0 0 0,-40-6 0,1-2 0,-9-7 0,43 13 0,-1 1 0,-50-7 0,21 7 0,1-1 0,1-4 0,-104-38 0,118 35 0,-1 1 0,-1 3 0,0 1 0,-1 2 0,0 3 0,-75-4 0,98 11 0,-32 1 0,-1-3 0,-59-9 0,35 2 0,0 3 0,-117 8 0,69 0 0,-852-2 0,971 1 0,0-1 0,0 2 0,0-1 0,0 1 0,0 1 0,0-1 0,1 1 0,-1 1 0,1 0 0,0 0 0,-9 6 0,-8 8 0,-46 42 0,33-26 0,29-25 0,0 0 0,0 1 0,1 0 0,0 1 0,0 0 0,2 0 0,-10 19 0,-29 89 0,31-80 0,-5 18 0,3-1 0,2 2 0,2 0 0,3 1 0,2 0 0,3 115 0,6-129 0,-2-10 0,2 1 0,1-1 0,2 0 0,14 54 0,-13-69 0,1 0 0,1 0 0,1 0 0,13 21 0,-16-32 0,0-1 0,0 0 0,1 0 0,0-1 0,1 0 0,-1 0 0,2 0 0,-1-1 0,0-1 0,17 9 0,11 2 30,-1-2 0,2-1 0,59 12 0,117 7-1515,-186-29-5341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31:18.7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24575,'28'0'0,"55"0"0,133 16 0,-3 19 0,150 22 0,5-28 0,-268-29-1365,-65-1-5461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31:20.9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24575,'878'0'0,"-833"2"67,55 10 0,11 0-1566,-85-11-5327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8:31:26.1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24340,'2783'0'0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05:54.2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1 139 24575,'0'2'0,"1"-1"0,-1 0 0,1 1 0,-1-1 0,1 0 0,-1 1 0,1-1 0,0 0 0,0 0 0,0 0 0,0 1 0,0-1 0,0 0 0,0 0 0,0-1 0,0 1 0,0 0 0,3 1 0,26 15 0,-24-15 0,18 10 0,1-2 0,0 0 0,1-2 0,0-1 0,36 5 0,-10-6 0,96-3 0,-18-2 0,84-4 0,-208 2 0,1 0 0,0-1 0,0 0 0,0 0 0,-1 0 0,1-1 0,-1 0 0,0 0 0,8-6 0,49-41 0,-23 16 0,-34 30 0,-1-1 0,1 0 0,-1 0 0,0 0 0,0 0 0,5-9 0,-9 13 0,0 0 0,0-1 0,-1 1 0,1-1 0,-1 1 0,1-1 0,-1 1 0,1-1 0,-1 1 0,0-1 0,0 1 0,0-1 0,0 0 0,0 1 0,0-1 0,0 1 0,0-1 0,-1 1 0,1-1 0,0 0 0,-1 1 0,0-1 0,1 1 0,-1 0 0,0-1 0,0 1 0,1 0 0,-1-1 0,0 1 0,-1 0 0,1 0 0,0 0 0,0 0 0,-2-2 0,-4-2 0,0 0 0,-1 1 0,1 0 0,-1 0 0,0 1 0,0 0 0,0 0 0,0 0 0,-1 1 0,1 1 0,0-1 0,-1 2 0,1-1 0,-1 1 0,-16 1 0,25-1 0,-1 0 0,1 0 0,0 0 0,-1 1 0,1-1 0,-1 0 0,1 0 0,0 0 0,-1 0 0,1 0 0,0 0 0,-1 0 0,1 1 0,0-1 0,-1 0 0,1 0 0,0 0 0,0 1 0,-1-1 0,1 0 0,0 1 0,0-1 0,-1 0 0,1 0 0,0 1 0,0-1 0,0 0 0,-1 1 0,1-1 0,0 0 0,0 1 0,0-1 0,0 1 0,6 13 0,23 16 0,-23-24 0,27 23 0,-28-26 0,-1 0 0,1 1 0,-1-1 0,0 1 0,0 0 0,0 0 0,-1 1 0,1-1 0,-1 1 0,0 0 0,0 0 0,-1 0 0,1 0 0,-1 0 0,0 0 0,2 11 0,-3-5 11,0-1 0,-1 1 0,0-1 0,0 1 0,-1-1 0,-1 1-1,0-1 1,0 0 0,-1 1 0,-4 10 0,0-6-259,0 0 1,-1-1-1,0 0 1,-1-1-1,-20 24 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06:14.8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24375,'4432'27'0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06:59.3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0 407 24575,'70'2'0,"77"-4"0,-78-11 0,-49 9 0,39-5 0,-22 7 0,11 1 0,73-14 0,120-24 0,-226 37 0,-1-1 0,0-1 0,-1 0 0,1 0 0,0-2 0,16-8 0,74-50 0,-30 17 0,-72 46 0,15-9 0,29-22 0,-42 29 0,0-1 0,0 1 0,-1-1 0,1 1 0,-1-1 0,0 0 0,0-1 0,0 1 0,-1 0 0,0-1 0,0 1 0,3-10 0,-4 13 0,-1 0 0,0-1 0,0 1 0,0 0 0,0-1 0,0 1 0,0 0 0,0-1 0,0 1 0,0 0 0,-1-1 0,1 1 0,0 0 0,-1-1 0,0 1 0,1 0 0,-1 0 0,1 0 0,-1-1 0,0 1 0,0 0 0,0 0 0,0 0 0,0 0 0,0 0 0,0 1 0,0-1 0,0 0 0,0 0 0,0 1 0,-1-1 0,1 0 0,-3 0 0,-4-2 0,-1 1 0,1 0 0,-1 0 0,-12 0 0,1-1 0,12 2 0,4 1 0,0-1 0,1 1 0,-1-1 0,0 0 0,0 0 0,0 0 0,0 0 0,1-1 0,-1 0 0,-3-2 0,13 3 0,-1 0 0,1 0 0,-1 0 0,1 1 0,6 0 0,20 2 0,0 1 0,0 2 0,-1 1 0,51 16 0,-40-10 0,-39-11 0,0 0 0,0 0 0,0 0 0,0 0 0,0 0 0,0 0 0,-1 1 0,1 0 0,-1-1 0,1 1 0,-1 0 0,0 0 0,1 0 0,-1 0 0,0 1 0,0-1 0,-1 1 0,1-1 0,0 1 0,-1-1 0,1 1 0,-1 0 0,0 0 0,0 0 0,0 0 0,-1 0 0,1 0 0,-1 0 0,1 0 0,-1 4 0,-1-1 0,1 1 0,-1-1 0,0 0 0,-1 0 0,0 0 0,1 0 0,-2-1 0,1 1 0,-1 0 0,0-1 0,0 0 0,-1 1 0,1-1 0,-6 5 0,-7 8-1365,2-1-5461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12:13.2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22 23706,'893'0'0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12:23.7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24575,'0'5'0,"0"10"0,0 8 0,0 9 0,0 3 0,0 1 0,0-6-8191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12:29.4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30 867 24575,'123'2'0,"134"-5"0,-251 2 0,-1 1 0,1-1 0,-1 0 0,0-1 0,1 1 0,-1-1 0,0 0 0,0 0 0,0-1 0,0 0 0,0 0 0,0 0 0,-1 0 0,7-6 0,-6 2 0,1 1 0,-1-1 0,-1 0 0,1 0 0,-1 0 0,0-1 0,-1 1 0,0-1 0,3-10 0,4-19 0,-2-1 0,-1 0 0,2-62 0,-9-119 0,-2 92 0,2 122 0,0-1 0,0 1 0,0 0 0,-1 0 0,1 0 0,-1 0 0,0 0 0,-1 0 0,1 0 0,-1 0 0,0 0 0,-1 0 0,1 1 0,-1-1 0,1 1 0,-1 0 0,-1-1 0,1 2 0,-1-1 0,1 0 0,-1 1 0,0-1 0,0 1 0,-1 0 0,1 1 0,-1-1 0,1 1 0,-1-1 0,0 1 0,-7-1 0,-29-13 0,0 3 0,-65-13 0,91 23 0,0 1 0,0 1 0,0 1 0,0 0 0,0 1 0,0 0 0,0 2 0,0-1 0,0 2 0,-23 8 0,31-9 0,1 0 0,0 0 0,-1 1 0,2-1 0,-1 2 0,0-1 0,1 0 0,0 1 0,0 0 0,0 0 0,0 1 0,1 0 0,0-1 0,0 1 0,1 0 0,-1 1 0,1-1 0,1 1 0,-1-1 0,1 1 0,0 0 0,1 0 0,0 0 0,-1 12 0,0 297 0,5-148 0,-4-151 0,1-1 0,1 0 0,0 0 0,1 0 0,1 0 0,1 0 0,0 0 0,1 0 0,7 15 0,-3-10-1365,-2-3-5461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12:33.4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570 1353 24575,'31'-17'0,"-2"-1"0,0-2 0,32-29 0,13-9 0,-54 42 0,28-29 0,-32 28 0,1 2 0,23-17 0,-29 24 0,-1-1 0,-1 0 0,1 0 0,-1-1 0,-1 0 0,0 0 0,7-14 0,1-2 0,24-56 0,-31 56 0,0-1 0,-2 0 0,0 0 0,-2-1 0,2-43 0,-7-145 0,-3 93 0,2 112 0,0 1 0,-1 0 0,0-1 0,0 1 0,-1 0 0,-1 0 0,1 0 0,-2 1 0,1-1 0,-1 1 0,-8-10 0,3 3 0,-2 1 0,0 1 0,-1 0 0,0 1 0,-22-17 0,19 19 0,0 0 0,-1 1 0,0 1 0,-1 1 0,0 1 0,0 0 0,-1 1 0,0 1 0,-37-5 0,-9 4 0,-106 4 0,110 2 0,20-1 0,-40 1 0,74 1 0,0 0 0,0 0 0,1 1 0,-1-1 0,0 1 0,1 1 0,-1 0 0,1-1 0,-7 5 0,-1 3 0,-1 0 0,1 1 0,1 0 0,0 1 0,1 1 0,0 0 0,-14 20 0,7-6 0,2 1 0,0 1 0,2 1 0,1 0 0,1 1 0,2 0 0,1 1 0,1 0 0,2 0 0,2 1 0,0 0 0,1 42 0,3-6 0,5 152 0,23-34 0,-26-176 0,1 0 0,0 0 0,1 1 0,0-2 0,1 1 0,1 0 0,-1-1 0,1 0 0,9 13 0,-8-15 0,0-1 0,0 0 0,1-1 0,0 0 0,0 0 0,1 0 0,-1-1 0,1 0 0,0 0 0,1-1 0,15 6 0,8 1 0,58 9 0,-48-12 0,-14-3-338,0-2 0,58-1 0,-79-2-13,16-1-6475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12:43.1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21389,'1757'0'0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12:47.7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21389,'1406'0'0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13:05.8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13:08.4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24122,'2243'0'0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13:18.7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1460 26 23014,'-1460'-26'0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13:23.1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0 921 24575,'15'2'0,"-1"0"0,0 0 0,0 1 0,0 1 0,23 9 0,-18-6 0,36 8 0,2-9 0,1-2 0,101-5 0,-46-2 0,482 3 0,-576-2 0,0 0 0,0-1 0,0-2 0,0 0 0,-1 0 0,0-2 0,0 0 0,0-1 0,20-13 0,-25 11 0,0 0 0,-1-1 0,0 0 0,-1-1 0,0 0 0,-1 0 0,0-2 0,-1 1 0,8-16 0,-6 5 0,0-1 0,-1-1 0,7-31 0,-2 6 0,-9 29 0,-1-1 0,0 0 0,-2 0 0,0-32 0,-9-94 0,6 142 0,-1 0 0,0 0 0,0 0 0,-1 0 0,0 0 0,0 0 0,-1 0 0,0 1 0,0-1 0,0 1 0,-1 0 0,0 0 0,0 0 0,0 0 0,-1 1 0,0 0 0,0 0 0,-1 0 0,1 0 0,-12-6 0,-8-6 0,-1 2 0,-1 0 0,0 2 0,-31-11 0,35 17 0,-21-9 0,0 1 0,-1 3 0,0 2 0,-84-8 0,-58 19-1365,165-1-5461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13:26.0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24575,'580'0'0,"-407"14"0,-27 0 0,-61-14 0,-51-1 0,0 1 0,1 2 0,45 8 0,-20-1 0,1-2 0,0-3 0,98-6 0,-44 0 0,100 2-1365,-192 0-5461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13:31.6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375 0 24575,'-4'0'0,"-11"0"0,-8 0 0,-9 0 0,-8 0 0,-1 0 0,0 0 0,-1 0 0,2 0 0,3 0 0,3 0 0,8 0-8191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13:42.5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0 866 24553,'1675'-866'0,"-1957"870"0,564-8 0,-448 232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13:44.9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13:48.0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1590 2 24575,'-149'-2'0,"-159"5"0,280 1 0,1 0 0,-47 15 0,50-12 0,0 0 0,0-2 0,-49 4 0,-317-9 0,165-2 0,201 1 0,1-2 0,-41-9 0,5 1 0,8 0-1365,28 5-5461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13:51.8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24358,'1297'27'0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13:55.4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24575,'8'0'0,"34"0"0,1 1 0,0 2 0,47 10 0,-42-6 0,1-2 0,0-2 0,76-6 0,-26 1 0,760 2-1365,-829 0-5461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13:57.6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23513,'1108'26'0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14:11.6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23209,'487'26'0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14:13.5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24575,'1063'0'-1365,"-1042"0"-5461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14:15.4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1 136 24097,'1919'-135'0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14:27.1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0 335 24575,'0'487'0,"0"-482"0,0 2 0,0 0 0,1 0 0,-1 0 0,4 13 0,-4-19 0,0 0 0,1 1 0,-1-1 0,1 0 0,-1 0 0,1 0 0,-1 0 0,1 0 0,0 0 0,0 0 0,-1 0 0,1 0 0,0 0 0,0 0 0,0 0 0,0-1 0,0 1 0,0 0 0,0-1 0,0 1 0,0 0 0,0-1 0,1 1 0,-1-1 0,0 0 0,0 0 0,0 1 0,1-1 0,-1 0 0,0 0 0,0 0 0,1 0 0,1 0 0,4-2 0,0 0 0,0-1 0,-1 1 0,0-1 0,1-1 0,-1 1 0,0-1 0,0 0 0,-1 0 0,7-6 0,-2 2 0,67-55 0,92-98 0,57-88 0,-102 110 0,-75 78 0,-38 45 0,1 0 0,1 2 0,0-1 0,29-23 0,-5 10 13,31-21-1391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14:29.4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1 444 24575,'0'50'0,"1"60"0,-1-109 0,0 1 0,0-1 0,0 0 0,0 0 0,0 1 0,0-1 0,0 0 0,1 0 0,-1 1 0,0-1 0,1 0 0,-1 0 0,1 0 0,-1 1 0,1-1 0,0 0 0,-1 0 0,1 0 0,0 0 0,0 0 0,0 0 0,0-1 0,0 1 0,0 0 0,0 0 0,0 0 0,0-1 0,0 1 0,0-1 0,0 1 0,0-1 0,1 1 0,-1-1 0,0 0 0,0 0 0,1 1 0,-1-1 0,0 0 0,0 0 0,1 0 0,-1 0 0,0-1 0,1 1 0,-1 0 0,0 0 0,2-2 0,8-2 0,0 0 0,-1-1 0,0 0 0,15-11 0,-6 4 0,38-22 0,80-60 0,-115 76 0,-1 0 0,0-2 0,-2 0 0,0-1 0,-1-1 0,19-31 0,77-119 0,-71 110 0,-38 55-195,1 0 0,0 1 0,1-1 0,-1 1 0,1 0 0,15-9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14:39.5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 24575,'0'56'0,"-1"15"0,3 0 0,13 85 0,-9-106-455,-1 0 0,-4 62 0,-1-87-6371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14:41.5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0 276 24575,'1'-6'0,"-1"0"0,1 0 0,1 0 0,-1 0 0,1 0 0,0 1 0,0-1 0,1 1 0,0-1 0,4-6 0,41-51 0,-36 48 0,2-2 0,0 0 0,2 0 0,21-17 0,-30 29 0,-1 0 0,1 1 0,0 0 0,0 0 0,0 1 0,0 0 0,0 0 0,1 0 0,0 1 0,-1 0 0,1 1 0,13-1 0,-17 1 0,11 1 0,0-1 0,0 2 0,0 0 0,17 4 0,-29-5 0,1 1 0,-1 0 0,0 0 0,0 0 0,0 0 0,0 1 0,0-1 0,0 1 0,0 0 0,0-1 0,-1 1 0,1 1 0,0-1 0,-1 0 0,0 1 0,0-1 0,0 1 0,0 0 0,0-1 0,0 1 0,-1 0 0,1 0 0,-1 0 0,2 7 0,1 16 0,-1 0 0,-1 1 0,-1 0 0,-2-1 0,0 1 0,-9 42 0,-2-17 0,-2-1 0,-2 0 0,-33 70 0,31-85 0,-2 0 0,-1-1 0,-33 40 0,16-26 0,12-16 0,-31 49 0,56-81 0,1 0 0,-1 0 0,0 0 0,1 1 0,-1-1 0,1 0 0,-1 0 0,1 0 0,0 1 0,0-1 0,-1 0 0,1 0 0,0 1 0,0-1 0,0 0 0,1 2 0,-1-3 0,0 1 0,0 0 0,1-1 0,-1 1 0,1 0 0,-1-1 0,0 1 0,1-1 0,-1 1 0,1-1 0,-1 1 0,1-1 0,-1 0 0,1 1 0,0-1 0,-1 0 0,1 1 0,-1-1 0,1 0 0,0 1 0,0-1 0,3 1 0,1-1 0,-1 1 0,0-1 0,0 0 0,0-1 0,0 1 0,0 0 0,7-3 0,34-11 0,-1-2 0,83-42 0,-15 5 0,-101 48-62,41-17-264,0 2 0,1 2 1,56-11-1,-80 25-6500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14:43.9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1 136 24575,'14'331'0,"0"22"0,-14-341 0,-1-14 0,1-24 0,0-508 0,0 517 0,0-1 0,2 1 0,0 0 0,1 0 0,8-28 0,-8 38 0,-1 0 0,1 0 0,1 0 0,-1 1 0,1-1 0,1 1 0,-1 0 0,1 0 0,0 1 0,0-1 0,0 1 0,1 0 0,0 0 0,0 1 0,9-6 0,-3 4 0,1 0 0,-1 1 0,1 0 0,0 1 0,0 0 0,0 1 0,0 1 0,23-2 0,-29 4 0,0 0 0,0 0 0,0 1 0,0 0 0,0 0 0,0 1 0,-1 0 0,1 0 0,0 1 0,-1-1 0,0 1 0,0 1 0,0-1 0,0 1 0,0 0 0,0 1 0,-1-1 0,6 8 0,8 10 0,-2 1 0,-1 0 0,-1 2 0,-1 0 0,15 34 0,43 141 0,-56-151 0,26 92-1365,-33-115-5461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14:46.7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353 141 24575,'0'-6'0,"-1"-1"0,0 1 0,0 0 0,-1 0 0,1 0 0,-1 0 0,-1 0 0,1 0 0,-1 0 0,0 1 0,0-1 0,-1 1 0,0 0 0,1 0 0,-2 0 0,1 1 0,-1-1 0,1 1 0,-1 0 0,0 0 0,-1 1 0,1 0 0,0 0 0,-1 0 0,0 0 0,0 1 0,0 0 0,0 0 0,0 0 0,0 1 0,-9-1 0,4 1 0,1 0 0,-1 1 0,1 1 0,-1-1 0,1 1 0,-1 1 0,1 0 0,-11 4 0,16-4 0,-1 0 0,1 1 0,0 0 0,1 0 0,-1 0 0,0 0 0,1 1 0,0 0 0,0 0 0,0 0 0,0 1 0,1-1 0,-1 1 0,1-1 0,0 1 0,-3 9 0,-2 3 0,2 0 0,0 1 0,1 0 0,0 0 0,2 0 0,0 0 0,1 1 0,0 30 0,3-45 0,-1 1 0,1-1 0,0 1 0,1-1 0,-1 1 0,1-1 0,-1 0 0,1 1 0,1-1 0,-1 0 0,1 0 0,-1-1 0,1 1 0,0 0 0,0-1 0,1 0 0,-1 0 0,1 0 0,-1 0 0,1 0 0,0-1 0,0 0 0,7 4 0,8 1 0,0 0 0,1-1 0,-1-1 0,22 3 0,-24-5 0,-3 0 0,1 0 0,-1-1 0,1-1 0,0 0 0,0-1 0,19-3 0,-30 2 0,0 1 0,0-1 0,0 0 0,0-1 0,0 1 0,0-1 0,-1 1 0,1-1 0,-1-1 0,1 1 0,-1 0 0,0-1 0,0 1 0,0-1 0,0 0 0,0 0 0,0 0 0,-1-1 0,0 1 0,0 0 0,0-1 0,0 0 0,0 1 0,0-1 0,-1 0 0,0 0 0,1-5 0,4-44-1365,-6 28-5461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14:48.4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 24575,'-1'127'0,"3"140"0,-1-244 0,1 0 0,1 0 0,1 0 0,0 0 0,2-1 0,12 31 0,-16-50 0,0 0 0,0 0 0,1 0 0,-1 0 0,1 0 0,0-1 0,-1 1 0,1-1 0,0 0 0,0 0 0,1 0 0,-1 0 0,0-1 0,1 1 0,-1-1 0,1 0 0,-1 0 0,1 0 0,0 0 0,-1-1 0,6 1 0,11 0 0,0 0 0,37-5 0,-21 2 0,-9 1-1365,-4 0-5461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14:50.9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69 24575,'465'0'0,"-453"-1"-33,0 0-1,-1-1 1,1-1-1,0 0 1,-1-1-1,0 0 1,0-1-1,0 0 1,18-11-1,-3 2-996,-4 3-5796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14:56.0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0 904 24575,'183'-103'0,"-174"98"0,335-165 0,16 28 0,-307 127 0,-34 10 0,1 0 0,-1-1 0,0-2 0,0 1 0,-1-2 0,0-1 0,0 0 0,17-14 0,-15 7 0,-1-1 0,25-31 0,-37 41 0,-1-1 0,0 0 0,0 0 0,-1-1 0,0 1 0,-1-1 0,0 0 0,0-1 0,1-10 0,-4 16 0,-1 0 0,1 0 0,-1 1 0,-1-1 0,1 0 0,-1 0 0,0 1 0,0-1 0,0 0 0,0 1 0,-1-1 0,0 1 0,0 0 0,0-1 0,0 1 0,-1 0 0,0 0 0,0 1 0,0-1 0,0 0 0,0 1 0,-1 0 0,-6-5 0,-8-4 0,1 0 0,-1 1 0,-38-15 0,55 26 0,-24-15 0,20 6 0,17 6 0,7 6 0,0 0 0,0 2 0,-1 0 0,1 1 0,-1 1 0,19 10 0,27 9 0,-4-7 0,-32-11 0,-1 1 0,-1 1 0,34 17 0,-57-24 0,1-1 0,-1 1 0,0 0 0,0 0 0,0 0 0,-1 0 0,1 0 0,-1 1 0,1-1 0,-1 1 0,0 0 0,0-1 0,-1 1 0,1 0 0,-1 0 0,0 0 0,0 1 0,0-1 0,0 6 0,0 9 0,-1 1 0,-3 38 0,0-27 0,1 63 0,3-53 0,-3 0 0,-8 54 0,5-74-273,-1 1 0,-2-1 0,0 0 0,-20 37 0,18-41-6553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15:09.1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 24575,'5'0'0,"5"0"0,7 0 0,4 0 0,3 0 0,3 0 0,1 0 0,-4-4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18:47.7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23778,'3188'0'0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18:51.7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1878 24575,'-2'87'0,"4"93"0,-2-178 0,0 0 0,0 0 0,0 0 0,1 0 0,-1 0 0,0 0 0,1 0 0,0 0 0,-1 0 0,1 0 0,0 0 0,0 0 0,0 0 0,0-1 0,3 4 0,-3-4 0,1-1 0,-1 1 0,1-1 0,-1 0 0,1 0 0,0 1 0,-1-1 0,1 0 0,0 0 0,-1 0 0,1-1 0,0 1 0,-1 0 0,1-1 0,-1 1 0,1-1 0,0 1 0,-1-1 0,0 0 0,1 1 0,-1-1 0,1 0 0,-1 0 0,2-2 0,31-20 0,0-1 0,-2-2 0,38-39 0,-45 41 0,151-145 0,94-93-846,453-432 45,31 38 662,-753 655 139,232-174-27,-173 139-1036,-23 21-4252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18:57.5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1254 626 24496,'-1'25'0,"0"0"0,-2-1 0,0 0 0,-1 1 0,-2-1 0,0-1 0,-1 1 0,-1-1 0,-1 0 0,-1 0 0,-1-1 0,0-1 0,-2 1 0,0-2 0,-1 1 0,-1-2 0,0 0 0,-2 0 0,0-2 0,-1 0 0,0 0 0,-1-2 0,-1 0 0,0-1 0,-1-1 0,0 0 0,0-1 0,-2-2 0,1 0 0,-1-1 0,0-1 0,-1-1 0,0-1 0,0 0 0,0-2 0,0-1 0,-1 0 0,1-2 0,-1 0 0,1-2 0,-1 0 0,1-2 0,-1 0 0,1-1 0,0-2 0,0 0 0,1-1 0,-1-1 0,1-1 0,1-1 0,0 0 0,0-2 0,1-1 0,0 0 0,1-1 0,0-1 0,1 0 0,1-2 0,0 0 0,1 0 0,1-2 0,0 0 0,1 0 0,1-2 0,1 1 0,1-2 0,0 1 0,1-1 0,1-1 0,2 0 0,-1 0 0,2-1 0,1 1 0,1-1 0,1-1 0,0 1 0,2 0 0,0-1 0,2 0 0,0 1 0,2-1 0,0 1 0,2-1 0,0 1 0,1 0 0,1 0 0,1 1 0,2 0 0,-1 0 0,2 0 0,1 1 0,1 0 0,0 1 0,1 0 0,1 1 0,1 1 0,1 0 0,0 0 0,1 1 0,1 1 0,0 1 0,1 0 0,1 2 0,0 0 0,1 0 0,0 2 0,1 0 0,0 2 0,0 0 0,1 1 0,1 1 0,-1 1 0,1 0 0,0 2 0,0 1 0,1 0 0,-1 2 0,1 0 0,-1 2 0,1 0 0,-1 2 0,1 0 0,-1 2 0,0 0 0,0 1 0,0 2 0,0 0 0,-1 1 0,0 1 0,-1 1 0,1 0 0,-2 2 0,0 0 0,0 2 0,-1 0 0,0 0 0,-1 2 0,-1 0 0,0 1 0,-1 1 0,0 1 0,-2 0 0,0 0 0,-1 1 0,-1 1 0,0 0 0,-2 1 0,0 0 0,-1 1 0,-1 0 0,-1 0 0,-1 0 0,-1 1 0,0 0 0,-2 0 0,-1 1 0,0-1 0,-2 1 0,0-1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19:04.3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 24575,'45'-1'0,"-1"2"0,0 3 0,0 1 0,75 18 0,-45 0 0,83 38 0,-150-58 0,0 0 0,0-1 0,0 0 0,0 0 0,1-1 0,-1 0 0,1 0 0,-1-1 0,1 0 0,-1 0 0,1 0 0,-1-1 0,1-1 0,-1 1 0,8-3 0,8-5 0,-1-1 0,0 0 0,28-19 0,-34 19 0,-1 0 0,2 2 0,-1 0 0,1 0 0,0 2 0,1 0 0,20-4 0,11 6 0,96 6 0,-44 1 0,-78-1 0,0 0 0,0 1 0,0 1 0,-1 2 0,0 0 0,0 1 0,0 1 0,31 17 0,-33-17-1365,-2-1-5461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20:32.6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24575,'191'-1'0,"231"4"0,-248 11 0,174 38 0,123 12 0,205-64 0,-578-12 0,-1-4 0,166-50 0,-222 55 0,-6 2 0,0 3 0,72-6 0,72 11 0,-97 2 0,-45 2 0,0 1 0,0 2 0,48 15 0,-66-17 0,101 36 0,3 0 0,-13-6 0,-28-8 0,-63-21 0,1-2 0,0 0 0,0-1 0,0 0 0,0-2 0,1-1 0,-1 0 0,29-6 0,7-6 0,89-32 0,-115 33-1365,-7 0-5461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20:34.9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0 732 24575,'3'58'0,"17"100"0,-1-30 0,-12-32 0,6 49 0,-13-140 0,1 0 0,0 0 0,1 0 0,-1 0 0,1-1 0,0 1 0,0 0 0,1-1 0,4 7 0,-6-9 0,0-1 0,1 0 0,-1 1 0,1-1 0,-1 0 0,1 0 0,-1 0 0,1 0 0,0 0 0,0 0 0,-1-1 0,1 1 0,0 0 0,0-1 0,0 0 0,0 1 0,0-1 0,-1 0 0,1 0 0,0 0 0,0 0 0,0 0 0,0 0 0,0-1 0,0 1 0,0-1 0,-1 1 0,4-2 0,7-4 0,0-1 0,-1 0 0,1 0 0,-2-1 0,1-1 0,-1 0 0,0 0 0,-1-1 0,10-13 0,-11 15 0,347-432 0,-70 81 0,-68 117 120,-146 170-863,98-76 1,-146 130-6084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21:17.8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1 208 24575,'-1'65'0,"3"74"0,-2-135 0,0 0 0,1 0 0,0 0 0,0 0 0,0 0 0,1 0 0,-1 0 0,1 0 0,0 0 0,0-1 0,0 1 0,4 3 0,-5-6 0,0 0 0,0 0 0,0 0 0,0 0 0,1 0 0,-1 0 0,0 0 0,1 0 0,-1 0 0,1 0 0,-1-1 0,1 1 0,-1-1 0,1 1 0,0-1 0,-1 1 0,1-1 0,0 0 0,-1 0 0,1 0 0,0 0 0,-1 0 0,1 0 0,-1 0 0,1-1 0,0 1 0,-1-1 0,1 1 0,-1-1 0,1 0 0,-1 1 0,3-3 0,14-8 0,-1-2 0,-1 0 0,0-1 0,-1-1 0,18-22 0,-18 20 0,0 0 0,1 1 0,1 1 0,30-21 0,16 4 0,-51 27 0,0-1 0,0 0 0,0-1 0,-1 0 0,0 0 0,-1-1 0,1-1 0,10-11 0,45-46 0,-48 44-455,-2-1 0,16-27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21:20.2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571 4 24575,'-66'-1'0,"33"-1"0,1 1 0,-1 2 0,1 2 0,0 1 0,-39 9 0,60-9 0,0 1 0,0 1 0,1-1 0,-1 2 0,2-1 0,-1 1 0,1 1 0,0 0 0,0 0 0,1 1 0,0 0 0,-8 12 0,-9 15 0,-38 74 0,55-95 0,0 1 0,1-1 0,1 1 0,1 0 0,0 0 0,1 1 0,1 0 0,1-1 0,0 1 0,1 0 0,1 0 0,0 0 0,1 0 0,1 0 0,1 0 0,1-1 0,0 1 0,1-1 0,10 25 0,9 11 0,21 43 0,-39-84 0,1-1 0,0-1 0,0 1 0,1-1 0,0 0 0,16 13 0,0-6 0,1-1 0,0 0 0,1-2 0,48 17 0,-34-14 0,42 23 0,-69-33 0,0 0 0,1 0 0,-1-1 0,1-1 0,0-1 0,0 0 0,25 2 0,7-2 0,50-5 0,-23-1 0,-68 3 0,1 0 0,-1 0 0,1-1 0,-1 0 0,0 0 0,1 0 0,-1 0 0,0-1 0,0 0 0,0 0 0,0-1 0,0 1 0,-1-1 0,1 0 0,-1-1 0,0 1 0,0-1 0,0 1 0,0-1 0,0 0 0,-1-1 0,0 1 0,4-7 0,9-18 0,-2-1 0,0-1 0,-2 0 0,-2-1 0,10-48 0,7-18 0,-24 87 0,0-1 0,0 1 0,-1 0 0,0-1 0,-1-12 0,-1 20 0,0 0 0,0 0 0,-1 0 0,1 0 0,-1 0 0,0 0 0,-1 0 0,1 0 0,-1 0 0,0 0 0,0 1 0,0-1 0,0 1 0,0-1 0,-1 1 0,0 0 0,-3-4 0,-17-12 0,-38-26 0,39 30 0,0-1 0,-28-28 0,-59-57 0,64 61 0,-38-25 113,-4-4-1591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21:21.7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264 0 24575,'-1'9'0,"-1"1"0,0-1 0,0 0 0,-1-1 0,0 1 0,-1 0 0,-8 14 0,-1 5 0,9-17-45,-84 176 216,76-167-384,0-1 0,-1 0 0,0-1 0,-2 0 0,0-1 0,-35 29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21:24.5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21389,'782'0'0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21:28.1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58 24575,'5'4'0,"1"0"0,0-1 0,0 1 0,0-1 0,1-1 0,-1 1 0,1-1 0,0 0 0,10 1 0,4 2 0,343 68 0,-299-63 0,-26-2 0,0-3 0,42 1 0,373-8 0,-443 1 0,0 0 0,0-1 0,0 0 0,0-1 0,0-1 0,0 0 0,-1 0 0,0-1 0,0 0 0,0 0 0,18-15 0,-9 8 0,35-18 0,15-7 0,-58 29 0,1 1 0,0 0 0,1 1 0,-1 0 0,1 1 0,0 0 0,0 1 0,1 1 0,19-3 0,229 6 103,-115 2-1571,-114-2-5358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21:30.8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23628,'1351'28'0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21:33.3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21389,'1216'0'0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21:38.0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21389,'1027'0'0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21:53.7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1 108 24006,'2431'-108'0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21:55.4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22982,'2107'26'0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21:56.8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22:00.2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84 24575,'751'17'0,"-69"11"0,265-17 0,-590-13 0,-181 4 0,253-9 0,-329-6 0,129-33 0,-69 11 0,-88 21-455,1 3 0,87-2 0,-133 13-6371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22:05.6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28 24575,'5'0'0,"5"0"0,20-4 0,19-2 0,19 0 0,12 1 0,11 2 0,3 1 0,-4 1 0,-10 1 0,-8 0 0,-11 0 0,-18 0-8191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24:44.0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55 24575,'56'0'0,"543"9"0,-412 2 0,219 42 0,11 10 0,-337-52 0,-29-4 0,56 2 0,330-10 0,-407-1 0,0-2 0,0-2 0,-1 0 0,0-2 0,0-1 0,29-13 0,18-5 0,-29 11 0,83-23 0,153-6 0,-172 33-47,155-9-1271,-243 22-5508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24:47.1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4411 1652 24575,'145'2'0,"161"-4"0,-198-11 0,16 0 0,25-1 0,-10 0 0,-129 14 0,0-1 0,0 0 0,0-1 0,0 0 0,0 0 0,17-7 0,-22 7 0,-1-1 0,0 1 0,0-1 0,0 0 0,0 0 0,0 0 0,-1-1 0,1 0 0,-1 1 0,0-1 0,0 0 0,0 0 0,-1-1 0,1 1 0,-1 0 0,2-6 0,7-20 0,-2-1 0,-1 0 0,-1-1 0,-1 0 0,1-40 0,-6 45 0,-1-1 0,-1 1 0,-1 0 0,-1 1 0,-2-1 0,-13-45 0,11 55 0,-1 0 0,0 0 0,-1 1 0,-1 0 0,-1 1 0,0 0 0,-1 1 0,0 0 0,-1 0 0,-1 2 0,0 0 0,-27-18 0,-14-4 0,-1 3 0,-80-32 0,123 57 0,-345-139 0,-31-14 0,218 88 0,142 62 0,0 0 0,0 2 0,-1 2 0,-32-3 0,53 7 0,-516-23 0,444 21 0,0-3 0,-157-32 0,-151-74 0,302 84 0,0 4 0,-2 4 0,0 4 0,-1 4 0,-128-2 0,-316 19 0,503-2 0,-1 0 0,1 3 0,-52 14 0,-89 41 0,29-9 0,110-40 0,0 1 0,2 2 0,-41 24 0,-83 65 0,21-13 0,-5 13 0,-2 2 0,113-85 0,1 1 0,1 1 0,1 1 0,1 1 0,-24 33 0,-7 6 0,51-58 0,-1 0 0,1 0 0,0 0 0,1 1 0,-1 0 0,1 0 0,1 0 0,-1 0 0,1 0 0,1 0 0,-1 1 0,0 13 0,1 3 0,1 1 0,5 38 0,-3-52 0,0 0 0,1-1 0,0 1 0,1 0 0,0-1 0,1 0 0,0 0 0,1-1 0,-1 1 0,2-1 0,0 0 0,0-1 0,0 1 0,15 11 0,10 7 0,2-2 0,55 32 0,-66-43 0,46 25 0,-40-24 0,-2 1 0,27 20 0,79 54 0,-103-72 0,53 24 0,-72-37 0,2 1 7,1-1 0,0-1 0,-1 0 0,1-1 0,1 0 0,19 0 0,87-3-281,-61-2-866,-37 1-5686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24:56.4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56 24575,'2305'0'0,"-2121"-14"0,-29 1 0,36-1 0,59-1 0,792 17 34,-584-3-1433,-429 1-5427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25:50.4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56 24575,'504'-28'0,"0"1"0,-6 45 0,27-6 0,-348-14 0,-132 4 0,73 14 0,-75-9 0,75 21 0,-22-5 0,-67-17-341,0 0 0,0 2-1,30 13 1,-41-13-6485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26:19.6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24347,'2000'54'0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30:50.2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24575,'5'0'0,"19"0"0,25 0 0,31 0 0,35 0 0,20 0 0,19 0 0,2 0 0,-11 0 0,-22 0 0,-22 0 0,-24 0 0,-20 0 0,-21 0-8191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34:09.8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24575,'549'34'0,"-454"-26"0,537 6 0,-402-16 0,2142 2-1365,-2344 0-5461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34:11.0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0 109 24575,'1231'0'0,"-1114"-5"0,-1-5 0,133-29 0,-64-11-1365,-162 46-5461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34:27.1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 23989,'1973'0'0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34:31.2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1478 24575,'1'-35'0,"2"0"0,1 1 0,2 0 0,1 0 0,19-56 0,78-150 0,-82 193 0,412-727 0,-360 652 0,-66 102 0,-10 10 0,0 10 0,0-1 0,0 1 0,0-1 0,0 1 0,0-1 0,0 1 0,0 0 0,0 0 0,0 0 0,0 0 0,0 1 0,0-1 0,-3 1 0,-5 1 0,0 1 0,-1-1 0,1 2 0,0-1 0,0 2 0,1-1 0,-12 8 0,-60 47 0,17-11 0,64-48 0,-1 0 0,1 0 0,0 0 0,0 0 0,0 0 0,0 0 0,0 0 0,-1 0 0,1 0 0,0 1 0,0-1 0,0 0 0,0 0 0,0 0 0,-1 0 0,1 0 0,0 0 0,0 0 0,0 0 0,0 1 0,0-1 0,0 0 0,0 0 0,0 0 0,0 0 0,0 0 0,-1 1 0,1-1 0,0 0 0,0 0 0,0 0 0,0 0 0,0 0 0,0 1 0,0-1 0,0 0 0,0 0 0,0 0 0,0 0 0,0 1 0,0-1 0,1 0 0,-1 0 0,0 0 0,0 0 0,0 0 0,0 1 0,0-1 0,0 0 0,0 0 0,0 0 0,0 0 0,0 0 0,1 0 0,-1 0 0,0 1 0,0-1 0,0 0 0,0 0 0,16 4 0,19-2 0,40-2 0,166-4 0,-213 0 0,-22 2 0,-1 1 0,1 0 0,0 1 0,0-1 0,-1 1 0,11 1 0,-15-1 0,1 1 0,0-1 0,-1 1 0,1 0 0,-1-1 0,1 1 0,-1 0 0,1 0 0,-1 0 0,0 0 0,1 0 0,-1 1 0,0-1 0,0 0 0,0 0 0,0 1 0,0-1 0,0 1 0,0-1 0,0 1 0,-1-1 0,1 1 0,0-1 0,-1 1 0,0 0 0,1-1 0,-1 4 0,4 23 0,-2 0 0,-2 1 0,-4 49 0,0 3 0,3-57-62,-2 0-1,-8 39 1,5-33-1116,3-11-5648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34:37.1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1 135 24012,'1810'-135'0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34:40.6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1759 2 24575,'-323'-2'0,"-348"5"0,594 1 0,-129 25 0,-72 36 0,250-59 0,-18 5 0,44-9 0,-1-1 0,1 0 0,0 0 0,-1 1 0,1-1 0,0 1 0,0 0 0,0 0 0,0 0 0,0 0 0,1 0 0,-1 0 0,1 0 0,-1 1 0,-1 3 0,-3 11 0,1 1 0,1 0 0,0 1 0,1-1 0,0 35 0,-1 1 0,-23 145 0,-11 123 0,35-234-1365,4-67-5461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34:43.0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1833 1 24575,'-1'81'0,"-3"0"0,-29 154 0,20-170 0,-85 418 0,32 5 0,60-288 0,6-198 0,0 0 0,0 0 0,-1 0 0,1 0 0,-1 0 0,1 0 0,-1 0 0,0 0 0,0-1 0,0 1 0,0 0 0,0 0 0,0-1 0,-1 1 0,1-1 0,0 1 0,-1-1 0,1 1 0,-1-1 0,0 0 0,1 0 0,-1 0 0,0 0 0,0 0 0,0 0 0,0 0 0,0-1 0,0 1 0,-3 0 0,-6 1 0,-1 0 0,0-1 0,0 0 0,-13-1 0,7 0 0,-430-4 0,108 0 0,322 5 0,0 0 0,0 2 0,0 0 0,1 1 0,-30 11 0,-80 40 0,114-49 0,-7 4 0,0-1 0,0-1 0,-1 0 0,-24 4 0,-80 20 0,77-19 0,46-12 0,0 0 0,-1-1 0,1 1 0,0-1 0,0 1 0,0-1 0,0 0 0,0 0 0,0 0 0,-1 0 0,1 0 0,0 0 0,0-1 0,0 1 0,0-1 0,0 0 0,0 1 0,0-1 0,0 0 0,0 0 0,0 0 0,0 0 0,1 0 0,-1-1 0,0 1 0,-2-3 0,2 0 0,0 0 0,0 0 0,0 0 0,0-1 0,1 1 0,-1-1 0,1 1 0,0-1 0,1 1 0,-1-1 0,1-7 0,1-88 0,1 70 0,-2 0 0,-1 0 0,-8-53 0,-25-88-1365,30 153-5461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34:48.5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34:50.4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1 508 24575,'1'5'0,"0"-1"0,1 1 0,-1-1 0,1 1 0,0-1 0,0 0 0,4 5 0,3 9 0,-6-12 0,0 0 0,0 0 0,0-1 0,1 1 0,0-1 0,0 1 0,0-1 0,1 0 0,7 6 0,-9-9 0,-1 0 0,1-1 0,0 1 0,0-1 0,0 0 0,-1 1 0,1-1 0,0-1 0,0 1 0,1 0 0,-1-1 0,0 1 0,0-1 0,0 0 0,0 0 0,0 0 0,0-1 0,0 1 0,0-1 0,0 0 0,0 0 0,6-2 0,3-3 0,0-2 0,0 0 0,-1 0 0,0-1 0,0 0 0,-1-1 0,0 0 0,-1 0 0,10-15 0,-3 6 0,154-200 0,-32 38 0,-69 85-1365,-57 79-5461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35:15.5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1160 24513,'3891'-1108'0,"-4168"1056"0,554 104 0,-485 139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35:24.7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24176,'2297'80'0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35:28.1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1 109 23778,'2108'-109'0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35:32.7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1 123 24575,'-1'71'0,"3"80"0,-2-147 0,0 0 0,1 0 0,-1 1 0,1-1 0,0 0 0,0 0 0,1 0 0,-1 0 0,1 0 0,0 0 0,0 0 0,0-1 0,3 4 0,-3-4 0,1-1 0,0 0 0,-1 0 0,1 0 0,0 0 0,0 0 0,0-1 0,0 1 0,0-1 0,0 0 0,1 0 0,-1 0 0,0 0 0,1 0 0,-1-1 0,7 0 0,6 1 0,-1-2 0,1 0 0,0-1 0,-1-1 0,1 0 0,-1-1 0,0 0 0,0-2 0,25-12 0,6-7 0,69-50 0,-20 11 0,-77 53 0,29-20 0,2 3 0,1 2 0,81-30 0,-85 43 0,-29 8 0,1 0 0,0-1 0,-1 0 0,28-16 0,-30 9-1365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35:36.7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24575,'4'0'0,"12"0"0,11 0 0,6 0 0,2 0 0,0 0 0,-2 0 0,-2 0 0,-1 0 0,-2 0 0,0 0 0,-1 0 0,0 0 0,-5 0-8191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35:40.2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56 24575,'120'2'0,"130"-5"0,-170-10 0,-58 9 0,1 0 0,26-1 0,36 4 0,114-8 0,-12-6 0,222 12 0,-209 5 0,204-2-1365,-381 0-5461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35:50.3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81 23664,'1459'-80'0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35:59.5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94 24575,'-1'59'0,"2"69"0,-1-126 0,1 1 0,-1-1 0,0 1 0,1-1 0,-1 0 0,1 1 0,0-1 0,-1 0 0,1 1 0,0-1 0,1 0 0,-1 0 0,0 0 0,1 0 0,-1 0 0,1 0 0,-1 0 0,1-1 0,0 1 0,0 0 0,0-1 0,0 0 0,0 1 0,0-1 0,0 0 0,0 0 0,1 0 0,-1 0 0,0 0 0,1-1 0,-1 1 0,0-1 0,1 0 0,-1 1 0,1-1 0,-1 0 0,1-1 0,2 1 0,8-2 0,0 0 0,-1-1 0,1 0 0,-1-1 0,23-10 0,29-19 0,74-48 0,-97 55 0,4-9 0,-38 28 0,1 0 0,0 1 0,1 0 0,-1 1 0,1-1 0,10-3 0,15-5 0,-12 4 0,0 1 0,31-7 0,-49 15-85,1 1 0,-1-1-1,1-1 1,-1 1 0,0-1-1,1 1 1,-1-1 0,0-1-1,0 1 1,-1 0 0,1-1-1,0 0 1,-1 0 0,1 0-1,4-6 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36:04.3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28 23421,'568'-27'0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36:10.9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765 437 24575,'-4'-6'0,"-1"0"0,2 0 0,-1 0 0,0 0 0,-4-13 0,-1-2 0,-11-18 0,-1 2 0,-34-45 0,42 65 0,-1 1 0,0 0 0,-1 1 0,-1 1 0,-1 1 0,-30-20 0,28 21 0,-1 1 0,1 1 0,-2 1 0,1 0 0,-1 2 0,-1 0 0,1 1 0,-1 1 0,0 2 0,0 0 0,-1 1 0,-28 1 0,6 2-75,26-1-183,0 0 0,0 1 0,0 1 0,-35 9 0,37-6-6568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35:44.2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3005 0 24575,'-205'7'0,"-1"9"0,-390 82 0,-383 165 0,939-251 0,-576 131 0,349-90 0,265-53 0,-6 2 0,0-1 0,-1 1 0,1 1 0,0 0 0,-10 4 0,16-5 0,0-1 0,-1 1 0,1 0 0,0-1 0,0 1 0,0 0 0,0 0 0,1 0 0,-1 1 0,0-1 0,1 0 0,0 1 0,-1-1 0,1 1 0,0-1 0,0 1 0,1 0 0,-1-1 0,0 1 0,0 5 0,-1 25 0,1 41 0,2-32 0,49 1040-741,-13-466 423,-6 557-871,-31-1085-4754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35:46.8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2484 0 24575,'0'224'0,"0"3"0,0 95-373,-35 1799-1117,33-2073 1536,0 9-32,-13 80 1,15-133-17,-1 0 0,0 0 0,0 0 0,0 0 0,0-1 0,-1 1-1,1 0 1,-1-1 0,0 1 0,0-1 0,-4 6 0,4-8 16,0 0-1,1 0 0,-1 0 1,0 0-1,0 0 0,0 0 1,0 0-1,0-1 0,1 1 1,-1-1-1,0 1 1,-1-1-1,1 0 0,0 0 1,0 0-1,0 0 0,0 0 1,0 0-1,0-1 0,0 1 1,0-1-1,-2 0 0,-27-7 834,-3-2-682,-1 2 0,1 2-1,-67-4 1,35 12-165,0 3 0,0 3 0,-87 21 0,-190 69 0,228-63 0,82-25 0,-382 103 0,346-99 0,-2-2 0,1-4 0,-1-3 0,-73-5 0,126 1 0,1 1 0,-1 0 0,1 1 0,-1 1 0,1 0 0,0 2 0,1 0 0,-26 13 0,-25 8 0,39-17-119,-12 4-504,-65 15 0,79-25-6203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36:13.6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0 446 24575,'43'-1'0,"0"-2"0,0-3 0,53-12 0,122-45 0,-95 25 0,-61 20 0,411-137 0,-447 143 0,-1-1 0,0-2 0,39-30 0,-47 33 0,-9 7 16,0 0 0,0 1-1,1 0 1,16-5 0,5-2-1460,-13 3-5382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36:20.8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2545 568 24504,'-1'22'0,"-2"0"0,-1 1 0,-3-1 0,-2 0 0,-2-1 0,-1 1 0,-3-1 0,-1 0 0,-2 0 0,-2-1 0,-2 0 0,-2 0 0,-1-1 0,-2 0 0,-2-1 0,-1 0 0,-1-1 0,-3 0 0,0-1 0,-2 0 0,-2-2 0,0 1 0,-2-2 0,-1 0 0,-1-1 0,-1-1 0,-1 0 0,-1-2 0,-1 0 0,-1-1 0,0 0 0,-1-2 0,0 0 0,-1-2 0,0 0 0,0-1 0,-1 0 0,0-2 0,0-1 0,0 0 0,0-1 0,0-2 0,1 0 0,0-1 0,0 0 0,1-2 0,0 0 0,1-2 0,0 0 0,1-1 0,1 0 0,1-2 0,1 0 0,1-1 0,1-1 0,1 0 0,2-2 0,0 1 0,2-2 0,2 0 0,0-1 0,3 0 0,1-1 0,1 0 0,2-1 0,2 0 0,1-1 0,2 0 0,2 0 0,2-1 0,2 0 0,1 0 0,3-1 0,1 1 0,2-1 0,2 0 0,3-1 0,1 1 0,2 0 0,2 0 0,2-1 0,1 1 0,3 0 0,2 0 0,2 0 0,1 1 0,3-1 0,1 1 0,2 1 0,2-1 0,2 1 0,2 0 0,1 1 0,2 0 0,2 1 0,1 0 0,1 1 0,3 1 0,0-1 0,2 2 0,2 0 0,0 1 0,2 1 0,1 0 0,1 1 0,1 1 0,1 0 0,1 1 0,1 1 0,1 1 0,0 1 0,1 1 0,0 0 0,1 1 0,0 1 0,0 1 0,1 1 0,0 1 0,0 0 0,0 2 0,0 0 0,0 1 0,-1 1 0,0 1 0,0 1 0,-1 1 0,0 0 0,-1 1 0,0 1 0,-1 1 0,-1 1 0,-1 1 0,-1 0 0,-1 1 0,-1 1 0,-1 0 0,-2 1 0,0 1 0,-2 0 0,-2 2 0,0-1 0,-3 1 0,-1 1 0,-1 0 0,-2 1 0,-2 0 0,-1 1 0,-2 0 0,-2 1 0,-2-1 0,-2 1 0,-1 1 0,-3-1 0,-1 1 0,-2 0 0,-2 0 0,-3 0 0,-1 1 0,-2-1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36:29.7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9871 914 24520,'-4'36'0,"-8"0"0,-7 0 0,-7-1 0,-8 1 0,-8-1 0,-7-1 0,-7 1 0,-7-1 0,-8-1 0,-7 0 0,-6-1 0,-8 0 0,-6-1 0,-6-1 0,-7 0 0,-6-2 0,-6 0 0,-5-1 0,-7-1 0,-4-1 0,-6-2 0,-5 0 0,-5-1 0,-4-2 0,-4 0 0,-4-2 0,-4-1 0,-3-2 0,-4 0 0,-2-2 0,-3-1 0,-3-2 0,-1-1 0,-3-1 0,0-2 0,-2-1 0,-1-1 0,-1-2 0,1-2 0,-1 0 0,0-2 0,1-2 0,2-1 0,0-1 0,1-2 0,3-1 0,2-1 0,1-2 0,4-1 0,2-2 0,4 0 0,3-2 0,4-1 0,4-2 0,4 0 0,4-2 0,5-1 0,6 0 0,4-2 0,6-1 0,5-1 0,6-1 0,6 0 0,6-2 0,7 0 0,6-1 0,6-1 0,8 0 0,6-1 0,7 0 0,8-1 0,7-1 0,7 1 0,7-1 0,8-1 0,8 1 0,7-1 0,7 0 0,8 0 0,8 0 0,8 0 0,7 1 0,7-1 0,8 1 0,8 0 0,7 0 0,7 1 0,7 0 0,8 0 0,7 1 0,6 1 0,8 0 0,6 2 0,6-1 0,7 2 0,6 0 0,6 1 0,6 2 0,5 0 0,6 1 0,4 1 0,6 1 0,5 2 0,4 0 0,4 2 0,4 1 0,4 1 0,3 1 0,4 2 0,2 1 0,4 1 0,1 1 0,2 2 0,3 2 0,1 0 0,0 2 0,2 2 0,1 1 0,0 1 0,-1 2 0,1 1 0,-1 1 0,-1 2 0,-2 2 0,0 0 0,-3 2 0,-1 2 0,-3 1 0,-3 1 0,-2 1 0,-4 2 0,-3 1 0,-4 1 0,-4 1 0,-4 2 0,-4 0 0,-5 2 0,-5 1 0,-6 1 0,-4 1 0,-7 0 0,-5 2 0,-6 1 0,-6 0 0,-7 2 0,-6 0 0,-6 0 0,-8 1 0,-6 1 0,-7 1 0,-8 0 0,-7 0 0,-7 1 0,-7 0 0,-8 0 0,-8 1 0,-7-1 0,-7 1 0,-8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36:34.1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0 109 24140,'1244'-109'0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36:39.5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21389,'892'0'0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38:10.6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24233,'6592'109'0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38:01.7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24575,'786'0'0,"-756"2"0,0 1 0,37 9 0,-6-1 0,53 7 0,149 17 0,-79-23 0,187 5 0,-252-18 0,1 4 0,176 29 0,-148-4 0,1-6 0,250 3 0,308-26-1365,-650 1-5461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38:03.0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24575,'62'3'0,"100"18"0,-47-4 0,-56-10 0,660 53 0,217-59 95,-425-3-1555,-483 2-5366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38:13.9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6493 0 24575,'-159'0'0,"-475"4"0,3 24 0,38-2 0,0-27 0,239-1 0,-871 2 0,898 19 0,250-13 0,-11 4 0,-101 25 0,159-30 0,0-1 0,-58-2 0,58-2 0,0 1 0,-55 8 0,18 1 0,0-3 0,-1-3 0,-96-6 0,39 0 0,-714 2 0,1337 0-1365,-476 0-5461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42:26.8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42:28.1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09:42:31.6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191 1947 24575,'1'1'0,"-1"0"0,0-1 0,1 1 0,-1 0 0,1-1 0,-1 1 0,1-1 0,-1 1 0,1-1 0,-1 1 0,1-1 0,0 1 0,-1-1 0,1 1 0,0-1 0,-1 0 0,1 1 0,0-1 0,0 0 0,-1 0 0,1 0 0,0 0 0,0 0 0,-1 1 0,1-1 0,1-1 0,3 3 0,1088 231 0,-275-155 0,8-74 0,-704-7 0,290 4 0,-283 11 0,39 2 0,712-15 0,-323-46 0,0-38 0,359-37 0,248 105 0,-910 31 0,125 1 0,-361-15 0,-3 1 0,-1-1 0,1-1 0,-1 0 0,0-1 0,0-1 0,24-7 0,-8 0 0,-16 6 0,-1-1 0,1-1 0,13-8 0,-23 12 0,0 0 0,-1 0 0,1-1 0,-1 0 0,0 0 0,0 0 0,0 0 0,-1 0 0,1 0 0,-1-1 0,1 1 0,-1-1 0,0 0 0,0 0 0,1-5 0,1-9 0,0 1 0,-2-1 0,0 0 0,-1 0 0,-1 0 0,0 0 0,-2 0 0,0 1 0,-1-1 0,0 0 0,-7-17 0,-12-30 0,-46-97 0,43 108 0,-284-547 0,293 573 0,-2 0 0,-1 2 0,-1 0 0,-1 2 0,-1 0 0,-1 1 0,-1 1 0,-1 2 0,0 0 0,-2 2 0,-1 0 0,0 2 0,-35-14 0,-11 2 0,-1 3 0,-97-18 0,-162-15 0,245 44 0,82 13 0,-627-92 0,-6 39 0,-461 49 0,581 8 0,172-2 0,-383-3 0,368-29 0,5-29 0,-45-7 0,166 45 0,-383 13 0,492 16 0,0 6 0,0 6 0,-213 60 0,243-50 0,-112 51 0,197-74 0,1 0 0,0 1 0,0 0 0,1 1 0,0 0 0,0 1 0,1 0 0,0 0 0,-9 12 0,9-8 0,1 1 0,1 0 0,0 0 0,1 1 0,1 0 0,0 0 0,-5 23 0,-7 37 0,3 0 0,-9 148 0,21 159 0,5-217 0,2-111-273,2 1 0,2-1 0,2-1 0,29 85 0,-31-109-6553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D9B16-E1E6-7A8C-371A-945239848D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D85796-625D-85E2-74E3-0B781E5995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C6CA1F-1510-310F-C333-6BF0FE627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3912B-4172-4DC8-BFAF-2457BF2C0A42}" type="datetimeFigureOut">
              <a:rPr lang="ar-EG" smtClean="0"/>
              <a:t>20/03/1448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DF15DA-A76A-72E9-B6A4-A94E588E7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AD088-9EE4-6886-BCAC-1CA54E5A2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B30B6-6ED2-4B55-A539-73A5D90E74FF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060310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7CEF2-D9C7-05E5-5D1A-9814E832F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61CE1-7EA0-CFD4-9E33-1DA8B2A44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C33C9F-F81A-CB5A-9271-3E39E6529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3912B-4172-4DC8-BFAF-2457BF2C0A42}" type="datetimeFigureOut">
              <a:rPr lang="ar-EG" smtClean="0"/>
              <a:t>20/03/1448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24E5A-4FA7-A9D3-2DD7-EB83378A0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41432-5AE3-1D20-0D67-6B18A1CC9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B30B6-6ED2-4B55-A539-73A5D90E74FF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247887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1AF0A-33EC-CC2E-BDC8-D2564068A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83E44-9EB5-E60C-FC88-BAFD37EC2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E89DBB-AC88-9B4A-3200-CB40F09BE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3912B-4172-4DC8-BFAF-2457BF2C0A42}" type="datetimeFigureOut">
              <a:rPr lang="ar-EG" smtClean="0"/>
              <a:t>20/03/1448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A57C6-9422-3A0D-02D2-AEF08843C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35273-42A5-C6FA-4E18-5DF7A5A4B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B30B6-6ED2-4B55-A539-73A5D90E74FF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772650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C3868-63B4-F7C7-FB40-D747D35C2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81EDB-4B4C-ACD4-49BB-DD0DB7CE03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BFD379-D95E-B480-DFD9-645E9D5C67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327CF8-C8F7-29BA-069B-0C0650EC9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3912B-4172-4DC8-BFAF-2457BF2C0A42}" type="datetimeFigureOut">
              <a:rPr lang="ar-EG" smtClean="0"/>
              <a:t>20/03/1448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A4C6B7-7CAF-936B-5FA9-C66C6BCDC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C1EDB8-7F0B-36A8-1AB2-9ECCB8117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B30B6-6ED2-4B55-A539-73A5D90E74FF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921737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F92E1-5793-E010-92E9-B754410E3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A318A-F748-9D43-C7A7-6A7536603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47765F-9628-1CC1-0490-3C1D5DAC10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3A195B-10D4-DEB8-C003-A3FF7967EF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16539E-7619-04D7-773B-98365BDAE8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10F720-BDBE-DBD8-10BC-520EB2970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3912B-4172-4DC8-BFAF-2457BF2C0A42}" type="datetimeFigureOut">
              <a:rPr lang="ar-EG" smtClean="0"/>
              <a:t>20/03/1448</a:t>
            </a:fld>
            <a:endParaRPr lang="ar-E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934A7E-5796-01FA-4354-686449700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3D9BD6-2EB2-6CFC-5601-9B2F957B7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B30B6-6ED2-4B55-A539-73A5D90E74FF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79134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1E37F-B13D-5E29-132A-B7C39C12A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96CFF7-AD20-4356-FB22-50CFFF1AD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3912B-4172-4DC8-BFAF-2457BF2C0A42}" type="datetimeFigureOut">
              <a:rPr lang="ar-EG" smtClean="0"/>
              <a:t>20/03/1448</a:t>
            </a:fld>
            <a:endParaRPr lang="ar-E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E0C82E-2A93-3F99-A1FC-7C4A35420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257D42-F9F3-D3FA-DFD0-EF4936B49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B30B6-6ED2-4B55-A539-73A5D90E74FF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258447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4DCB75-C7FD-BDEE-6EC5-CD960001A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3912B-4172-4DC8-BFAF-2457BF2C0A42}" type="datetimeFigureOut">
              <a:rPr lang="ar-EG" smtClean="0"/>
              <a:t>20/03/1448</a:t>
            </a:fld>
            <a:endParaRPr lang="ar-E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C97E72-DB76-286C-1785-8D5B4EFC1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4E8795-FA4A-D2E7-3A62-AC43A0835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B30B6-6ED2-4B55-A539-73A5D90E74FF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40138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BF745-118D-BE6C-5B40-71D96ECEE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EBF37-8BA9-A4F1-F6F0-E8AA21426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6D5283-9A7D-6BBE-11CA-39E72CA3CA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B548E6-35CC-3E79-A155-22CA10C41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3912B-4172-4DC8-BFAF-2457BF2C0A42}" type="datetimeFigureOut">
              <a:rPr lang="ar-EG" smtClean="0"/>
              <a:t>20/03/1448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A5A613-C82C-3F1B-B98D-5713FF8FB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E0D9ED-3B74-E8FE-6AD2-84A04DA9D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B30B6-6ED2-4B55-A539-73A5D90E74FF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78862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65903-F643-AF64-95C2-DE473810A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8D455D-C614-2D66-E976-20DB93A708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F3D79A-0D42-7C56-7546-9A2ED76618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D92889-092A-D0C9-0B74-4FD50BD3C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3912B-4172-4DC8-BFAF-2457BF2C0A42}" type="datetimeFigureOut">
              <a:rPr lang="ar-EG" smtClean="0"/>
              <a:t>20/03/1448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22BE4C-5783-4DE3-B41B-BA0794839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F742E5-3DBE-B630-54AF-ABD1EDF6D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B30B6-6ED2-4B55-A539-73A5D90E74FF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126549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E0DC1-9756-F9F9-EB3C-0C1A80386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5F8439-0EEB-A895-9E7C-058DB2E96E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F0662-3333-E2F1-9AE4-00F5E7DCF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3912B-4172-4DC8-BFAF-2457BF2C0A42}" type="datetimeFigureOut">
              <a:rPr lang="ar-EG" smtClean="0"/>
              <a:t>20/03/1448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9CCB2-AE62-2731-4AB4-3653D7212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B0D64B-262B-302F-8F48-144A18C1A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B30B6-6ED2-4B55-A539-73A5D90E74FF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940329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F00085-B407-65B5-BF02-6D0EF7A20E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1590BA-BCFD-3D20-18F2-D6A7EA6642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B0598-9B9B-156B-6F2F-DF2E214E8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3912B-4172-4DC8-BFAF-2457BF2C0A42}" type="datetimeFigureOut">
              <a:rPr lang="ar-EG" smtClean="0"/>
              <a:t>20/03/1448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4B05D-C23E-2A44-CD66-12329F351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77885-CF5A-832B-ED62-EA6877011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B30B6-6ED2-4B55-A539-73A5D90E74FF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74830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6620E-B591-3A39-3BEF-0926217B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EA7E74-5AD1-31C2-AEEE-445DF19B9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465E5-B1F6-EB0F-8005-DC260A8D30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C3912B-4172-4DC8-BFAF-2457BF2C0A42}" type="datetimeFigureOut">
              <a:rPr lang="ar-EG" smtClean="0"/>
              <a:t>20/03/1448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10419B-0219-8E15-1B1D-8E3AB9089B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A63FF-21CD-9223-1E67-BD50411387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CB30B6-6ED2-4B55-A539-73A5D90E74FF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728820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E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customXml" Target="../ink/ink5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5" Type="http://schemas.openxmlformats.org/officeDocument/2006/relationships/customXml" Target="../ink/ink3.xml"/><Relationship Id="rId10" Type="http://schemas.openxmlformats.org/officeDocument/2006/relationships/image" Target="../media/image4.png"/><Relationship Id="rId4" Type="http://schemas.openxmlformats.org/officeDocument/2006/relationships/customXml" Target="../ink/ink2.xml"/><Relationship Id="rId9" Type="http://schemas.openxmlformats.org/officeDocument/2006/relationships/customXml" Target="../ink/ink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customXml" Target="../ink/ink7.xml"/><Relationship Id="rId7" Type="http://schemas.openxmlformats.org/officeDocument/2006/relationships/customXml" Target="../ink/ink9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customXml" Target="../ink/ink8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.xml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3.xml"/><Relationship Id="rId11" Type="http://schemas.openxmlformats.org/officeDocument/2006/relationships/image" Target="../media/image17.png"/><Relationship Id="rId5" Type="http://schemas.openxmlformats.org/officeDocument/2006/relationships/image" Target="../media/image14.png"/><Relationship Id="rId10" Type="http://schemas.openxmlformats.org/officeDocument/2006/relationships/customXml" Target="../ink/ink15.xml"/><Relationship Id="rId4" Type="http://schemas.openxmlformats.org/officeDocument/2006/relationships/customXml" Target="../ink/ink12.xml"/><Relationship Id="rId9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9.xml"/><Relationship Id="rId13" Type="http://schemas.openxmlformats.org/officeDocument/2006/relationships/image" Target="../media/image2.png"/><Relationship Id="rId18" Type="http://schemas.openxmlformats.org/officeDocument/2006/relationships/customXml" Target="../ink/ink24.xml"/><Relationship Id="rId26" Type="http://schemas.openxmlformats.org/officeDocument/2006/relationships/image" Target="../media/image28.png"/><Relationship Id="rId3" Type="http://schemas.openxmlformats.org/officeDocument/2006/relationships/image" Target="../media/image18.png"/><Relationship Id="rId21" Type="http://schemas.openxmlformats.org/officeDocument/2006/relationships/image" Target="../media/image26.png"/><Relationship Id="rId34" Type="http://schemas.openxmlformats.org/officeDocument/2006/relationships/image" Target="../media/image32.png"/><Relationship Id="rId7" Type="http://schemas.openxmlformats.org/officeDocument/2006/relationships/image" Target="../media/image20.png"/><Relationship Id="rId12" Type="http://schemas.openxmlformats.org/officeDocument/2006/relationships/customXml" Target="../ink/ink21.xml"/><Relationship Id="rId17" Type="http://schemas.openxmlformats.org/officeDocument/2006/relationships/image" Target="../media/image24.png"/><Relationship Id="rId25" Type="http://schemas.openxmlformats.org/officeDocument/2006/relationships/customXml" Target="../ink/ink28.xml"/><Relationship Id="rId33" Type="http://schemas.openxmlformats.org/officeDocument/2006/relationships/customXml" Target="../ink/ink32.xml"/><Relationship Id="rId2" Type="http://schemas.openxmlformats.org/officeDocument/2006/relationships/customXml" Target="../ink/ink16.xml"/><Relationship Id="rId16" Type="http://schemas.openxmlformats.org/officeDocument/2006/relationships/customXml" Target="../ink/ink23.xml"/><Relationship Id="rId20" Type="http://schemas.openxmlformats.org/officeDocument/2006/relationships/customXml" Target="../ink/ink25.xml"/><Relationship Id="rId29" Type="http://schemas.openxmlformats.org/officeDocument/2006/relationships/customXml" Target="../ink/ink3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8.xml"/><Relationship Id="rId11" Type="http://schemas.openxmlformats.org/officeDocument/2006/relationships/image" Target="../media/image22.png"/><Relationship Id="rId24" Type="http://schemas.openxmlformats.org/officeDocument/2006/relationships/image" Target="../media/image27.png"/><Relationship Id="rId32" Type="http://schemas.openxmlformats.org/officeDocument/2006/relationships/image" Target="../media/image31.png"/><Relationship Id="rId5" Type="http://schemas.openxmlformats.org/officeDocument/2006/relationships/image" Target="../media/image19.png"/><Relationship Id="rId15" Type="http://schemas.openxmlformats.org/officeDocument/2006/relationships/image" Target="../media/image23.png"/><Relationship Id="rId23" Type="http://schemas.openxmlformats.org/officeDocument/2006/relationships/customXml" Target="../ink/ink27.xml"/><Relationship Id="rId28" Type="http://schemas.openxmlformats.org/officeDocument/2006/relationships/image" Target="../media/image29.png"/><Relationship Id="rId36" Type="http://schemas.openxmlformats.org/officeDocument/2006/relationships/image" Target="../media/image33.png"/><Relationship Id="rId10" Type="http://schemas.openxmlformats.org/officeDocument/2006/relationships/customXml" Target="../ink/ink20.xml"/><Relationship Id="rId19" Type="http://schemas.openxmlformats.org/officeDocument/2006/relationships/image" Target="../media/image25.png"/><Relationship Id="rId31" Type="http://schemas.openxmlformats.org/officeDocument/2006/relationships/customXml" Target="../ink/ink31.xml"/><Relationship Id="rId4" Type="http://schemas.openxmlformats.org/officeDocument/2006/relationships/customXml" Target="../ink/ink17.xml"/><Relationship Id="rId9" Type="http://schemas.openxmlformats.org/officeDocument/2006/relationships/image" Target="../media/image21.png"/><Relationship Id="rId14" Type="http://schemas.openxmlformats.org/officeDocument/2006/relationships/customXml" Target="../ink/ink22.xml"/><Relationship Id="rId22" Type="http://schemas.openxmlformats.org/officeDocument/2006/relationships/customXml" Target="../ink/ink26.xml"/><Relationship Id="rId27" Type="http://schemas.openxmlformats.org/officeDocument/2006/relationships/customXml" Target="../ink/ink29.xml"/><Relationship Id="rId30" Type="http://schemas.openxmlformats.org/officeDocument/2006/relationships/image" Target="../media/image30.png"/><Relationship Id="rId35" Type="http://schemas.openxmlformats.org/officeDocument/2006/relationships/customXml" Target="../ink/ink3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customXml" Target="../ink/ink39.xml"/><Relationship Id="rId3" Type="http://schemas.openxmlformats.org/officeDocument/2006/relationships/customXml" Target="../ink/ink34.xml"/><Relationship Id="rId7" Type="http://schemas.openxmlformats.org/officeDocument/2006/relationships/customXml" Target="../ink/ink36.xml"/><Relationship Id="rId12" Type="http://schemas.openxmlformats.org/officeDocument/2006/relationships/image" Target="../media/image40.png"/><Relationship Id="rId2" Type="http://schemas.openxmlformats.org/officeDocument/2006/relationships/image" Target="../media/image35.png"/><Relationship Id="rId16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customXml" Target="../ink/ink38.xml"/><Relationship Id="rId5" Type="http://schemas.openxmlformats.org/officeDocument/2006/relationships/customXml" Target="../ink/ink35.xml"/><Relationship Id="rId15" Type="http://schemas.openxmlformats.org/officeDocument/2006/relationships/customXml" Target="../ink/ink40.xml"/><Relationship Id="rId10" Type="http://schemas.openxmlformats.org/officeDocument/2006/relationships/image" Target="../media/image39.png"/><Relationship Id="rId4" Type="http://schemas.openxmlformats.org/officeDocument/2006/relationships/image" Target="../media/image36.png"/><Relationship Id="rId9" Type="http://schemas.openxmlformats.org/officeDocument/2006/relationships/customXml" Target="../ink/ink37.xml"/><Relationship Id="rId1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customXml" Target="../ink/ink46.xml"/><Relationship Id="rId18" Type="http://schemas.openxmlformats.org/officeDocument/2006/relationships/image" Target="../media/image51.png"/><Relationship Id="rId3" Type="http://schemas.openxmlformats.org/officeDocument/2006/relationships/customXml" Target="../ink/ink41.xml"/><Relationship Id="rId21" Type="http://schemas.openxmlformats.org/officeDocument/2006/relationships/customXml" Target="../ink/ink50.xml"/><Relationship Id="rId7" Type="http://schemas.openxmlformats.org/officeDocument/2006/relationships/customXml" Target="../ink/ink43.xml"/><Relationship Id="rId12" Type="http://schemas.openxmlformats.org/officeDocument/2006/relationships/image" Target="../media/image48.png"/><Relationship Id="rId17" Type="http://schemas.openxmlformats.org/officeDocument/2006/relationships/customXml" Target="../ink/ink48.xml"/><Relationship Id="rId2" Type="http://schemas.openxmlformats.org/officeDocument/2006/relationships/image" Target="../media/image43.png"/><Relationship Id="rId16" Type="http://schemas.openxmlformats.org/officeDocument/2006/relationships/image" Target="../media/image50.png"/><Relationship Id="rId20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11" Type="http://schemas.openxmlformats.org/officeDocument/2006/relationships/customXml" Target="../ink/ink45.xml"/><Relationship Id="rId24" Type="http://schemas.openxmlformats.org/officeDocument/2006/relationships/image" Target="../media/image54.png"/><Relationship Id="rId5" Type="http://schemas.openxmlformats.org/officeDocument/2006/relationships/customXml" Target="../ink/ink42.xml"/><Relationship Id="rId15" Type="http://schemas.openxmlformats.org/officeDocument/2006/relationships/customXml" Target="../ink/ink47.xml"/><Relationship Id="rId23" Type="http://schemas.openxmlformats.org/officeDocument/2006/relationships/customXml" Target="../ink/ink51.xml"/><Relationship Id="rId10" Type="http://schemas.openxmlformats.org/officeDocument/2006/relationships/image" Target="../media/image47.png"/><Relationship Id="rId19" Type="http://schemas.openxmlformats.org/officeDocument/2006/relationships/customXml" Target="../ink/ink49.xml"/><Relationship Id="rId4" Type="http://schemas.openxmlformats.org/officeDocument/2006/relationships/image" Target="../media/image44.png"/><Relationship Id="rId9" Type="http://schemas.openxmlformats.org/officeDocument/2006/relationships/customXml" Target="../ink/ink44.xml"/><Relationship Id="rId14" Type="http://schemas.openxmlformats.org/officeDocument/2006/relationships/image" Target="../media/image49.png"/><Relationship Id="rId22" Type="http://schemas.openxmlformats.org/officeDocument/2006/relationships/image" Target="../media/image5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customXml" Target="../ink/ink57.xml"/><Relationship Id="rId18" Type="http://schemas.openxmlformats.org/officeDocument/2006/relationships/image" Target="../media/image63.png"/><Relationship Id="rId26" Type="http://schemas.openxmlformats.org/officeDocument/2006/relationships/image" Target="../media/image67.png"/><Relationship Id="rId3" Type="http://schemas.openxmlformats.org/officeDocument/2006/relationships/customXml" Target="../ink/ink52.xml"/><Relationship Id="rId21" Type="http://schemas.openxmlformats.org/officeDocument/2006/relationships/customXml" Target="../ink/ink61.xml"/><Relationship Id="rId7" Type="http://schemas.openxmlformats.org/officeDocument/2006/relationships/customXml" Target="../ink/ink54.xml"/><Relationship Id="rId12" Type="http://schemas.openxmlformats.org/officeDocument/2006/relationships/image" Target="../media/image60.png"/><Relationship Id="rId17" Type="http://schemas.openxmlformats.org/officeDocument/2006/relationships/customXml" Target="../ink/ink59.xml"/><Relationship Id="rId25" Type="http://schemas.openxmlformats.org/officeDocument/2006/relationships/customXml" Target="../ink/ink63.xml"/><Relationship Id="rId2" Type="http://schemas.openxmlformats.org/officeDocument/2006/relationships/image" Target="../media/image55.png"/><Relationship Id="rId16" Type="http://schemas.openxmlformats.org/officeDocument/2006/relationships/image" Target="../media/image62.png"/><Relationship Id="rId20" Type="http://schemas.openxmlformats.org/officeDocument/2006/relationships/image" Target="../media/image64.png"/><Relationship Id="rId29" Type="http://schemas.openxmlformats.org/officeDocument/2006/relationships/customXml" Target="../ink/ink6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11" Type="http://schemas.openxmlformats.org/officeDocument/2006/relationships/customXml" Target="../ink/ink56.xml"/><Relationship Id="rId24" Type="http://schemas.openxmlformats.org/officeDocument/2006/relationships/image" Target="../media/image66.png"/><Relationship Id="rId5" Type="http://schemas.openxmlformats.org/officeDocument/2006/relationships/customXml" Target="../ink/ink53.xml"/><Relationship Id="rId15" Type="http://schemas.openxmlformats.org/officeDocument/2006/relationships/customXml" Target="../ink/ink58.xml"/><Relationship Id="rId23" Type="http://schemas.openxmlformats.org/officeDocument/2006/relationships/customXml" Target="../ink/ink62.xml"/><Relationship Id="rId28" Type="http://schemas.openxmlformats.org/officeDocument/2006/relationships/image" Target="../media/image68.png"/><Relationship Id="rId10" Type="http://schemas.openxmlformats.org/officeDocument/2006/relationships/image" Target="../media/image59.png"/><Relationship Id="rId19" Type="http://schemas.openxmlformats.org/officeDocument/2006/relationships/customXml" Target="../ink/ink60.xml"/><Relationship Id="rId4" Type="http://schemas.openxmlformats.org/officeDocument/2006/relationships/image" Target="../media/image56.png"/><Relationship Id="rId9" Type="http://schemas.openxmlformats.org/officeDocument/2006/relationships/customXml" Target="../ink/ink55.xml"/><Relationship Id="rId14" Type="http://schemas.openxmlformats.org/officeDocument/2006/relationships/image" Target="../media/image61.png"/><Relationship Id="rId22" Type="http://schemas.openxmlformats.org/officeDocument/2006/relationships/image" Target="../media/image65.png"/><Relationship Id="rId27" Type="http://schemas.openxmlformats.org/officeDocument/2006/relationships/customXml" Target="../ink/ink64.xml"/><Relationship Id="rId30" Type="http://schemas.openxmlformats.org/officeDocument/2006/relationships/image" Target="../media/image6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customXml" Target="../ink/ink71.xml"/><Relationship Id="rId18" Type="http://schemas.openxmlformats.org/officeDocument/2006/relationships/image" Target="../media/image79.png"/><Relationship Id="rId26" Type="http://schemas.openxmlformats.org/officeDocument/2006/relationships/image" Target="../media/image83.png"/><Relationship Id="rId3" Type="http://schemas.openxmlformats.org/officeDocument/2006/relationships/customXml" Target="../ink/ink66.xml"/><Relationship Id="rId21" Type="http://schemas.openxmlformats.org/officeDocument/2006/relationships/customXml" Target="../ink/ink75.xml"/><Relationship Id="rId7" Type="http://schemas.openxmlformats.org/officeDocument/2006/relationships/customXml" Target="../ink/ink68.xml"/><Relationship Id="rId12" Type="http://schemas.openxmlformats.org/officeDocument/2006/relationships/image" Target="../media/image76.png"/><Relationship Id="rId17" Type="http://schemas.openxmlformats.org/officeDocument/2006/relationships/customXml" Target="../ink/ink73.xml"/><Relationship Id="rId25" Type="http://schemas.openxmlformats.org/officeDocument/2006/relationships/customXml" Target="../ink/ink77.xml"/><Relationship Id="rId2" Type="http://schemas.openxmlformats.org/officeDocument/2006/relationships/image" Target="../media/image71.png"/><Relationship Id="rId16" Type="http://schemas.openxmlformats.org/officeDocument/2006/relationships/image" Target="../media/image78.png"/><Relationship Id="rId20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11" Type="http://schemas.openxmlformats.org/officeDocument/2006/relationships/customXml" Target="../ink/ink70.xml"/><Relationship Id="rId24" Type="http://schemas.openxmlformats.org/officeDocument/2006/relationships/image" Target="../media/image82.png"/><Relationship Id="rId5" Type="http://schemas.openxmlformats.org/officeDocument/2006/relationships/customXml" Target="../ink/ink67.xml"/><Relationship Id="rId15" Type="http://schemas.openxmlformats.org/officeDocument/2006/relationships/customXml" Target="../ink/ink72.xml"/><Relationship Id="rId23" Type="http://schemas.openxmlformats.org/officeDocument/2006/relationships/customXml" Target="../ink/ink76.xml"/><Relationship Id="rId28" Type="http://schemas.openxmlformats.org/officeDocument/2006/relationships/image" Target="../media/image84.png"/><Relationship Id="rId10" Type="http://schemas.openxmlformats.org/officeDocument/2006/relationships/image" Target="../media/image75.png"/><Relationship Id="rId19" Type="http://schemas.openxmlformats.org/officeDocument/2006/relationships/customXml" Target="../ink/ink74.xml"/><Relationship Id="rId4" Type="http://schemas.openxmlformats.org/officeDocument/2006/relationships/image" Target="../media/image72.png"/><Relationship Id="rId9" Type="http://schemas.openxmlformats.org/officeDocument/2006/relationships/customXml" Target="../ink/ink69.xml"/><Relationship Id="rId14" Type="http://schemas.openxmlformats.org/officeDocument/2006/relationships/image" Target="../media/image77.png"/><Relationship Id="rId22" Type="http://schemas.openxmlformats.org/officeDocument/2006/relationships/image" Target="../media/image81.png"/><Relationship Id="rId27" Type="http://schemas.openxmlformats.org/officeDocument/2006/relationships/customXml" Target="../ink/ink78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customXml" Target="../ink/ink84.xml"/><Relationship Id="rId18" Type="http://schemas.openxmlformats.org/officeDocument/2006/relationships/image" Target="../media/image2.png"/><Relationship Id="rId26" Type="http://schemas.openxmlformats.org/officeDocument/2006/relationships/image" Target="../media/image96.png"/><Relationship Id="rId3" Type="http://schemas.openxmlformats.org/officeDocument/2006/relationships/customXml" Target="../ink/ink79.xml"/><Relationship Id="rId21" Type="http://schemas.openxmlformats.org/officeDocument/2006/relationships/customXml" Target="../ink/ink88.xml"/><Relationship Id="rId7" Type="http://schemas.openxmlformats.org/officeDocument/2006/relationships/customXml" Target="../ink/ink81.xml"/><Relationship Id="rId12" Type="http://schemas.openxmlformats.org/officeDocument/2006/relationships/image" Target="../media/image90.png"/><Relationship Id="rId17" Type="http://schemas.openxmlformats.org/officeDocument/2006/relationships/customXml" Target="../ink/ink86.xml"/><Relationship Id="rId25" Type="http://schemas.openxmlformats.org/officeDocument/2006/relationships/customXml" Target="../ink/ink90.xml"/><Relationship Id="rId2" Type="http://schemas.openxmlformats.org/officeDocument/2006/relationships/image" Target="../media/image85.png"/><Relationship Id="rId16" Type="http://schemas.openxmlformats.org/officeDocument/2006/relationships/image" Target="../media/image92.png"/><Relationship Id="rId20" Type="http://schemas.openxmlformats.org/officeDocument/2006/relationships/image" Target="../media/image93.png"/><Relationship Id="rId29" Type="http://schemas.openxmlformats.org/officeDocument/2006/relationships/customXml" Target="../ink/ink9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png"/><Relationship Id="rId11" Type="http://schemas.openxmlformats.org/officeDocument/2006/relationships/customXml" Target="../ink/ink83.xml"/><Relationship Id="rId24" Type="http://schemas.openxmlformats.org/officeDocument/2006/relationships/image" Target="../media/image95.png"/><Relationship Id="rId32" Type="http://schemas.openxmlformats.org/officeDocument/2006/relationships/image" Target="../media/image99.png"/><Relationship Id="rId5" Type="http://schemas.openxmlformats.org/officeDocument/2006/relationships/customXml" Target="../ink/ink80.xml"/><Relationship Id="rId15" Type="http://schemas.openxmlformats.org/officeDocument/2006/relationships/customXml" Target="../ink/ink85.xml"/><Relationship Id="rId23" Type="http://schemas.openxmlformats.org/officeDocument/2006/relationships/customXml" Target="../ink/ink89.xml"/><Relationship Id="rId28" Type="http://schemas.openxmlformats.org/officeDocument/2006/relationships/image" Target="../media/image97.png"/><Relationship Id="rId10" Type="http://schemas.openxmlformats.org/officeDocument/2006/relationships/image" Target="../media/image89.png"/><Relationship Id="rId19" Type="http://schemas.openxmlformats.org/officeDocument/2006/relationships/customXml" Target="../ink/ink87.xml"/><Relationship Id="rId31" Type="http://schemas.openxmlformats.org/officeDocument/2006/relationships/customXml" Target="../ink/ink93.xml"/><Relationship Id="rId4" Type="http://schemas.openxmlformats.org/officeDocument/2006/relationships/image" Target="../media/image86.png"/><Relationship Id="rId9" Type="http://schemas.openxmlformats.org/officeDocument/2006/relationships/customXml" Target="../ink/ink82.xml"/><Relationship Id="rId14" Type="http://schemas.openxmlformats.org/officeDocument/2006/relationships/image" Target="../media/image91.png"/><Relationship Id="rId22" Type="http://schemas.openxmlformats.org/officeDocument/2006/relationships/image" Target="../media/image94.png"/><Relationship Id="rId27" Type="http://schemas.openxmlformats.org/officeDocument/2006/relationships/customXml" Target="../ink/ink91.xml"/><Relationship Id="rId30" Type="http://schemas.openxmlformats.org/officeDocument/2006/relationships/image" Target="../media/image9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13" Type="http://schemas.openxmlformats.org/officeDocument/2006/relationships/customXml" Target="../ink/ink99.xml"/><Relationship Id="rId18" Type="http://schemas.openxmlformats.org/officeDocument/2006/relationships/image" Target="../media/image107.png"/><Relationship Id="rId26" Type="http://schemas.openxmlformats.org/officeDocument/2006/relationships/image" Target="../media/image111.png"/><Relationship Id="rId3" Type="http://schemas.openxmlformats.org/officeDocument/2006/relationships/customXml" Target="../ink/ink94.xml"/><Relationship Id="rId21" Type="http://schemas.openxmlformats.org/officeDocument/2006/relationships/customXml" Target="../ink/ink103.xml"/><Relationship Id="rId7" Type="http://schemas.openxmlformats.org/officeDocument/2006/relationships/customXml" Target="../ink/ink96.xml"/><Relationship Id="rId12" Type="http://schemas.openxmlformats.org/officeDocument/2006/relationships/image" Target="../media/image104.png"/><Relationship Id="rId17" Type="http://schemas.openxmlformats.org/officeDocument/2006/relationships/customXml" Target="../ink/ink101.xml"/><Relationship Id="rId25" Type="http://schemas.openxmlformats.org/officeDocument/2006/relationships/customXml" Target="../ink/ink105.xml"/><Relationship Id="rId2" Type="http://schemas.openxmlformats.org/officeDocument/2006/relationships/image" Target="../media/image100.png"/><Relationship Id="rId16" Type="http://schemas.openxmlformats.org/officeDocument/2006/relationships/image" Target="../media/image106.png"/><Relationship Id="rId20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11" Type="http://schemas.openxmlformats.org/officeDocument/2006/relationships/customXml" Target="../ink/ink98.xml"/><Relationship Id="rId24" Type="http://schemas.openxmlformats.org/officeDocument/2006/relationships/image" Target="../media/image110.png"/><Relationship Id="rId5" Type="http://schemas.openxmlformats.org/officeDocument/2006/relationships/customXml" Target="../ink/ink95.xml"/><Relationship Id="rId15" Type="http://schemas.openxmlformats.org/officeDocument/2006/relationships/customXml" Target="../ink/ink100.xml"/><Relationship Id="rId23" Type="http://schemas.openxmlformats.org/officeDocument/2006/relationships/customXml" Target="../ink/ink104.xml"/><Relationship Id="rId10" Type="http://schemas.openxmlformats.org/officeDocument/2006/relationships/image" Target="../media/image103.png"/><Relationship Id="rId19" Type="http://schemas.openxmlformats.org/officeDocument/2006/relationships/customXml" Target="../ink/ink102.xml"/><Relationship Id="rId4" Type="http://schemas.openxmlformats.org/officeDocument/2006/relationships/image" Target="../media/image2.png"/><Relationship Id="rId9" Type="http://schemas.openxmlformats.org/officeDocument/2006/relationships/customXml" Target="../ink/ink97.xml"/><Relationship Id="rId14" Type="http://schemas.openxmlformats.org/officeDocument/2006/relationships/image" Target="../media/image105.png"/><Relationship Id="rId22" Type="http://schemas.openxmlformats.org/officeDocument/2006/relationships/image" Target="../media/image109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9.xml"/><Relationship Id="rId13" Type="http://schemas.openxmlformats.org/officeDocument/2006/relationships/image" Target="../media/image117.png"/><Relationship Id="rId3" Type="http://schemas.openxmlformats.org/officeDocument/2006/relationships/image" Target="../media/image112.png"/><Relationship Id="rId7" Type="http://schemas.openxmlformats.org/officeDocument/2006/relationships/image" Target="../media/image114.png"/><Relationship Id="rId12" Type="http://schemas.openxmlformats.org/officeDocument/2006/relationships/customXml" Target="../ink/ink111.xml"/><Relationship Id="rId17" Type="http://schemas.openxmlformats.org/officeDocument/2006/relationships/image" Target="../media/image119.png"/><Relationship Id="rId2" Type="http://schemas.openxmlformats.org/officeDocument/2006/relationships/customXml" Target="../ink/ink106.xml"/><Relationship Id="rId16" Type="http://schemas.openxmlformats.org/officeDocument/2006/relationships/customXml" Target="../ink/ink11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8.xml"/><Relationship Id="rId11" Type="http://schemas.openxmlformats.org/officeDocument/2006/relationships/image" Target="../media/image116.png"/><Relationship Id="rId5" Type="http://schemas.openxmlformats.org/officeDocument/2006/relationships/image" Target="../media/image113.png"/><Relationship Id="rId15" Type="http://schemas.openxmlformats.org/officeDocument/2006/relationships/image" Target="../media/image118.png"/><Relationship Id="rId10" Type="http://schemas.openxmlformats.org/officeDocument/2006/relationships/customXml" Target="../ink/ink110.xml"/><Relationship Id="rId4" Type="http://schemas.openxmlformats.org/officeDocument/2006/relationships/customXml" Target="../ink/ink107.xml"/><Relationship Id="rId9" Type="http://schemas.openxmlformats.org/officeDocument/2006/relationships/image" Target="../media/image115.png"/><Relationship Id="rId14" Type="http://schemas.openxmlformats.org/officeDocument/2006/relationships/customXml" Target="../ink/ink11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6.xml"/><Relationship Id="rId3" Type="http://schemas.openxmlformats.org/officeDocument/2006/relationships/image" Target="../media/image121.png"/><Relationship Id="rId7" Type="http://schemas.openxmlformats.org/officeDocument/2006/relationships/image" Target="../media/image123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5.xml"/><Relationship Id="rId5" Type="http://schemas.openxmlformats.org/officeDocument/2006/relationships/image" Target="../media/image122.png"/><Relationship Id="rId4" Type="http://schemas.openxmlformats.org/officeDocument/2006/relationships/customXml" Target="../ink/ink114.xml"/><Relationship Id="rId9" Type="http://schemas.openxmlformats.org/officeDocument/2006/relationships/image" Target="../media/image124.png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22.xml"/><Relationship Id="rId18" Type="http://schemas.openxmlformats.org/officeDocument/2006/relationships/image" Target="../media/image132.png"/><Relationship Id="rId26" Type="http://schemas.openxmlformats.org/officeDocument/2006/relationships/image" Target="../media/image136.png"/><Relationship Id="rId39" Type="http://schemas.openxmlformats.org/officeDocument/2006/relationships/image" Target="../media/image142.png"/><Relationship Id="rId21" Type="http://schemas.openxmlformats.org/officeDocument/2006/relationships/customXml" Target="../ink/ink126.xml"/><Relationship Id="rId34" Type="http://schemas.openxmlformats.org/officeDocument/2006/relationships/customXml" Target="../ink/ink133.xml"/><Relationship Id="rId42" Type="http://schemas.openxmlformats.org/officeDocument/2006/relationships/customXml" Target="../ink/ink137.xml"/><Relationship Id="rId47" Type="http://schemas.openxmlformats.org/officeDocument/2006/relationships/image" Target="../media/image146.png"/><Relationship Id="rId50" Type="http://schemas.openxmlformats.org/officeDocument/2006/relationships/customXml" Target="../ink/ink141.xml"/><Relationship Id="rId55" Type="http://schemas.openxmlformats.org/officeDocument/2006/relationships/image" Target="../media/image150.png"/><Relationship Id="rId63" Type="http://schemas.openxmlformats.org/officeDocument/2006/relationships/image" Target="../media/image154.png"/><Relationship Id="rId7" Type="http://schemas.openxmlformats.org/officeDocument/2006/relationships/customXml" Target="../ink/ink119.xml"/><Relationship Id="rId2" Type="http://schemas.openxmlformats.org/officeDocument/2006/relationships/image" Target="../media/image125.png"/><Relationship Id="rId16" Type="http://schemas.openxmlformats.org/officeDocument/2006/relationships/image" Target="../media/image2.png"/><Relationship Id="rId20" Type="http://schemas.openxmlformats.org/officeDocument/2006/relationships/image" Target="../media/image133.png"/><Relationship Id="rId29" Type="http://schemas.openxmlformats.org/officeDocument/2006/relationships/customXml" Target="../ink/ink130.xml"/><Relationship Id="rId41" Type="http://schemas.openxmlformats.org/officeDocument/2006/relationships/image" Target="../media/image143.png"/><Relationship Id="rId54" Type="http://schemas.openxmlformats.org/officeDocument/2006/relationships/customXml" Target="../ink/ink143.xml"/><Relationship Id="rId62" Type="http://schemas.openxmlformats.org/officeDocument/2006/relationships/customXml" Target="../ink/ink1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7.png"/><Relationship Id="rId11" Type="http://schemas.openxmlformats.org/officeDocument/2006/relationships/customXml" Target="../ink/ink121.xml"/><Relationship Id="rId24" Type="http://schemas.openxmlformats.org/officeDocument/2006/relationships/image" Target="../media/image135.png"/><Relationship Id="rId32" Type="http://schemas.openxmlformats.org/officeDocument/2006/relationships/customXml" Target="../ink/ink132.xml"/><Relationship Id="rId37" Type="http://schemas.openxmlformats.org/officeDocument/2006/relationships/image" Target="../media/image141.png"/><Relationship Id="rId40" Type="http://schemas.openxmlformats.org/officeDocument/2006/relationships/customXml" Target="../ink/ink136.xml"/><Relationship Id="rId45" Type="http://schemas.openxmlformats.org/officeDocument/2006/relationships/image" Target="../media/image145.png"/><Relationship Id="rId53" Type="http://schemas.openxmlformats.org/officeDocument/2006/relationships/image" Target="../media/image149.png"/><Relationship Id="rId58" Type="http://schemas.openxmlformats.org/officeDocument/2006/relationships/customXml" Target="../ink/ink145.xml"/><Relationship Id="rId5" Type="http://schemas.openxmlformats.org/officeDocument/2006/relationships/customXml" Target="../ink/ink118.xml"/><Relationship Id="rId15" Type="http://schemas.openxmlformats.org/officeDocument/2006/relationships/customXml" Target="../ink/ink123.xml"/><Relationship Id="rId23" Type="http://schemas.openxmlformats.org/officeDocument/2006/relationships/customXml" Target="../ink/ink127.xml"/><Relationship Id="rId28" Type="http://schemas.openxmlformats.org/officeDocument/2006/relationships/image" Target="../media/image137.png"/><Relationship Id="rId36" Type="http://schemas.openxmlformats.org/officeDocument/2006/relationships/customXml" Target="../ink/ink134.xml"/><Relationship Id="rId49" Type="http://schemas.openxmlformats.org/officeDocument/2006/relationships/image" Target="../media/image147.png"/><Relationship Id="rId57" Type="http://schemas.openxmlformats.org/officeDocument/2006/relationships/image" Target="../media/image151.png"/><Relationship Id="rId61" Type="http://schemas.openxmlformats.org/officeDocument/2006/relationships/image" Target="../media/image153.png"/><Relationship Id="rId10" Type="http://schemas.openxmlformats.org/officeDocument/2006/relationships/image" Target="../media/image129.png"/><Relationship Id="rId19" Type="http://schemas.openxmlformats.org/officeDocument/2006/relationships/customXml" Target="../ink/ink125.xml"/><Relationship Id="rId31" Type="http://schemas.openxmlformats.org/officeDocument/2006/relationships/image" Target="../media/image138.png"/><Relationship Id="rId44" Type="http://schemas.openxmlformats.org/officeDocument/2006/relationships/customXml" Target="../ink/ink138.xml"/><Relationship Id="rId52" Type="http://schemas.openxmlformats.org/officeDocument/2006/relationships/customXml" Target="../ink/ink142.xml"/><Relationship Id="rId60" Type="http://schemas.openxmlformats.org/officeDocument/2006/relationships/customXml" Target="../ink/ink146.xml"/><Relationship Id="rId4" Type="http://schemas.openxmlformats.org/officeDocument/2006/relationships/image" Target="../media/image126.png"/><Relationship Id="rId9" Type="http://schemas.openxmlformats.org/officeDocument/2006/relationships/customXml" Target="../ink/ink120.xml"/><Relationship Id="rId14" Type="http://schemas.openxmlformats.org/officeDocument/2006/relationships/image" Target="../media/image131.png"/><Relationship Id="rId22" Type="http://schemas.openxmlformats.org/officeDocument/2006/relationships/image" Target="../media/image134.png"/><Relationship Id="rId27" Type="http://schemas.openxmlformats.org/officeDocument/2006/relationships/customXml" Target="../ink/ink129.xml"/><Relationship Id="rId30" Type="http://schemas.openxmlformats.org/officeDocument/2006/relationships/customXml" Target="../ink/ink131.xml"/><Relationship Id="rId35" Type="http://schemas.openxmlformats.org/officeDocument/2006/relationships/image" Target="../media/image140.png"/><Relationship Id="rId43" Type="http://schemas.openxmlformats.org/officeDocument/2006/relationships/image" Target="../media/image144.png"/><Relationship Id="rId48" Type="http://schemas.openxmlformats.org/officeDocument/2006/relationships/customXml" Target="../ink/ink140.xml"/><Relationship Id="rId56" Type="http://schemas.openxmlformats.org/officeDocument/2006/relationships/customXml" Target="../ink/ink144.xml"/><Relationship Id="rId8" Type="http://schemas.openxmlformats.org/officeDocument/2006/relationships/image" Target="../media/image128.png"/><Relationship Id="rId51" Type="http://schemas.openxmlformats.org/officeDocument/2006/relationships/image" Target="../media/image148.png"/><Relationship Id="rId3" Type="http://schemas.openxmlformats.org/officeDocument/2006/relationships/customXml" Target="../ink/ink117.xml"/><Relationship Id="rId12" Type="http://schemas.openxmlformats.org/officeDocument/2006/relationships/image" Target="../media/image130.png"/><Relationship Id="rId17" Type="http://schemas.openxmlformats.org/officeDocument/2006/relationships/customXml" Target="../ink/ink124.xml"/><Relationship Id="rId25" Type="http://schemas.openxmlformats.org/officeDocument/2006/relationships/customXml" Target="../ink/ink128.xml"/><Relationship Id="rId33" Type="http://schemas.openxmlformats.org/officeDocument/2006/relationships/image" Target="../media/image139.png"/><Relationship Id="rId38" Type="http://schemas.openxmlformats.org/officeDocument/2006/relationships/customXml" Target="../ink/ink135.xml"/><Relationship Id="rId46" Type="http://schemas.openxmlformats.org/officeDocument/2006/relationships/customXml" Target="../ink/ink139.xml"/><Relationship Id="rId59" Type="http://schemas.openxmlformats.org/officeDocument/2006/relationships/image" Target="../media/image152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png"/><Relationship Id="rId3" Type="http://schemas.openxmlformats.org/officeDocument/2006/relationships/customXml" Target="../ink/ink148.xml"/><Relationship Id="rId7" Type="http://schemas.openxmlformats.org/officeDocument/2006/relationships/customXml" Target="../ink/ink150.xml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7.png"/><Relationship Id="rId5" Type="http://schemas.openxmlformats.org/officeDocument/2006/relationships/customXml" Target="../ink/ink149.xml"/><Relationship Id="rId10" Type="http://schemas.openxmlformats.org/officeDocument/2006/relationships/image" Target="../media/image159.png"/><Relationship Id="rId4" Type="http://schemas.openxmlformats.org/officeDocument/2006/relationships/image" Target="../media/image156.png"/><Relationship Id="rId9" Type="http://schemas.openxmlformats.org/officeDocument/2006/relationships/customXml" Target="../ink/ink151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png"/><Relationship Id="rId13" Type="http://schemas.openxmlformats.org/officeDocument/2006/relationships/customXml" Target="../ink/ink157.xml"/><Relationship Id="rId18" Type="http://schemas.openxmlformats.org/officeDocument/2006/relationships/image" Target="../media/image168.png"/><Relationship Id="rId26" Type="http://schemas.openxmlformats.org/officeDocument/2006/relationships/image" Target="../media/image172.png"/><Relationship Id="rId3" Type="http://schemas.openxmlformats.org/officeDocument/2006/relationships/customXml" Target="../ink/ink152.xml"/><Relationship Id="rId21" Type="http://schemas.openxmlformats.org/officeDocument/2006/relationships/customXml" Target="../ink/ink161.xml"/><Relationship Id="rId7" Type="http://schemas.openxmlformats.org/officeDocument/2006/relationships/customXml" Target="../ink/ink154.xml"/><Relationship Id="rId12" Type="http://schemas.openxmlformats.org/officeDocument/2006/relationships/image" Target="../media/image165.png"/><Relationship Id="rId17" Type="http://schemas.openxmlformats.org/officeDocument/2006/relationships/customXml" Target="../ink/ink159.xml"/><Relationship Id="rId25" Type="http://schemas.openxmlformats.org/officeDocument/2006/relationships/customXml" Target="../ink/ink163.xml"/><Relationship Id="rId2" Type="http://schemas.openxmlformats.org/officeDocument/2006/relationships/image" Target="../media/image160.png"/><Relationship Id="rId16" Type="http://schemas.openxmlformats.org/officeDocument/2006/relationships/image" Target="../media/image167.png"/><Relationship Id="rId20" Type="http://schemas.openxmlformats.org/officeDocument/2006/relationships/image" Target="../media/image169.png"/><Relationship Id="rId29" Type="http://schemas.openxmlformats.org/officeDocument/2006/relationships/customXml" Target="../ink/ink16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2.png"/><Relationship Id="rId11" Type="http://schemas.openxmlformats.org/officeDocument/2006/relationships/customXml" Target="../ink/ink156.xml"/><Relationship Id="rId24" Type="http://schemas.openxmlformats.org/officeDocument/2006/relationships/image" Target="../media/image171.png"/><Relationship Id="rId32" Type="http://schemas.openxmlformats.org/officeDocument/2006/relationships/image" Target="../media/image174.png"/><Relationship Id="rId5" Type="http://schemas.openxmlformats.org/officeDocument/2006/relationships/customXml" Target="../ink/ink153.xml"/><Relationship Id="rId15" Type="http://schemas.openxmlformats.org/officeDocument/2006/relationships/customXml" Target="../ink/ink158.xml"/><Relationship Id="rId23" Type="http://schemas.openxmlformats.org/officeDocument/2006/relationships/customXml" Target="../ink/ink162.xml"/><Relationship Id="rId28" Type="http://schemas.openxmlformats.org/officeDocument/2006/relationships/image" Target="../media/image2.png"/><Relationship Id="rId10" Type="http://schemas.openxmlformats.org/officeDocument/2006/relationships/image" Target="../media/image164.png"/><Relationship Id="rId19" Type="http://schemas.openxmlformats.org/officeDocument/2006/relationships/customXml" Target="../ink/ink160.xml"/><Relationship Id="rId31" Type="http://schemas.openxmlformats.org/officeDocument/2006/relationships/customXml" Target="../ink/ink166.xml"/><Relationship Id="rId4" Type="http://schemas.openxmlformats.org/officeDocument/2006/relationships/image" Target="../media/image161.png"/><Relationship Id="rId9" Type="http://schemas.openxmlformats.org/officeDocument/2006/relationships/customXml" Target="../ink/ink155.xml"/><Relationship Id="rId14" Type="http://schemas.openxmlformats.org/officeDocument/2006/relationships/image" Target="../media/image166.png"/><Relationship Id="rId22" Type="http://schemas.openxmlformats.org/officeDocument/2006/relationships/image" Target="../media/image170.png"/><Relationship Id="rId27" Type="http://schemas.openxmlformats.org/officeDocument/2006/relationships/customXml" Target="../ink/ink164.xml"/><Relationship Id="rId30" Type="http://schemas.openxmlformats.org/officeDocument/2006/relationships/image" Target="../media/image173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png"/><Relationship Id="rId3" Type="http://schemas.openxmlformats.org/officeDocument/2006/relationships/customXml" Target="../ink/ink167.xml"/><Relationship Id="rId7" Type="http://schemas.openxmlformats.org/officeDocument/2006/relationships/customXml" Target="../ink/ink169.xml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7.png"/><Relationship Id="rId5" Type="http://schemas.openxmlformats.org/officeDocument/2006/relationships/customXml" Target="../ink/ink168.xml"/><Relationship Id="rId4" Type="http://schemas.openxmlformats.org/officeDocument/2006/relationships/image" Target="../media/image17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0.xml"/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1.png"/><Relationship Id="rId5" Type="http://schemas.openxmlformats.org/officeDocument/2006/relationships/customXml" Target="../ink/ink171.xml"/><Relationship Id="rId4" Type="http://schemas.openxmlformats.org/officeDocument/2006/relationships/image" Target="../media/image180.png"/></Relationships>
</file>

<file path=ppt/slides/_rels/slide3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77.xml"/><Relationship Id="rId18" Type="http://schemas.openxmlformats.org/officeDocument/2006/relationships/image" Target="../media/image190.png"/><Relationship Id="rId26" Type="http://schemas.openxmlformats.org/officeDocument/2006/relationships/image" Target="../media/image193.png"/><Relationship Id="rId39" Type="http://schemas.openxmlformats.org/officeDocument/2006/relationships/customXml" Target="../ink/ink190.xml"/><Relationship Id="rId3" Type="http://schemas.openxmlformats.org/officeDocument/2006/relationships/customXml" Target="../ink/ink172.xml"/><Relationship Id="rId21" Type="http://schemas.openxmlformats.org/officeDocument/2006/relationships/customXml" Target="../ink/ink181.xml"/><Relationship Id="rId34" Type="http://schemas.openxmlformats.org/officeDocument/2006/relationships/image" Target="../media/image197.png"/><Relationship Id="rId42" Type="http://schemas.openxmlformats.org/officeDocument/2006/relationships/image" Target="../media/image201.png"/><Relationship Id="rId47" Type="http://schemas.openxmlformats.org/officeDocument/2006/relationships/customXml" Target="../ink/ink194.xml"/><Relationship Id="rId50" Type="http://schemas.openxmlformats.org/officeDocument/2006/relationships/image" Target="../media/image205.png"/><Relationship Id="rId7" Type="http://schemas.openxmlformats.org/officeDocument/2006/relationships/customXml" Target="../ink/ink174.xml"/><Relationship Id="rId12" Type="http://schemas.openxmlformats.org/officeDocument/2006/relationships/image" Target="../media/image187.png"/><Relationship Id="rId17" Type="http://schemas.openxmlformats.org/officeDocument/2006/relationships/customXml" Target="../ink/ink179.xml"/><Relationship Id="rId25" Type="http://schemas.openxmlformats.org/officeDocument/2006/relationships/customXml" Target="../ink/ink183.xml"/><Relationship Id="rId33" Type="http://schemas.openxmlformats.org/officeDocument/2006/relationships/customXml" Target="../ink/ink187.xml"/><Relationship Id="rId38" Type="http://schemas.openxmlformats.org/officeDocument/2006/relationships/image" Target="../media/image199.png"/><Relationship Id="rId46" Type="http://schemas.openxmlformats.org/officeDocument/2006/relationships/image" Target="../media/image203.png"/><Relationship Id="rId2" Type="http://schemas.openxmlformats.org/officeDocument/2006/relationships/image" Target="../media/image182.png"/><Relationship Id="rId16" Type="http://schemas.openxmlformats.org/officeDocument/2006/relationships/image" Target="../media/image189.png"/><Relationship Id="rId20" Type="http://schemas.openxmlformats.org/officeDocument/2006/relationships/image" Target="../media/image2.png"/><Relationship Id="rId29" Type="http://schemas.openxmlformats.org/officeDocument/2006/relationships/customXml" Target="../ink/ink185.xml"/><Relationship Id="rId41" Type="http://schemas.openxmlformats.org/officeDocument/2006/relationships/customXml" Target="../ink/ink19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4.png"/><Relationship Id="rId11" Type="http://schemas.openxmlformats.org/officeDocument/2006/relationships/customXml" Target="../ink/ink176.xml"/><Relationship Id="rId24" Type="http://schemas.openxmlformats.org/officeDocument/2006/relationships/image" Target="../media/image192.png"/><Relationship Id="rId32" Type="http://schemas.openxmlformats.org/officeDocument/2006/relationships/image" Target="../media/image196.png"/><Relationship Id="rId37" Type="http://schemas.openxmlformats.org/officeDocument/2006/relationships/customXml" Target="../ink/ink189.xml"/><Relationship Id="rId40" Type="http://schemas.openxmlformats.org/officeDocument/2006/relationships/image" Target="../media/image200.png"/><Relationship Id="rId45" Type="http://schemas.openxmlformats.org/officeDocument/2006/relationships/customXml" Target="../ink/ink193.xml"/><Relationship Id="rId5" Type="http://schemas.openxmlformats.org/officeDocument/2006/relationships/customXml" Target="../ink/ink173.xml"/><Relationship Id="rId15" Type="http://schemas.openxmlformats.org/officeDocument/2006/relationships/customXml" Target="../ink/ink178.xml"/><Relationship Id="rId23" Type="http://schemas.openxmlformats.org/officeDocument/2006/relationships/customXml" Target="../ink/ink182.xml"/><Relationship Id="rId28" Type="http://schemas.openxmlformats.org/officeDocument/2006/relationships/image" Target="../media/image194.png"/><Relationship Id="rId36" Type="http://schemas.openxmlformats.org/officeDocument/2006/relationships/image" Target="../media/image198.png"/><Relationship Id="rId49" Type="http://schemas.openxmlformats.org/officeDocument/2006/relationships/customXml" Target="../ink/ink195.xml"/><Relationship Id="rId10" Type="http://schemas.openxmlformats.org/officeDocument/2006/relationships/image" Target="../media/image186.png"/><Relationship Id="rId19" Type="http://schemas.openxmlformats.org/officeDocument/2006/relationships/customXml" Target="../ink/ink180.xml"/><Relationship Id="rId31" Type="http://schemas.openxmlformats.org/officeDocument/2006/relationships/customXml" Target="../ink/ink186.xml"/><Relationship Id="rId44" Type="http://schemas.openxmlformats.org/officeDocument/2006/relationships/image" Target="../media/image202.png"/><Relationship Id="rId4" Type="http://schemas.openxmlformats.org/officeDocument/2006/relationships/image" Target="../media/image183.png"/><Relationship Id="rId9" Type="http://schemas.openxmlformats.org/officeDocument/2006/relationships/customXml" Target="../ink/ink175.xml"/><Relationship Id="rId14" Type="http://schemas.openxmlformats.org/officeDocument/2006/relationships/image" Target="../media/image188.png"/><Relationship Id="rId22" Type="http://schemas.openxmlformats.org/officeDocument/2006/relationships/image" Target="../media/image191.png"/><Relationship Id="rId27" Type="http://schemas.openxmlformats.org/officeDocument/2006/relationships/customXml" Target="../ink/ink184.xml"/><Relationship Id="rId30" Type="http://schemas.openxmlformats.org/officeDocument/2006/relationships/image" Target="../media/image195.png"/><Relationship Id="rId35" Type="http://schemas.openxmlformats.org/officeDocument/2006/relationships/customXml" Target="../ink/ink188.xml"/><Relationship Id="rId43" Type="http://schemas.openxmlformats.org/officeDocument/2006/relationships/customXml" Target="../ink/ink192.xml"/><Relationship Id="rId48" Type="http://schemas.openxmlformats.org/officeDocument/2006/relationships/image" Target="../media/image204.png"/><Relationship Id="rId8" Type="http://schemas.openxmlformats.org/officeDocument/2006/relationships/image" Target="../media/image185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9.png"/><Relationship Id="rId13" Type="http://schemas.openxmlformats.org/officeDocument/2006/relationships/customXml" Target="../ink/ink201.xml"/><Relationship Id="rId3" Type="http://schemas.openxmlformats.org/officeDocument/2006/relationships/customXml" Target="../ink/ink196.xml"/><Relationship Id="rId7" Type="http://schemas.openxmlformats.org/officeDocument/2006/relationships/customXml" Target="../ink/ink198.xml"/><Relationship Id="rId12" Type="http://schemas.openxmlformats.org/officeDocument/2006/relationships/image" Target="../media/image211.png"/><Relationship Id="rId2" Type="http://schemas.openxmlformats.org/officeDocument/2006/relationships/image" Target="../media/image206.png"/><Relationship Id="rId16" Type="http://schemas.openxmlformats.org/officeDocument/2006/relationships/image" Target="../media/image2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8.png"/><Relationship Id="rId11" Type="http://schemas.openxmlformats.org/officeDocument/2006/relationships/customXml" Target="../ink/ink200.xml"/><Relationship Id="rId5" Type="http://schemas.openxmlformats.org/officeDocument/2006/relationships/customXml" Target="../ink/ink197.xml"/><Relationship Id="rId15" Type="http://schemas.openxmlformats.org/officeDocument/2006/relationships/customXml" Target="../ink/ink202.xml"/><Relationship Id="rId10" Type="http://schemas.openxmlformats.org/officeDocument/2006/relationships/image" Target="../media/image210.png"/><Relationship Id="rId4" Type="http://schemas.openxmlformats.org/officeDocument/2006/relationships/image" Target="../media/image207.png"/><Relationship Id="rId9" Type="http://schemas.openxmlformats.org/officeDocument/2006/relationships/customXml" Target="../ink/ink199.xml"/><Relationship Id="rId14" Type="http://schemas.openxmlformats.org/officeDocument/2006/relationships/image" Target="../media/image21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3.xml"/><Relationship Id="rId7" Type="http://schemas.openxmlformats.org/officeDocument/2006/relationships/image" Target="../media/image215.png"/><Relationship Id="rId2" Type="http://schemas.openxmlformats.org/officeDocument/2006/relationships/image" Target="../media/image21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05.xml"/><Relationship Id="rId5" Type="http://schemas.openxmlformats.org/officeDocument/2006/relationships/customXml" Target="../ink/ink204.xml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C6FD20-FE64-EC28-3998-BA0ED1056D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315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62805-B133-6D86-DB4C-9A9D7B86A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002E4-3E76-BD44-B70A-37FBB1472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/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7639C015-35D3-5FE3-5075-8A31B5B610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FEA951D-1DAF-0BCC-0147-40F825E6D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77938A2-D67C-4C53-30F7-A088F2DFBF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0382449-19EB-7571-54AF-51BEF5F647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F894AF1-1ED9-FFF5-AF27-3CE38624F7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195BA054-17AE-1D5C-DDFF-E2C74EC07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8F232DD-5667-5D8D-85CB-28EBDFD567D4}"/>
              </a:ext>
            </a:extLst>
          </p:cNvPr>
          <p:cNvSpPr txBox="1">
            <a:spLocks/>
          </p:cNvSpPr>
          <p:nvPr/>
        </p:nvSpPr>
        <p:spPr>
          <a:xfrm>
            <a:off x="1043631" y="809898"/>
            <a:ext cx="9942716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ar-EG" sz="4800"/>
              <a:t>✍Learning Objectives</a:t>
            </a:r>
            <a:endParaRPr lang="ar-EG" sz="48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D78C4AC-53F6-72E5-5B65-4B0223804C3D}"/>
              </a:ext>
            </a:extLst>
          </p:cNvPr>
          <p:cNvSpPr txBox="1">
            <a:spLocks/>
          </p:cNvSpPr>
          <p:nvPr/>
        </p:nvSpPr>
        <p:spPr>
          <a:xfrm>
            <a:off x="1045028" y="3017522"/>
            <a:ext cx="994131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ar-EG" sz="2200"/>
              <a:t>Define Java and understand its main characteristics. </a:t>
            </a:r>
          </a:p>
          <a:p>
            <a:r>
              <a:rPr lang="ar-EG" sz="2200"/>
              <a:t>Describe the history and evolution of Java. </a:t>
            </a:r>
          </a:p>
          <a:p>
            <a:r>
              <a:rPr lang="ar-EG" sz="2200"/>
              <a:t>Explain why Java was created. </a:t>
            </a:r>
          </a:p>
          <a:p>
            <a:r>
              <a:rPr lang="ar-EG" sz="2200"/>
              <a:t>Identify the key features of Java. </a:t>
            </a:r>
          </a:p>
          <a:p>
            <a:r>
              <a:rPr lang="ar-EG" sz="2200"/>
              <a:t>Compare Java with C++. </a:t>
            </a:r>
          </a:p>
          <a:p>
            <a:r>
              <a:rPr lang="ar-EG" sz="2200"/>
              <a:t>Understand JVM, JRE, and JDK. </a:t>
            </a:r>
          </a:p>
          <a:p>
            <a:r>
              <a:rPr lang="ar-EG" sz="2200"/>
              <a:t>Explain how Java programs are executed.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ar-EG" sz="22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53B8745-32F2-341D-D25C-C341577A1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6746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6AEB3-A8D9-D3DB-3AC9-A8A7BA88A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7F5BE-8146-4FAF-EA57-D18D0BD9B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/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2D2D3C64-8AB5-0D08-1B75-3D647E9C1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AB8E011-DC70-115F-33AA-14395761B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5A759E6-280B-FA8A-617F-2B4FB3264D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18AE05-28BF-6F39-4254-FC35EE25C9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F63F272-201C-37BE-464C-90488ABBFA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1B7002A2-D6A1-15B1-B5FA-CB1465A805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C804823-D53E-4F10-1DF5-EB0D582B909B}"/>
              </a:ext>
            </a:extLst>
          </p:cNvPr>
          <p:cNvSpPr txBox="1">
            <a:spLocks/>
          </p:cNvSpPr>
          <p:nvPr/>
        </p:nvSpPr>
        <p:spPr>
          <a:xfrm>
            <a:off x="1043631" y="809898"/>
            <a:ext cx="9942716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/>
              <a:t>✍Core Java … </a:t>
            </a:r>
            <a:endParaRPr lang="ar-EG" sz="48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0B8C955-2694-2DC5-8CA6-5DEF56C0C909}"/>
              </a:ext>
            </a:extLst>
          </p:cNvPr>
          <p:cNvSpPr txBox="1">
            <a:spLocks/>
          </p:cNvSpPr>
          <p:nvPr/>
        </p:nvSpPr>
        <p:spPr>
          <a:xfrm>
            <a:off x="1045028" y="3017522"/>
            <a:ext cx="994131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/>
              <a:t>Lecture 2 : </a:t>
            </a:r>
          </a:p>
          <a:p>
            <a:pPr lvl="1"/>
            <a:r>
              <a:rPr lang="ar-EG" sz="2000"/>
              <a:t>Encapsulation</a:t>
            </a:r>
          </a:p>
          <a:p>
            <a:pPr lvl="1"/>
            <a:r>
              <a:rPr lang="ar-EG" sz="2000"/>
              <a:t>Inheritance and Polymorphism</a:t>
            </a:r>
          </a:p>
          <a:p>
            <a:pPr lvl="1"/>
            <a:r>
              <a:rPr lang="ar-EG" sz="2000"/>
              <a:t>First Java Program</a:t>
            </a:r>
          </a:p>
          <a:p>
            <a:pPr lvl="1"/>
            <a:r>
              <a:rPr lang="ar-EG" sz="2000"/>
              <a:t>Simple Operations with Variables</a:t>
            </a:r>
          </a:p>
          <a:p>
            <a:pPr lvl="1"/>
            <a:r>
              <a:rPr lang="ar-EG" sz="2000"/>
              <a:t>Control Statements Examples</a:t>
            </a:r>
          </a:p>
          <a:p>
            <a:pPr lvl="1"/>
            <a:r>
              <a:rPr lang="ar-EG" sz="2000"/>
              <a:t>Java Code Blocks</a:t>
            </a:r>
          </a:p>
          <a:p>
            <a:pPr lvl="1"/>
            <a:r>
              <a:rPr lang="ar-EG" sz="2000"/>
              <a:t>Java Lexical Issues</a:t>
            </a:r>
          </a:p>
          <a:p>
            <a:r>
              <a:rPr lang="en-US" sz="2400" b="1"/>
              <a:t>Lab 2 .</a:t>
            </a:r>
            <a:endParaRPr lang="ar-EG" sz="2400" b="1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606B44F-4ABB-3387-45FF-577B786E0E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0852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C5609-B7AE-9349-C011-C03CBA495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58C05-1A72-A1AE-43F6-CFF90CC24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/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BB919C0A-A83C-5854-9D29-3A7F9A2B39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DFC7EED-F66A-6BF7-87A7-F5F18325B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A431152-0939-ED78-9767-BFFFEE19D4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DF6D6D6-9E25-30A1-F716-3CEBD88CEC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670FBE2-FE69-68E1-BE65-0B450103F0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5CF7F435-0D3A-E05C-F374-19995C428D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BB4AE13-326D-23B3-BE9D-3F706E6C619B}"/>
              </a:ext>
            </a:extLst>
          </p:cNvPr>
          <p:cNvSpPr txBox="1">
            <a:spLocks/>
          </p:cNvSpPr>
          <p:nvPr/>
        </p:nvSpPr>
        <p:spPr>
          <a:xfrm>
            <a:off x="1043631" y="809898"/>
            <a:ext cx="9942716" cy="155448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✍Lecture 3: </a:t>
            </a:r>
            <a:endParaRPr lang="ar-EG" sz="48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DEF1270-0233-95DB-65BA-ADAF3E7C03C9}"/>
              </a:ext>
            </a:extLst>
          </p:cNvPr>
          <p:cNvSpPr txBox="1">
            <a:spLocks/>
          </p:cNvSpPr>
          <p:nvPr/>
        </p:nvSpPr>
        <p:spPr>
          <a:xfrm>
            <a:off x="1045028" y="3017522"/>
            <a:ext cx="9941319" cy="3124658"/>
          </a:xfrm>
          <a:prstGeom prst="rect">
            <a:avLst/>
          </a:prstGeom>
        </p:spPr>
        <p:txBody>
          <a:bodyPr anchor="ctr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Primitive Data types . </a:t>
            </a:r>
          </a:p>
          <a:p>
            <a:r>
              <a:rPr lang="en-US" sz="2400" dirty="0"/>
              <a:t>Literals in java . </a:t>
            </a:r>
          </a:p>
          <a:p>
            <a:r>
              <a:rPr lang="en-US" sz="2400" dirty="0"/>
              <a:t>Variables . </a:t>
            </a:r>
          </a:p>
          <a:p>
            <a:r>
              <a:rPr lang="en-US" sz="2400" dirty="0"/>
              <a:t>Type Casting . </a:t>
            </a:r>
          </a:p>
          <a:p>
            <a:r>
              <a:rPr lang="en-US" sz="2400" dirty="0"/>
              <a:t>Arrays .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/>
          </a:p>
          <a:p>
            <a:r>
              <a:rPr lang="en-US" sz="2400" b="1" dirty="0"/>
              <a:t>Lab 3.</a:t>
            </a:r>
            <a:endParaRPr lang="ar-EG" sz="2400" b="1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E4FB8CD-2525-41E2-F932-CB7DE4743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747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6632E-A2E5-13CB-D9D1-186D4A091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61F9F-1D51-D048-59B8-E76B653B8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/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43CB382D-54EC-C5EF-3684-3A2423058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F3D7CFF-9E59-24A1-2424-B485C4DE2A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07DDEE1-8FCA-ED90-47BE-C731B0446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F81E236-1D5B-3B3A-2D0C-53C90D4FA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846FE07-8DF3-3448-AD00-095BC22FE3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77ABFE25-D767-AB9A-8F7C-238923226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0F8B868-6E28-66A3-1914-F3E4E3D2F3CE}"/>
              </a:ext>
            </a:extLst>
          </p:cNvPr>
          <p:cNvSpPr txBox="1">
            <a:spLocks/>
          </p:cNvSpPr>
          <p:nvPr/>
        </p:nvSpPr>
        <p:spPr>
          <a:xfrm>
            <a:off x="1043631" y="809898"/>
            <a:ext cx="9942716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✍Lecture 4 : </a:t>
            </a:r>
            <a:endParaRPr lang="ar-EG" sz="48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D1EFA27-707D-7264-CAED-AE2D40F4E51A}"/>
              </a:ext>
            </a:extLst>
          </p:cNvPr>
          <p:cNvSpPr txBox="1">
            <a:spLocks/>
          </p:cNvSpPr>
          <p:nvPr/>
        </p:nvSpPr>
        <p:spPr>
          <a:xfrm>
            <a:off x="1045028" y="2704014"/>
            <a:ext cx="9941319" cy="34381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ar-EG" sz="1400" dirty="0"/>
              <a:t>The Arithmetic and Bitwise Operators</a:t>
            </a:r>
          </a:p>
          <a:p>
            <a:r>
              <a:rPr lang="ar-EG" sz="1400" dirty="0"/>
              <a:t>The Relational and Boolean Logical Operators</a:t>
            </a:r>
          </a:p>
          <a:p>
            <a:r>
              <a:rPr lang="ar-EG" sz="1400" dirty="0"/>
              <a:t>The Ternary and instanceof Operators</a:t>
            </a:r>
          </a:p>
          <a:p>
            <a:r>
              <a:rPr lang="ar-EG" sz="1400" dirty="0"/>
              <a:t>Tha Arrow Operator and Lambda Expression</a:t>
            </a:r>
          </a:p>
          <a:p>
            <a:r>
              <a:rPr lang="ar-EG" sz="1400" dirty="0"/>
              <a:t>Selection Statements</a:t>
            </a:r>
          </a:p>
          <a:p>
            <a:r>
              <a:rPr lang="ar-EG" sz="1400" dirty="0"/>
              <a:t>Iteration Statements</a:t>
            </a:r>
          </a:p>
          <a:p>
            <a:r>
              <a:rPr lang="ar-EG" sz="1400" dirty="0"/>
              <a:t>Jump Statements</a:t>
            </a:r>
          </a:p>
          <a:p>
            <a:r>
              <a:rPr lang="ar-EG" sz="1400" dirty="0"/>
              <a:t>Java String</a:t>
            </a:r>
          </a:p>
          <a:p>
            <a:r>
              <a:rPr lang="ar-EG" sz="1400" dirty="0"/>
              <a:t>String Methods</a:t>
            </a:r>
          </a:p>
          <a:p>
            <a:r>
              <a:rPr lang="ar-EG" sz="1400" dirty="0"/>
              <a:t>StringBuffer, StringBuilder and StringTokenizer</a:t>
            </a:r>
            <a:endParaRPr lang="en-US" sz="1400" dirty="0"/>
          </a:p>
          <a:p>
            <a:r>
              <a:rPr lang="en-US" sz="1400" b="1" dirty="0"/>
              <a:t>Lab 4 . </a:t>
            </a:r>
            <a:endParaRPr lang="ar-EG" sz="1400" b="1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DD3D3B6-6648-72AF-3C49-65BE60F470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1129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78D61-EF15-B161-8700-B20A7AE0D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1E867-9BB5-35BC-4337-14037FE8B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/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F6678520-DC93-C3BF-21EC-4F32872652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2BF9FD9-A90B-F44F-6C92-07804B45B4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3D6DB2A-F053-2E1E-3F76-4CB56A22ED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CFDF0E7-E90D-84E4-E2C1-ABA3B0FEA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98A329E-B231-9E1E-E2EC-6F8DD10949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D3AAE866-FA40-9553-5427-DD25AB4B3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74B45EA-442A-8206-E182-73B2E8EFB708}"/>
              </a:ext>
            </a:extLst>
          </p:cNvPr>
          <p:cNvSpPr txBox="1">
            <a:spLocks/>
          </p:cNvSpPr>
          <p:nvPr/>
        </p:nvSpPr>
        <p:spPr>
          <a:xfrm>
            <a:off x="1043631" y="809898"/>
            <a:ext cx="9942716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/>
              <a:t>✍Lecture 5 :</a:t>
            </a:r>
            <a:endParaRPr lang="ar-EG" sz="48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DD56B96-909E-0C13-11E2-586F9032A12C}"/>
              </a:ext>
            </a:extLst>
          </p:cNvPr>
          <p:cNvSpPr txBox="1">
            <a:spLocks/>
          </p:cNvSpPr>
          <p:nvPr/>
        </p:nvSpPr>
        <p:spPr>
          <a:xfrm>
            <a:off x="1045028" y="3017522"/>
            <a:ext cx="994131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/>
              <a:t>J</a:t>
            </a:r>
            <a:r>
              <a:rPr lang="ar-EG" sz="1500"/>
              <a:t>ava Packages </a:t>
            </a:r>
          </a:p>
          <a:p>
            <a:r>
              <a:rPr lang="ar-EG" sz="1500"/>
              <a:t>Import Packages </a:t>
            </a:r>
          </a:p>
          <a:p>
            <a:r>
              <a:rPr lang="ar-EG" sz="1500"/>
              <a:t>Interfaces </a:t>
            </a:r>
          </a:p>
          <a:p>
            <a:r>
              <a:rPr lang="ar-EG" sz="1500"/>
              <a:t>Implementing Interfaces </a:t>
            </a:r>
          </a:p>
          <a:p>
            <a:r>
              <a:rPr lang="ar-EG" sz="1500"/>
              <a:t>General Considerations </a:t>
            </a:r>
          </a:p>
          <a:p>
            <a:r>
              <a:rPr lang="ar-EG" sz="1500"/>
              <a:t>Functional Interfaces </a:t>
            </a:r>
          </a:p>
          <a:p>
            <a:r>
              <a:rPr lang="ar-EG" sz="1500"/>
              <a:t>Predefined Functional Interfaces </a:t>
            </a:r>
          </a:p>
          <a:p>
            <a:endParaRPr lang="ar-EG" sz="1500"/>
          </a:p>
          <a:p>
            <a:r>
              <a:rPr lang="en-US" sz="1500"/>
              <a:t>Lab 5 .</a:t>
            </a:r>
            <a:endParaRPr lang="ar-EG" sz="15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D72E292-D7D6-59F9-0EBD-524E6DA7E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8904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CC99A-9023-5F4D-F8DE-366275ACA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E46FD-E44E-A5D4-E265-9F31A93996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/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C82F5A3D-249F-606C-934E-7E3F265F4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60AE9BE-D5B6-FC3C-B736-72E012516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C1E3996-B9BA-6233-9210-D43EC82F8C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152F6F6-96C1-7399-B638-5F61E321B2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44ABD90-09A2-035C-18DE-CD3373BE34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B64C6B03-CFD9-30EF-03AD-FECC21165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370A5F8-EB03-E242-D885-5A32FDE0DE77}"/>
              </a:ext>
            </a:extLst>
          </p:cNvPr>
          <p:cNvSpPr txBox="1">
            <a:spLocks/>
          </p:cNvSpPr>
          <p:nvPr/>
        </p:nvSpPr>
        <p:spPr>
          <a:xfrm>
            <a:off x="1043631" y="809898"/>
            <a:ext cx="9942716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/>
              <a:t>✍Lecture 6 :</a:t>
            </a:r>
            <a:endParaRPr lang="ar-EG" sz="48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57589E1-B55E-200A-4C1F-C213368C357B}"/>
              </a:ext>
            </a:extLst>
          </p:cNvPr>
          <p:cNvSpPr txBox="1">
            <a:spLocks/>
          </p:cNvSpPr>
          <p:nvPr/>
        </p:nvSpPr>
        <p:spPr>
          <a:xfrm>
            <a:off x="1045028" y="3017522"/>
            <a:ext cx="994131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ar-EG" sz="2000"/>
              <a:t>Wrapper Classes</a:t>
            </a:r>
          </a:p>
          <a:p>
            <a:r>
              <a:rPr lang="ar-EG" sz="2000"/>
              <a:t>Annotations</a:t>
            </a:r>
          </a:p>
          <a:p>
            <a:r>
              <a:rPr lang="ar-EG" sz="2000"/>
              <a:t>Annotations Basics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ar-EG" sz="1800"/>
          </a:p>
          <a:p>
            <a:r>
              <a:rPr lang="en-US" sz="2400" b="1"/>
              <a:t>Lab 6 .</a:t>
            </a:r>
            <a:endParaRPr lang="ar-EG" sz="2400" b="1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B0D8DC-7547-09A4-D90E-093809A96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6191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BA620-0747-852B-4AF0-38ECFF259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D9B42-7277-23BC-A77A-C5BE3332F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/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64DB3B84-EB1B-2B30-2BDE-D03BEED0C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5162E38-EF13-2103-B9C1-AFDDF8CCA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96A42FC-F05F-6E86-D12B-AFFE67164D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5737B0C-C565-BB39-D5C1-A3C4A0DD5C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F2C2D57-59C9-F302-7D96-2B621C8E33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2AE548B7-0A40-380E-FA8C-8D6ABF480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1DECC25-135E-90E0-27B4-AC8C66DC387F}"/>
              </a:ext>
            </a:extLst>
          </p:cNvPr>
          <p:cNvSpPr txBox="1">
            <a:spLocks/>
          </p:cNvSpPr>
          <p:nvPr/>
        </p:nvSpPr>
        <p:spPr>
          <a:xfrm>
            <a:off x="1043631" y="809898"/>
            <a:ext cx="9942716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✍Lecture 7 :</a:t>
            </a:r>
            <a:endParaRPr lang="ar-EG" sz="48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9D11017-A0E5-DB71-3782-8837671D2D0F}"/>
              </a:ext>
            </a:extLst>
          </p:cNvPr>
          <p:cNvSpPr txBox="1">
            <a:spLocks/>
          </p:cNvSpPr>
          <p:nvPr/>
        </p:nvSpPr>
        <p:spPr>
          <a:xfrm>
            <a:off x="1045028" y="3017522"/>
            <a:ext cx="994131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Exception</a:t>
            </a:r>
          </a:p>
          <a:p>
            <a:r>
              <a:rPr lang="en-US" sz="2000" dirty="0"/>
              <a:t>Exception </a:t>
            </a:r>
            <a:r>
              <a:rPr lang="en-US" sz="2000" dirty="0" err="1"/>
              <a:t>Handlling</a:t>
            </a:r>
            <a:r>
              <a:rPr lang="en-US" sz="2000" dirty="0"/>
              <a:t> 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ar-EG" sz="1800" dirty="0"/>
          </a:p>
          <a:p>
            <a:r>
              <a:rPr lang="en-US" sz="2400" b="1" dirty="0"/>
              <a:t>Lab 7 .</a:t>
            </a:r>
            <a:endParaRPr lang="ar-EG" sz="2400" b="1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B60B1B1-EDF7-099F-4074-3D1C869D3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6530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AE0B1-2C2E-811A-B244-0214BD060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DA4C8-10E7-19D9-60FF-4B7994245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/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B985D978-5699-32C6-9D53-238744E2E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4D6BEB7-B979-6C50-A256-A4237D31B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29724B9-5DE9-193E-0351-5FAE18C93C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F9D512C-7F65-A89A-CC98-3D293B6F49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0CC96DE-A121-58DE-AC37-4B84CE79FB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1D1169A6-D323-A641-AA52-C0890DCEE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D82DC3D-6845-B85F-A50B-24A088A36909}"/>
              </a:ext>
            </a:extLst>
          </p:cNvPr>
          <p:cNvSpPr txBox="1">
            <a:spLocks/>
          </p:cNvSpPr>
          <p:nvPr/>
        </p:nvSpPr>
        <p:spPr>
          <a:xfrm>
            <a:off x="1043631" y="809898"/>
            <a:ext cx="9942716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ar-EG" sz="4800"/>
              <a:t>✍</a:t>
            </a:r>
            <a:r>
              <a:rPr lang="en-US" sz="4800"/>
              <a:t>Lecture 8 :</a:t>
            </a:r>
            <a:endParaRPr lang="ar-EG" sz="48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D4C864F-E6E6-EBC8-1875-FEE42BD9D0C4}"/>
              </a:ext>
            </a:extLst>
          </p:cNvPr>
          <p:cNvSpPr txBox="1">
            <a:spLocks/>
          </p:cNvSpPr>
          <p:nvPr/>
        </p:nvSpPr>
        <p:spPr>
          <a:xfrm>
            <a:off x="1045028" y="3017522"/>
            <a:ext cx="994131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ar-EG" sz="1500" b="1" dirty="0"/>
              <a:t>Introduction to Generic Programming</a:t>
            </a:r>
          </a:p>
          <a:p>
            <a:r>
              <a:rPr lang="ar-EG" sz="1500" b="1" dirty="0"/>
              <a:t>Simple Generic Example Demo</a:t>
            </a:r>
          </a:p>
          <a:p>
            <a:r>
              <a:rPr lang="ar-EG" sz="1500" b="1" dirty="0"/>
              <a:t>Bounded Type Parameters</a:t>
            </a:r>
          </a:p>
          <a:p>
            <a:r>
              <a:rPr lang="ar-EG" sz="1500" b="1" dirty="0"/>
              <a:t>Wildcards</a:t>
            </a:r>
          </a:p>
          <a:p>
            <a:r>
              <a:rPr lang="ar-EG" sz="1500" b="1" dirty="0"/>
              <a:t>Lambda Expressions</a:t>
            </a:r>
          </a:p>
          <a:p>
            <a:r>
              <a:rPr lang="ar-EG" sz="1500" b="1" dirty="0"/>
              <a:t>Single Lambda Expressions</a:t>
            </a:r>
          </a:p>
          <a:p>
            <a:r>
              <a:rPr lang="ar-EG" sz="1500" b="1" dirty="0"/>
              <a:t>Block Lambda Expressions</a:t>
            </a:r>
          </a:p>
          <a:p>
            <a:r>
              <a:rPr lang="ar-EG" sz="1500" b="1" dirty="0"/>
              <a:t>Method Reference</a:t>
            </a:r>
          </a:p>
          <a:p>
            <a:r>
              <a:rPr lang="ar-EG" sz="1500" b="1" dirty="0"/>
              <a:t>Examples of Method Reference types</a:t>
            </a:r>
          </a:p>
          <a:p>
            <a:endParaRPr lang="ar-EG" sz="15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2DEA193-50FC-7C42-68DA-6C59A44C7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41EBD23-9ECD-9851-C590-5AF7F7E2000B}"/>
              </a:ext>
            </a:extLst>
          </p:cNvPr>
          <p:cNvGrpSpPr/>
          <p:nvPr/>
        </p:nvGrpSpPr>
        <p:grpSpPr>
          <a:xfrm>
            <a:off x="7448561" y="3966005"/>
            <a:ext cx="819720" cy="732600"/>
            <a:chOff x="7448561" y="3966005"/>
            <a:chExt cx="819720" cy="73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1AB21FD-146F-3095-3F0D-01FA73C75854}"/>
                    </a:ext>
                  </a:extLst>
                </p14:cNvPr>
                <p14:cNvContentPartPr/>
                <p14:nvPr/>
              </p14:nvContentPartPr>
              <p14:xfrm>
                <a:off x="7859681" y="4309085"/>
                <a:ext cx="360" cy="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1AB21FD-146F-3095-3F0D-01FA73C7585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841681" y="429144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30B964E-94BF-6656-55B8-EDC191405155}"/>
                    </a:ext>
                  </a:extLst>
                </p14:cNvPr>
                <p14:cNvContentPartPr/>
                <p14:nvPr/>
              </p14:nvContentPartPr>
              <p14:xfrm>
                <a:off x="8054081" y="4289285"/>
                <a:ext cx="360" cy="3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30B964E-94BF-6656-55B8-EDC19140515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036081" y="427164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B323208-9F92-EEED-02DD-100ED02726C2}"/>
                    </a:ext>
                  </a:extLst>
                </p14:cNvPr>
                <p14:cNvContentPartPr/>
                <p14:nvPr/>
              </p14:nvContentPartPr>
              <p14:xfrm>
                <a:off x="7898561" y="4474685"/>
                <a:ext cx="360" cy="3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B323208-9F92-EEED-02DD-100ED02726C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880921" y="445668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8D671C9-BC5E-568A-65A7-32837991F514}"/>
                    </a:ext>
                  </a:extLst>
                </p14:cNvPr>
                <p14:cNvContentPartPr/>
                <p14:nvPr/>
              </p14:nvContentPartPr>
              <p14:xfrm>
                <a:off x="8102681" y="4474685"/>
                <a:ext cx="360" cy="3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8D671C9-BC5E-568A-65A7-32837991F51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084681" y="445668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A43FF89-7B78-1617-CD7B-AE0D6B5C1A8C}"/>
                    </a:ext>
                  </a:extLst>
                </p14:cNvPr>
                <p14:cNvContentPartPr/>
                <p14:nvPr/>
              </p14:nvContentPartPr>
              <p14:xfrm>
                <a:off x="7448561" y="3966005"/>
                <a:ext cx="819720" cy="7326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A43FF89-7B78-1617-CD7B-AE0D6B5C1A8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430921" y="3948365"/>
                  <a:ext cx="855360" cy="76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29B0A777-69F3-9875-8870-CD9010A04F66}"/>
                  </a:ext>
                </a:extLst>
              </p14:cNvPr>
              <p14:cNvContentPartPr/>
              <p14:nvPr/>
            </p14:nvContentPartPr>
            <p14:xfrm>
              <a:off x="1380761" y="5573405"/>
              <a:ext cx="1478880" cy="7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29B0A777-69F3-9875-8870-CD9010A04F6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363121" y="5537405"/>
                <a:ext cx="1514520" cy="7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4087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E2C84-D04E-B5DC-099F-FD0DB1519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204FE-13AF-4ECD-93AA-F9740596E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/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68700DC2-189E-7011-F9B8-C846D363C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A206A39-C956-5A86-552A-9460D6957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907D617-138E-C836-AD08-4216AA6E69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8AA3995-6013-DE96-D03F-9D1F63845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93C5160-5D09-BE30-8E20-0907AB38CA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E13B3DEA-583F-7767-0305-0469FC90A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C8375E9-2A33-E705-1489-86B3327776DD}"/>
              </a:ext>
            </a:extLst>
          </p:cNvPr>
          <p:cNvSpPr txBox="1">
            <a:spLocks/>
          </p:cNvSpPr>
          <p:nvPr/>
        </p:nvSpPr>
        <p:spPr>
          <a:xfrm>
            <a:off x="1043631" y="809898"/>
            <a:ext cx="9942716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✍Lecture 9 : </a:t>
            </a:r>
            <a:endParaRPr lang="ar-EG" sz="48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36631B2-D064-61CE-149F-9412D6EBA526}"/>
              </a:ext>
            </a:extLst>
          </p:cNvPr>
          <p:cNvSpPr txBox="1">
            <a:spLocks/>
          </p:cNvSpPr>
          <p:nvPr/>
        </p:nvSpPr>
        <p:spPr>
          <a:xfrm>
            <a:off x="1045028" y="3017522"/>
            <a:ext cx="994131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900"/>
              <a:t>Java collection </a:t>
            </a:r>
          </a:p>
          <a:p>
            <a:r>
              <a:rPr lang="en-US" sz="1900"/>
              <a:t>Iterators </a:t>
            </a:r>
          </a:p>
          <a:p>
            <a:r>
              <a:rPr lang="en-US" sz="1900"/>
              <a:t>Generic Utility Methods </a:t>
            </a:r>
          </a:p>
          <a:p>
            <a:r>
              <a:rPr lang="en-US" sz="1900"/>
              <a:t>Collection Framework interface </a:t>
            </a:r>
          </a:p>
          <a:p>
            <a:r>
              <a:rPr lang="en-US" sz="1900"/>
              <a:t>Linked Lists</a:t>
            </a:r>
          </a:p>
          <a:p>
            <a:r>
              <a:rPr lang="en-US" sz="1900"/>
              <a:t>Maps</a:t>
            </a:r>
          </a:p>
          <a:p>
            <a:r>
              <a:rPr lang="en-US" sz="1900"/>
              <a:t>Map Interface Method </a:t>
            </a:r>
          </a:p>
          <a:p>
            <a:r>
              <a:rPr lang="en-US" sz="1900"/>
              <a:t>Algorithms</a:t>
            </a:r>
          </a:p>
          <a:p>
            <a:endParaRPr lang="ar-EG" sz="19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95A162A-DDD6-F23D-2389-A74119D8D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1642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AF7E9-C218-C267-7B5F-59BCFBB11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73DAB-5091-A523-C24A-5B75CA269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/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7FC07F60-309F-90A3-716A-7BD9CE4D2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FD38065-72C7-E816-8040-A2AE6A1BE4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A780D41-C60E-4F4B-BF11-B3F107DB8C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6F75615-76EF-3A7D-2D06-32B95FDE29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157700D-D0EA-A756-21FA-E4833C087F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A5EF312D-D342-2992-2F9C-D1500D602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DE4421E-EADD-CC8E-AA78-A73FD5E65C83}"/>
              </a:ext>
            </a:extLst>
          </p:cNvPr>
          <p:cNvSpPr txBox="1">
            <a:spLocks/>
          </p:cNvSpPr>
          <p:nvPr/>
        </p:nvSpPr>
        <p:spPr>
          <a:xfrm>
            <a:off x="1043631" y="809898"/>
            <a:ext cx="9942716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✍Lecture 10 : </a:t>
            </a:r>
            <a:endParaRPr lang="ar-EG" sz="48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72F2881-791D-9C51-F352-6BD39DFE49A1}"/>
              </a:ext>
            </a:extLst>
          </p:cNvPr>
          <p:cNvSpPr txBox="1">
            <a:spLocks/>
          </p:cNvSpPr>
          <p:nvPr/>
        </p:nvSpPr>
        <p:spPr>
          <a:xfrm>
            <a:off x="1045028" y="3017522"/>
            <a:ext cx="994131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ar-EG" sz="2400" dirty="0"/>
              <a:t>Stream API Introduction</a:t>
            </a:r>
          </a:p>
          <a:p>
            <a:r>
              <a:rPr lang="ar-EG" sz="2400" dirty="0"/>
              <a:t>Stream Operations</a:t>
            </a:r>
          </a:p>
          <a:p>
            <a:r>
              <a:rPr lang="ar-EG" sz="2400" dirty="0"/>
              <a:t>Common Intermediate &amp; Terminal Stream Operations</a:t>
            </a:r>
          </a:p>
          <a:p>
            <a:r>
              <a:rPr lang="ar-EG" sz="2400" dirty="0"/>
              <a:t>Stream API Demo</a:t>
            </a:r>
          </a:p>
          <a:p>
            <a:r>
              <a:rPr lang="ar-EG" sz="2400" dirty="0"/>
              <a:t>Examples of Using Different Stream Operations</a:t>
            </a:r>
          </a:p>
          <a:p>
            <a:r>
              <a:rPr lang="ar-EG" sz="2400" dirty="0"/>
              <a:t>Method Types, Pipeline, and Different Operations</a:t>
            </a:r>
          </a:p>
          <a:p>
            <a:r>
              <a:rPr lang="ar-EG" sz="2400" dirty="0"/>
              <a:t>Advanced Collect</a:t>
            </a:r>
          </a:p>
          <a:p>
            <a:r>
              <a:rPr lang="ar-EG" sz="2400" dirty="0"/>
              <a:t>Parallel Streams</a:t>
            </a:r>
          </a:p>
          <a:p>
            <a:r>
              <a:rPr lang="ar-EG" sz="2400" dirty="0"/>
              <a:t>Parallel Streams Demo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102A7F4-E052-0DF5-A7BE-C74F42FEC2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49258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6E006C-F7CD-DD59-C487-0278E06CF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 dirty="0"/>
              <a:t>✍Lecture 11 : </a:t>
            </a:r>
            <a:endParaRPr lang="ar-EG" sz="54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F8648-57D8-0144-A43E-5995CD6F2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ar-EG" sz="2400" b="1"/>
              <a:t>What is Thread?</a:t>
            </a:r>
          </a:p>
          <a:p>
            <a:r>
              <a:rPr lang="ar-EG" sz="2400" b="1"/>
              <a:t>How to Create Threads in Java?</a:t>
            </a:r>
          </a:p>
          <a:p>
            <a:r>
              <a:rPr lang="ar-EG" sz="2400" b="1"/>
              <a:t>Example: DateTime Application</a:t>
            </a:r>
          </a:p>
          <a:p>
            <a:r>
              <a:rPr lang="ar-EG" sz="2400" b="1"/>
              <a:t>Threads life cycle</a:t>
            </a:r>
          </a:p>
          <a:p>
            <a:r>
              <a:rPr lang="ar-EG" sz="2400" b="1"/>
              <a:t>Practical demo of multithreading in Java</a:t>
            </a:r>
          </a:p>
        </p:txBody>
      </p:sp>
    </p:spTree>
    <p:extLst>
      <p:ext uri="{BB962C8B-B14F-4D97-AF65-F5344CB8AC3E}">
        <p14:creationId xmlns:p14="http://schemas.microsoft.com/office/powerpoint/2010/main" val="39722728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BABEC-E216-A220-A58C-0CF15C62C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/>
              <a:t>✍Why Do We Need Threads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84CE8-DD1E-423E-5373-11450C7FD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ar-EG" sz="2400" dirty="0"/>
              <a:t>Imagine an application that needs to:</a:t>
            </a:r>
          </a:p>
          <a:p>
            <a:pPr lvl="0"/>
            <a:r>
              <a:rPr lang="ar-EG" sz="2400" dirty="0"/>
              <a:t>Download a file </a:t>
            </a:r>
          </a:p>
          <a:p>
            <a:pPr lvl="0"/>
            <a:r>
              <a:rPr lang="ar-EG" sz="2400" dirty="0"/>
              <a:t>Play music </a:t>
            </a:r>
          </a:p>
          <a:p>
            <a:pPr lvl="0"/>
            <a:r>
              <a:rPr lang="ar-EG" sz="2400" dirty="0"/>
              <a:t>Update the user interface </a:t>
            </a:r>
          </a:p>
          <a:p>
            <a:r>
              <a:rPr lang="ar-EG" sz="2400" b="1" dirty="0"/>
              <a:t>Should the application wait for one task to finish before starting another?</a:t>
            </a:r>
            <a:endParaRPr lang="ar-EG" sz="2400" dirty="0"/>
          </a:p>
          <a:p>
            <a:endParaRPr lang="ar-EG" sz="2400" dirty="0"/>
          </a:p>
        </p:txBody>
      </p:sp>
    </p:spTree>
    <p:extLst>
      <p:ext uri="{BB962C8B-B14F-4D97-AF65-F5344CB8AC3E}">
        <p14:creationId xmlns:p14="http://schemas.microsoft.com/office/powerpoint/2010/main" val="40225107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E8D93E-09ED-9F8A-574D-53BA7F9EBE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6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8510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E4B9B0-C3FD-C39A-7CA6-C5FDD3C693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6731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D62822-6736-F0E0-5A11-95A84A94A0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D954D6C-8019-753F-9BE3-D1279BA65C08}"/>
                  </a:ext>
                </a:extLst>
              </p14:cNvPr>
              <p14:cNvContentPartPr/>
              <p14:nvPr/>
            </p14:nvContentPartPr>
            <p14:xfrm>
              <a:off x="1740761" y="1876925"/>
              <a:ext cx="1031760" cy="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D954D6C-8019-753F-9BE3-D1279BA65C0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31761" y="1858925"/>
                <a:ext cx="10494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0AA407B-9BD5-F1D8-D814-A3D0F1B13199}"/>
                  </a:ext>
                </a:extLst>
              </p14:cNvPr>
              <p14:cNvContentPartPr/>
              <p14:nvPr/>
            </p14:nvContentPartPr>
            <p14:xfrm>
              <a:off x="1303001" y="2468405"/>
              <a:ext cx="1830600" cy="13946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0AA407B-9BD5-F1D8-D814-A3D0F1B1319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94001" y="2459765"/>
                <a:ext cx="1848240" cy="141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6EFD91A-E69B-CFBF-AD39-D3A45AE7D5F7}"/>
                  </a:ext>
                </a:extLst>
              </p14:cNvPr>
              <p14:cNvContentPartPr/>
              <p14:nvPr/>
            </p14:nvContentPartPr>
            <p14:xfrm>
              <a:off x="7497521" y="1875845"/>
              <a:ext cx="1774440" cy="5097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6EFD91A-E69B-CFBF-AD39-D3A45AE7D5F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488881" y="1867205"/>
                <a:ext cx="1792080" cy="527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076005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FF6B90-1C09-E47B-E925-85E6FD6BD9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2B1F2E9-27D8-0917-0EE1-E52D76606126}"/>
                  </a:ext>
                </a:extLst>
              </p14:cNvPr>
              <p14:cNvContentPartPr/>
              <p14:nvPr/>
            </p14:nvContentPartPr>
            <p14:xfrm>
              <a:off x="2042081" y="3842165"/>
              <a:ext cx="914040" cy="2264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2B1F2E9-27D8-0917-0EE1-E52D7660612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33441" y="3833525"/>
                <a:ext cx="931680" cy="24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990653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863A62-ACCE-DA11-9415-22BCD549B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/>
              <a:t>✍Sequential vs Concurrent Execution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FBFD9-6649-ECC8-054F-28313E8074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ar-EG" sz="2400" b="1" dirty="0"/>
              <a:t>Sequential</a:t>
            </a:r>
            <a:r>
              <a:rPr lang="en-US" sz="2400" dirty="0"/>
              <a:t> :</a:t>
            </a:r>
            <a:r>
              <a:rPr lang="ar-EG" sz="2400" dirty="0"/>
              <a:t> One task must finish before the next starts.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ar-EG" dirty="0"/>
              <a:t>Task A → Task B → Task C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ar-EG" sz="2400" b="1" dirty="0"/>
              <a:t>Concurrent</a:t>
            </a:r>
            <a:r>
              <a:rPr lang="en-US" sz="2400" dirty="0"/>
              <a:t> :</a:t>
            </a:r>
            <a:r>
              <a:rPr lang="ar-EG" sz="2400" dirty="0"/>
              <a:t> Multiple tasks can make progress during the same period.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ar-EG" sz="2000" dirty="0"/>
              <a:t>Task A ────────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ar-EG" sz="2000" dirty="0"/>
              <a:t>Task B ────────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ar-EG" sz="2000" dirty="0"/>
              <a:t>Task C ────────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9BA1EB47-2090-8F29-5081-C84F47987BD4}"/>
              </a:ext>
            </a:extLst>
          </p:cNvPr>
          <p:cNvGrpSpPr/>
          <p:nvPr/>
        </p:nvGrpSpPr>
        <p:grpSpPr>
          <a:xfrm>
            <a:off x="1264121" y="2665325"/>
            <a:ext cx="1568520" cy="330120"/>
            <a:chOff x="1264121" y="2665325"/>
            <a:chExt cx="1568520" cy="33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9543265-5D56-78DE-8946-956ED98BF2DA}"/>
                    </a:ext>
                  </a:extLst>
                </p14:cNvPr>
                <p14:cNvContentPartPr/>
                <p14:nvPr/>
              </p14:nvContentPartPr>
              <p14:xfrm>
                <a:off x="1264121" y="2861525"/>
                <a:ext cx="455760" cy="79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9543265-5D56-78DE-8946-956ED98BF2D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46481" y="2843885"/>
                  <a:ext cx="4914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F78EBC5-6D7F-DACE-230F-DCF43DB820DA}"/>
                    </a:ext>
                  </a:extLst>
                </p14:cNvPr>
                <p14:cNvContentPartPr/>
                <p14:nvPr/>
              </p14:nvContentPartPr>
              <p14:xfrm>
                <a:off x="1702241" y="2761805"/>
                <a:ext cx="163080" cy="2336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F78EBC5-6D7F-DACE-230F-DCF43DB820D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684241" y="2744165"/>
                  <a:ext cx="19872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0FEF184-9306-392E-D8BF-647057915C4F}"/>
                    </a:ext>
                  </a:extLst>
                </p14:cNvPr>
                <p14:cNvContentPartPr/>
                <p14:nvPr/>
              </p14:nvContentPartPr>
              <p14:xfrm>
                <a:off x="2120201" y="2781245"/>
                <a:ext cx="628560" cy="788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0FEF184-9306-392E-D8BF-647057915C4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02561" y="2763245"/>
                  <a:ext cx="6642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DD0A11C-7E2E-31C1-DBAF-264312623163}"/>
                    </a:ext>
                  </a:extLst>
                </p14:cNvPr>
                <p14:cNvContentPartPr/>
                <p14:nvPr/>
              </p14:nvContentPartPr>
              <p14:xfrm>
                <a:off x="2655161" y="2665325"/>
                <a:ext cx="177480" cy="3078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DD0A11C-7E2E-31C1-DBAF-26431262316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637521" y="2647325"/>
                  <a:ext cx="213120" cy="343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08FF5F1-7DCB-1258-6D09-29EC263DEE52}"/>
                  </a:ext>
                </a:extLst>
              </p14:cNvPr>
              <p14:cNvContentPartPr/>
              <p14:nvPr/>
            </p14:nvContentPartPr>
            <p14:xfrm>
              <a:off x="3604841" y="4980125"/>
              <a:ext cx="101520" cy="8074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08FF5F1-7DCB-1258-6D09-29EC263DEE5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587201" y="4962125"/>
                <a:ext cx="137160" cy="843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68078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2EA627-FB34-05BB-2A9E-ED63731CC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000" dirty="0"/>
              <a:t>✍How Does Java Decide Which Thread Runs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388E4-D1D2-674A-7F65-8130B1B61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ar-EG" sz="2400" b="1" dirty="0"/>
              <a:t>Thread Scheduling</a:t>
            </a:r>
            <a:r>
              <a:rPr lang="en-US" sz="2400" b="1" dirty="0"/>
              <a:t> : </a:t>
            </a:r>
            <a:endParaRPr lang="ar-EG" sz="2400" b="1" dirty="0"/>
          </a:p>
          <a:p>
            <a:r>
              <a:rPr lang="ar-EG" sz="2400" dirty="0"/>
              <a:t>The </a:t>
            </a:r>
            <a:r>
              <a:rPr lang="ar-EG" sz="2400" b="1" dirty="0"/>
              <a:t>JVM and Operating System</a:t>
            </a:r>
            <a:r>
              <a:rPr lang="ar-EG" sz="2400" dirty="0"/>
              <a:t> manage thread execution.</a:t>
            </a:r>
          </a:p>
          <a:p>
            <a:pPr lvl="0"/>
            <a:r>
              <a:rPr lang="ar-EG" sz="2400" dirty="0"/>
              <a:t>Threads compete for CPU time. </a:t>
            </a:r>
          </a:p>
          <a:p>
            <a:pPr lvl="0"/>
            <a:r>
              <a:rPr lang="ar-EG" sz="2400" dirty="0"/>
              <a:t>Execution order is </a:t>
            </a:r>
            <a:r>
              <a:rPr lang="ar-EG" sz="2400" b="1" dirty="0"/>
              <a:t>not guaranteed</a:t>
            </a:r>
            <a:r>
              <a:rPr lang="ar-EG" sz="2400" dirty="0"/>
              <a:t>. </a:t>
            </a:r>
          </a:p>
          <a:p>
            <a:pPr lvl="0"/>
            <a:r>
              <a:rPr lang="ar-EG" sz="2400" dirty="0"/>
              <a:t>Thread priority does not guarantee execution order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FA69195-7E50-CE46-A3A2-473C7B9629B7}"/>
                  </a:ext>
                </a:extLst>
              </p14:cNvPr>
              <p14:cNvContentPartPr/>
              <p14:nvPr/>
            </p14:nvContentPartPr>
            <p14:xfrm>
              <a:off x="728081" y="3262565"/>
              <a:ext cx="461160" cy="339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FA69195-7E50-CE46-A3A2-473C7B9629B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0081" y="3244925"/>
                <a:ext cx="496800" cy="37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F2AA702-8654-7E62-CF47-61A0780EA420}"/>
                  </a:ext>
                </a:extLst>
              </p14:cNvPr>
              <p14:cNvContentPartPr/>
              <p14:nvPr/>
            </p14:nvContentPartPr>
            <p14:xfrm>
              <a:off x="1945241" y="4279565"/>
              <a:ext cx="3492720" cy="7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F2AA702-8654-7E62-CF47-61A0780EA42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27241" y="4243565"/>
                <a:ext cx="352836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D644E25-B30B-BEA2-1906-811B41F3FB03}"/>
                  </a:ext>
                </a:extLst>
              </p14:cNvPr>
              <p14:cNvContentPartPr/>
              <p14:nvPr/>
            </p14:nvContentPartPr>
            <p14:xfrm>
              <a:off x="4082921" y="4250045"/>
              <a:ext cx="722520" cy="5490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D644E25-B30B-BEA2-1906-811B41F3FB0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064921" y="4232405"/>
                <a:ext cx="758160" cy="58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F0F6492-DFE2-D232-60E6-EB55B4ACE819}"/>
                  </a:ext>
                </a:extLst>
              </p14:cNvPr>
              <p14:cNvContentPartPr/>
              <p14:nvPr/>
            </p14:nvContentPartPr>
            <p14:xfrm>
              <a:off x="554201" y="4956365"/>
              <a:ext cx="520560" cy="3279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F0F6492-DFE2-D232-60E6-EB55B4ACE81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36201" y="4938725"/>
                <a:ext cx="556200" cy="36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0715D38-CD4F-FC7F-726A-1A2519239E5D}"/>
                  </a:ext>
                </a:extLst>
              </p14:cNvPr>
              <p14:cNvContentPartPr/>
              <p14:nvPr/>
            </p14:nvContentPartPr>
            <p14:xfrm>
              <a:off x="4357241" y="5291525"/>
              <a:ext cx="1548360" cy="7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0715D38-CD4F-FC7F-726A-1A2519239E5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339601" y="5255525"/>
                <a:ext cx="1584000" cy="7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B17F1B00-89C6-5146-C282-9429438AAF44}"/>
              </a:ext>
            </a:extLst>
          </p:cNvPr>
          <p:cNvGrpSpPr/>
          <p:nvPr/>
        </p:nvGrpSpPr>
        <p:grpSpPr>
          <a:xfrm>
            <a:off x="9348281" y="2801405"/>
            <a:ext cx="167040" cy="29160"/>
            <a:chOff x="9348281" y="2801405"/>
            <a:chExt cx="167040" cy="2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FF8DC83-107D-8E62-7542-F44D90E03BC6}"/>
                    </a:ext>
                  </a:extLst>
                </p14:cNvPr>
                <p14:cNvContentPartPr/>
                <p14:nvPr/>
              </p14:nvContentPartPr>
              <p14:xfrm>
                <a:off x="9348281" y="2830205"/>
                <a:ext cx="360" cy="3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FF8DC83-107D-8E62-7542-F44D90E03BC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330281" y="281220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1B50808-DF14-43A2-674B-F5B442743BAA}"/>
                    </a:ext>
                  </a:extLst>
                </p14:cNvPr>
                <p14:cNvContentPartPr/>
                <p14:nvPr/>
              </p14:nvContentPartPr>
              <p14:xfrm>
                <a:off x="9348281" y="2801405"/>
                <a:ext cx="167040" cy="291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1B50808-DF14-43A2-674B-F5B442743BA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330281" y="2783405"/>
                  <a:ext cx="202680" cy="64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FB6EBBC-D999-4E27-8B2D-7347505875B1}"/>
                  </a:ext>
                </a:extLst>
              </p14:cNvPr>
              <p14:cNvContentPartPr/>
              <p14:nvPr/>
            </p14:nvContentPartPr>
            <p14:xfrm>
              <a:off x="9309041" y="2918045"/>
              <a:ext cx="165600" cy="3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FB6EBBC-D999-4E27-8B2D-7347505875B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291041" y="2900045"/>
                <a:ext cx="2012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CFDA15D6-DDE0-7FBA-2510-281F6B5755BA}"/>
                  </a:ext>
                </a:extLst>
              </p14:cNvPr>
              <p14:cNvContentPartPr/>
              <p14:nvPr/>
            </p14:nvContentPartPr>
            <p14:xfrm>
              <a:off x="9000881" y="2946845"/>
              <a:ext cx="36000" cy="3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CFDA15D6-DDE0-7FBA-2510-281F6B5755B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982881" y="2929205"/>
                <a:ext cx="7164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7E435BD2-2E4C-8A94-3F5B-D5029FE42B6D}"/>
              </a:ext>
            </a:extLst>
          </p:cNvPr>
          <p:cNvGrpSpPr/>
          <p:nvPr/>
        </p:nvGrpSpPr>
        <p:grpSpPr>
          <a:xfrm>
            <a:off x="9083321" y="3063485"/>
            <a:ext cx="21600" cy="360"/>
            <a:chOff x="9083321" y="3063485"/>
            <a:chExt cx="21600" cy="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CF264A7-9C80-3CB9-5294-CA9244B9E30A}"/>
                    </a:ext>
                  </a:extLst>
                </p14:cNvPr>
                <p14:cNvContentPartPr/>
                <p14:nvPr/>
              </p14:nvContentPartPr>
              <p14:xfrm>
                <a:off x="9083321" y="3063485"/>
                <a:ext cx="21600" cy="3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CF264A7-9C80-3CB9-5294-CA9244B9E30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065681" y="3045845"/>
                  <a:ext cx="572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BE6EFBB-52BF-7943-DCFE-88CC958D0619}"/>
                    </a:ext>
                  </a:extLst>
                </p14:cNvPr>
                <p14:cNvContentPartPr/>
                <p14:nvPr/>
              </p14:nvContentPartPr>
              <p14:xfrm>
                <a:off x="9094841" y="3063485"/>
                <a:ext cx="360" cy="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BE6EFBB-52BF-7943-DCFE-88CC958D061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077201" y="304584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CD9BE174-3C32-20D7-7920-B19F3D6B3D65}"/>
                  </a:ext>
                </a:extLst>
              </p14:cNvPr>
              <p14:cNvContentPartPr/>
              <p14:nvPr/>
            </p14:nvContentPartPr>
            <p14:xfrm>
              <a:off x="9156041" y="3112445"/>
              <a:ext cx="55800" cy="2664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CD9BE174-3C32-20D7-7920-B19F3D6B3D65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9138401" y="3094445"/>
                <a:ext cx="91440" cy="62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2A4A6332-EC65-EC92-4700-5DFEE3658406}"/>
              </a:ext>
            </a:extLst>
          </p:cNvPr>
          <p:cNvGrpSpPr/>
          <p:nvPr/>
        </p:nvGrpSpPr>
        <p:grpSpPr>
          <a:xfrm>
            <a:off x="8735201" y="4528325"/>
            <a:ext cx="271080" cy="255960"/>
            <a:chOff x="8735201" y="4528325"/>
            <a:chExt cx="271080" cy="25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FE39920-DD46-FA5B-CD52-6BEFC340A033}"/>
                    </a:ext>
                  </a:extLst>
                </p14:cNvPr>
                <p14:cNvContentPartPr/>
                <p14:nvPr/>
              </p14:nvContentPartPr>
              <p14:xfrm>
                <a:off x="8754281" y="4528325"/>
                <a:ext cx="252000" cy="2559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FE39920-DD46-FA5B-CD52-6BEFC340A03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736641" y="4510685"/>
                  <a:ext cx="28764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3B79116-2E56-06C8-3905-15128CBC768B}"/>
                    </a:ext>
                  </a:extLst>
                </p14:cNvPr>
                <p14:cNvContentPartPr/>
                <p14:nvPr/>
              </p14:nvContentPartPr>
              <p14:xfrm>
                <a:off x="8735201" y="4697885"/>
                <a:ext cx="204480" cy="201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3B79116-2E56-06C8-3905-15128CBC768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717561" y="4679885"/>
                  <a:ext cx="240120" cy="5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92BF518E-8BD0-DFA7-6E0E-F5437E96DDC3}"/>
                  </a:ext>
                </a:extLst>
              </p14:cNvPr>
              <p14:cNvContentPartPr/>
              <p14:nvPr/>
            </p14:nvContentPartPr>
            <p14:xfrm>
              <a:off x="8997641" y="5057165"/>
              <a:ext cx="391680" cy="46116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92BF518E-8BD0-DFA7-6E0E-F5437E96DDC3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980001" y="5039165"/>
                <a:ext cx="427320" cy="49680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C17DA2CC-466A-7C85-F22C-DFB3E04A3731}"/>
              </a:ext>
            </a:extLst>
          </p:cNvPr>
          <p:cNvGrpSpPr/>
          <p:nvPr/>
        </p:nvGrpSpPr>
        <p:grpSpPr>
          <a:xfrm>
            <a:off x="1488041" y="5204045"/>
            <a:ext cx="3043800" cy="108360"/>
            <a:chOff x="1488041" y="5204045"/>
            <a:chExt cx="3043800" cy="10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BFA9692-0370-E412-3665-FAD0AE86E633}"/>
                    </a:ext>
                  </a:extLst>
                </p14:cNvPr>
                <p14:cNvContentPartPr/>
                <p14:nvPr/>
              </p14:nvContentPartPr>
              <p14:xfrm>
                <a:off x="1488041" y="5204045"/>
                <a:ext cx="1272960" cy="302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BFA9692-0370-E412-3665-FAD0AE86E63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470041" y="5186045"/>
                  <a:ext cx="13086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EB470FA-8806-AFDE-74DE-591C5AC60348}"/>
                    </a:ext>
                  </a:extLst>
                </p14:cNvPr>
                <p14:cNvContentPartPr/>
                <p14:nvPr/>
              </p14:nvContentPartPr>
              <p14:xfrm>
                <a:off x="2772161" y="5232845"/>
                <a:ext cx="1759680" cy="795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EB470FA-8806-AFDE-74DE-591C5AC6034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754161" y="5214845"/>
                  <a:ext cx="1795320" cy="115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DBD651E5-5043-3101-8431-FC016CF5FF8D}"/>
                  </a:ext>
                </a:extLst>
              </p14:cNvPr>
              <p14:cNvContentPartPr/>
              <p14:nvPr/>
            </p14:nvContentPartPr>
            <p14:xfrm>
              <a:off x="7431641" y="5709485"/>
              <a:ext cx="485640" cy="3924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DBD651E5-5043-3101-8431-FC016CF5FF8D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7414001" y="5691845"/>
                <a:ext cx="521280" cy="74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40990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13ECCE-718D-623A-DC38-6FEE257BBE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8585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DC662C-4EA1-CBDF-F90E-A65310C40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/>
              <a:t>✍Creating a Thread in 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21944-86ED-297F-CAA8-76484DB60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ar-EG" sz="2400" dirty="0"/>
              <a:t>There are two common approaches:</a:t>
            </a:r>
          </a:p>
          <a:p>
            <a:pPr marL="971550" lvl="1" indent="-514350">
              <a:buFont typeface="+mj-lt"/>
              <a:buAutoNum type="arabicPeriod"/>
            </a:pPr>
            <a:r>
              <a:rPr lang="ar-EG" dirty="0"/>
              <a:t>Extend the Thread class</a:t>
            </a:r>
          </a:p>
          <a:p>
            <a:pPr marL="971550" lvl="1" indent="-514350">
              <a:buFont typeface="+mj-lt"/>
              <a:buAutoNum type="arabicPeriod"/>
            </a:pPr>
            <a:r>
              <a:rPr lang="ar-EG" dirty="0"/>
              <a:t>Implement the Runnable interface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6BC8DA7F-2B3E-1EDF-FCDE-40CBD90C8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7427" y="3693902"/>
            <a:ext cx="4010585" cy="177189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CBC57E6-9100-EBBE-3D34-333B88A77137}"/>
                  </a:ext>
                </a:extLst>
              </p14:cNvPr>
              <p14:cNvContentPartPr/>
              <p14:nvPr/>
            </p14:nvContentPartPr>
            <p14:xfrm>
              <a:off x="6935201" y="4318805"/>
              <a:ext cx="478440" cy="204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CBC57E6-9100-EBBE-3D34-333B88A7713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17561" y="4300805"/>
                <a:ext cx="514080" cy="2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343C54F-1C27-118F-23F6-D46011CDF61E}"/>
                  </a:ext>
                </a:extLst>
              </p14:cNvPr>
              <p14:cNvContentPartPr/>
              <p14:nvPr/>
            </p14:nvContentPartPr>
            <p14:xfrm>
              <a:off x="8084321" y="4473965"/>
              <a:ext cx="563760" cy="108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343C54F-1C27-118F-23F6-D46011CDF61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066681" y="4456325"/>
                <a:ext cx="59940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59D4802-A654-F73D-4B05-B8ACB8B97C6C}"/>
                  </a:ext>
                </a:extLst>
              </p14:cNvPr>
              <p14:cNvContentPartPr/>
              <p14:nvPr/>
            </p14:nvContentPartPr>
            <p14:xfrm>
              <a:off x="8832401" y="4493765"/>
              <a:ext cx="856080" cy="100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59D4802-A654-F73D-4B05-B8ACB8B97C6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814401" y="4475765"/>
                <a:ext cx="89172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976EF97-5E8E-2BE0-B295-DF8614D0FB17}"/>
                  </a:ext>
                </a:extLst>
              </p14:cNvPr>
              <p14:cNvContentPartPr/>
              <p14:nvPr/>
            </p14:nvContentPartPr>
            <p14:xfrm>
              <a:off x="6721721" y="5056805"/>
              <a:ext cx="606600" cy="2646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976EF97-5E8E-2BE0-B295-DF8614D0FB1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703721" y="5038805"/>
                <a:ext cx="642240" cy="30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AD92223-9404-F1F5-F692-7DFA3B85ED54}"/>
                  </a:ext>
                </a:extLst>
              </p14:cNvPr>
              <p14:cNvContentPartPr/>
              <p14:nvPr/>
            </p14:nvContentPartPr>
            <p14:xfrm>
              <a:off x="8725121" y="5145365"/>
              <a:ext cx="1275480" cy="7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AD92223-9404-F1F5-F692-7DFA3B85ED5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707481" y="5109365"/>
                <a:ext cx="1311120" cy="7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955C5231-A535-BFA7-E4A5-D7BFCD9A9F71}"/>
              </a:ext>
            </a:extLst>
          </p:cNvPr>
          <p:cNvGrpSpPr/>
          <p:nvPr/>
        </p:nvGrpSpPr>
        <p:grpSpPr>
          <a:xfrm>
            <a:off x="1178801" y="4486925"/>
            <a:ext cx="513720" cy="596160"/>
            <a:chOff x="1178801" y="4486925"/>
            <a:chExt cx="513720" cy="59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08B8D6D-3791-0B60-4448-464110E51044}"/>
                    </a:ext>
                  </a:extLst>
                </p14:cNvPr>
                <p14:cNvContentPartPr/>
                <p14:nvPr/>
              </p14:nvContentPartPr>
              <p14:xfrm>
                <a:off x="1178801" y="4486925"/>
                <a:ext cx="434160" cy="2221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08B8D6D-3791-0B60-4448-464110E5104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161161" y="4469285"/>
                  <a:ext cx="46980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8B999DB-E4C8-D00E-E571-3F83A7DE04FC}"/>
                    </a:ext>
                  </a:extLst>
                </p14:cNvPr>
                <p14:cNvContentPartPr/>
                <p14:nvPr/>
              </p14:nvContentPartPr>
              <p14:xfrm>
                <a:off x="1224881" y="4823885"/>
                <a:ext cx="467640" cy="2592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8B999DB-E4C8-D00E-E571-3F83A7DE04F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206881" y="4806245"/>
                  <a:ext cx="503280" cy="294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732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C0A94C-79C9-5F1B-92EC-DA67A102F3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1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795C0FC-F904-C6BF-ED20-186253C392A8}"/>
                  </a:ext>
                </a:extLst>
              </p14:cNvPr>
              <p14:cNvContentPartPr/>
              <p14:nvPr/>
            </p14:nvContentPartPr>
            <p14:xfrm>
              <a:off x="8616761" y="951725"/>
              <a:ext cx="1423440" cy="703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795C0FC-F904-C6BF-ED20-186253C392A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599121" y="933725"/>
                <a:ext cx="1459080" cy="73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A511F97-135E-9957-07DC-FD6207170005}"/>
                  </a:ext>
                </a:extLst>
              </p14:cNvPr>
              <p14:cNvContentPartPr/>
              <p14:nvPr/>
            </p14:nvContentPartPr>
            <p14:xfrm>
              <a:off x="7927721" y="2393165"/>
              <a:ext cx="381960" cy="252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A511F97-135E-9957-07DC-FD620717000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909721" y="2375525"/>
                <a:ext cx="417600" cy="28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6379C73-4702-CADA-30D1-2829E01EB938}"/>
                  </a:ext>
                </a:extLst>
              </p14:cNvPr>
              <p14:cNvContentPartPr/>
              <p14:nvPr/>
            </p14:nvContentPartPr>
            <p14:xfrm>
              <a:off x="8024921" y="2898605"/>
              <a:ext cx="311760" cy="1753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6379C73-4702-CADA-30D1-2829E01EB93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006921" y="2880605"/>
                <a:ext cx="347400" cy="21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B688061-2D0E-CE15-13FF-91E1CE81AC34}"/>
                  </a:ext>
                </a:extLst>
              </p14:cNvPr>
              <p14:cNvContentPartPr/>
              <p14:nvPr/>
            </p14:nvContentPartPr>
            <p14:xfrm>
              <a:off x="8451881" y="3908765"/>
              <a:ext cx="1579680" cy="7635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B688061-2D0E-CE15-13FF-91E1CE81AC3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433881" y="3890765"/>
                <a:ext cx="1615320" cy="79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515D285-1EFC-9417-B9CB-AC1941E080EC}"/>
                  </a:ext>
                </a:extLst>
              </p14:cNvPr>
              <p14:cNvContentPartPr/>
              <p14:nvPr/>
            </p14:nvContentPartPr>
            <p14:xfrm>
              <a:off x="3676121" y="2664965"/>
              <a:ext cx="1605600" cy="388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515D285-1EFC-9417-B9CB-AC1941E080E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658481" y="2647325"/>
                <a:ext cx="164124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C01D1F4-06A8-8FC4-B9C5-7DEAF4F5DB41}"/>
                  </a:ext>
                </a:extLst>
              </p14:cNvPr>
              <p14:cNvContentPartPr/>
              <p14:nvPr/>
            </p14:nvContentPartPr>
            <p14:xfrm>
              <a:off x="7606601" y="5604005"/>
              <a:ext cx="754200" cy="3301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C01D1F4-06A8-8FC4-B9C5-7DEAF4F5DB4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588961" y="5586005"/>
                <a:ext cx="789840" cy="36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B1E0A3B-E15A-3A8D-F077-9C8FEF7DBEE1}"/>
                  </a:ext>
                </a:extLst>
              </p14:cNvPr>
              <p14:cNvContentPartPr/>
              <p14:nvPr/>
            </p14:nvContentPartPr>
            <p14:xfrm>
              <a:off x="8647721" y="5670605"/>
              <a:ext cx="272160" cy="198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B1E0A3B-E15A-3A8D-F077-9C8FEF7DBEE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629721" y="5652965"/>
                <a:ext cx="30780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A68BD82-1AC7-07EB-55DB-58102946BEAC}"/>
                  </a:ext>
                </a:extLst>
              </p14:cNvPr>
              <p14:cNvContentPartPr/>
              <p14:nvPr/>
            </p14:nvContentPartPr>
            <p14:xfrm>
              <a:off x="1010321" y="2919485"/>
              <a:ext cx="585000" cy="3132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A68BD82-1AC7-07EB-55DB-58102946BEA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92681" y="2901485"/>
                <a:ext cx="620640" cy="34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E936C4A-A340-2AB3-6A19-C91C16B99DA7}"/>
                  </a:ext>
                </a:extLst>
              </p14:cNvPr>
              <p14:cNvContentPartPr/>
              <p14:nvPr/>
            </p14:nvContentPartPr>
            <p14:xfrm>
              <a:off x="1623761" y="3435725"/>
              <a:ext cx="374760" cy="2088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E936C4A-A340-2AB3-6A19-C91C16B99DA7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606121" y="3418085"/>
                <a:ext cx="41040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3D48D75-47EA-AD84-38AD-1E4B19394270}"/>
                  </a:ext>
                </a:extLst>
              </p14:cNvPr>
              <p14:cNvContentPartPr/>
              <p14:nvPr/>
            </p14:nvContentPartPr>
            <p14:xfrm>
              <a:off x="5340041" y="3802925"/>
              <a:ext cx="1128600" cy="586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3D48D75-47EA-AD84-38AD-1E4B19394270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322041" y="3785285"/>
                <a:ext cx="116424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A862C44-BE20-B61A-33BF-5B41EC21C9BF}"/>
                  </a:ext>
                </a:extLst>
              </p14:cNvPr>
              <p14:cNvContentPartPr/>
              <p14:nvPr/>
            </p14:nvContentPartPr>
            <p14:xfrm>
              <a:off x="3034241" y="4357685"/>
              <a:ext cx="2015640" cy="7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A862C44-BE20-B61A-33BF-5B41EC21C9BF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016601" y="4321685"/>
                <a:ext cx="2051280" cy="7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288993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9D5BAA-C1D8-0F30-55E8-DB52EE2C59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6" r="-1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25C9052-CE86-1564-0E3C-580A55C62E5B}"/>
                  </a:ext>
                </a:extLst>
              </p14:cNvPr>
              <p14:cNvContentPartPr/>
              <p14:nvPr/>
            </p14:nvContentPartPr>
            <p14:xfrm>
              <a:off x="3336281" y="1895645"/>
              <a:ext cx="737640" cy="69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25C9052-CE86-1564-0E3C-580A55C62E5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18641" y="1878005"/>
                <a:ext cx="773280" cy="10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8118387-BFC3-0137-4ED4-3AC1368EAE56}"/>
                  </a:ext>
                </a:extLst>
              </p14:cNvPr>
              <p14:cNvContentPartPr/>
              <p14:nvPr/>
            </p14:nvContentPartPr>
            <p14:xfrm>
              <a:off x="845801" y="1356365"/>
              <a:ext cx="678600" cy="5238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8118387-BFC3-0137-4ED4-3AC1368EAE5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28161" y="1338725"/>
                <a:ext cx="714240" cy="55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56BFFEE-8F17-1ECB-AD82-4F8C8FA7BDCB}"/>
                  </a:ext>
                </a:extLst>
              </p14:cNvPr>
              <p14:cNvContentPartPr/>
              <p14:nvPr/>
            </p14:nvContentPartPr>
            <p14:xfrm>
              <a:off x="981881" y="2191205"/>
              <a:ext cx="441720" cy="2908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56BFFEE-8F17-1ECB-AD82-4F8C8FA7BDC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63881" y="2173205"/>
                <a:ext cx="477360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9565F90-B122-7371-2208-FB49C52D23B0}"/>
                  </a:ext>
                </a:extLst>
              </p14:cNvPr>
              <p14:cNvContentPartPr/>
              <p14:nvPr/>
            </p14:nvContentPartPr>
            <p14:xfrm>
              <a:off x="2674601" y="2450765"/>
              <a:ext cx="846720" cy="100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9565F90-B122-7371-2208-FB49C52D23B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656601" y="2433125"/>
                <a:ext cx="88236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BB6D454-6C18-0281-DB9A-60573A2006AD}"/>
                  </a:ext>
                </a:extLst>
              </p14:cNvPr>
              <p14:cNvContentPartPr/>
              <p14:nvPr/>
            </p14:nvContentPartPr>
            <p14:xfrm>
              <a:off x="5348321" y="1408925"/>
              <a:ext cx="986040" cy="4802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BB6D454-6C18-0281-DB9A-60573A2006A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330681" y="1390925"/>
                <a:ext cx="1021680" cy="51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E69C9FA-84A0-47F3-DF18-9B19BA63A0A1}"/>
                  </a:ext>
                </a:extLst>
              </p14:cNvPr>
              <p14:cNvContentPartPr/>
              <p14:nvPr/>
            </p14:nvContentPartPr>
            <p14:xfrm>
              <a:off x="2412161" y="3034685"/>
              <a:ext cx="1819800" cy="7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E69C9FA-84A0-47F3-DF18-9B19BA63A0A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394521" y="2998685"/>
                <a:ext cx="185544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643A9B5-C814-0A48-99CD-15FF7F5E8C9D}"/>
                  </a:ext>
                </a:extLst>
              </p14:cNvPr>
              <p14:cNvContentPartPr/>
              <p14:nvPr/>
            </p14:nvContentPartPr>
            <p14:xfrm>
              <a:off x="1099961" y="5199365"/>
              <a:ext cx="594720" cy="3308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643A9B5-C814-0A48-99CD-15FF7F5E8C9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81961" y="5181725"/>
                <a:ext cx="630360" cy="36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E1B9045-503B-62CA-3FB2-BA310CBE7D5C}"/>
                  </a:ext>
                </a:extLst>
              </p14:cNvPr>
              <p14:cNvContentPartPr/>
              <p14:nvPr/>
            </p14:nvContentPartPr>
            <p14:xfrm>
              <a:off x="3004001" y="4425005"/>
              <a:ext cx="1773720" cy="6836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E1B9045-503B-62CA-3FB2-BA310CBE7D5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986361" y="4407365"/>
                <a:ext cx="1809360" cy="71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5FC95D4-B307-8CF7-D427-06A839BA11F7}"/>
                  </a:ext>
                </a:extLst>
              </p14:cNvPr>
              <p14:cNvContentPartPr/>
              <p14:nvPr/>
            </p14:nvContentPartPr>
            <p14:xfrm>
              <a:off x="1653281" y="5562965"/>
              <a:ext cx="777240" cy="594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5FC95D4-B307-8CF7-D427-06A839BA11F7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635641" y="5544965"/>
                <a:ext cx="81288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ABE485B-183F-569D-47B0-5C05A7286626}"/>
                  </a:ext>
                </a:extLst>
              </p14:cNvPr>
              <p14:cNvContentPartPr/>
              <p14:nvPr/>
            </p14:nvContentPartPr>
            <p14:xfrm>
              <a:off x="2741921" y="5240765"/>
              <a:ext cx="402120" cy="3542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ABE485B-183F-569D-47B0-5C05A7286626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723921" y="5223125"/>
                <a:ext cx="437760" cy="38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818258CB-9B4A-3C8F-76DF-251E61C91861}"/>
                  </a:ext>
                </a:extLst>
              </p14:cNvPr>
              <p14:cNvContentPartPr/>
              <p14:nvPr/>
            </p14:nvContentPartPr>
            <p14:xfrm>
              <a:off x="4017041" y="5613365"/>
              <a:ext cx="875880" cy="900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818258CB-9B4A-3C8F-76DF-251E61C91861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999041" y="5595365"/>
                <a:ext cx="911520" cy="4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452A6F97-20BF-1467-FF5A-8420BA30D59B}"/>
              </a:ext>
            </a:extLst>
          </p:cNvPr>
          <p:cNvGrpSpPr/>
          <p:nvPr/>
        </p:nvGrpSpPr>
        <p:grpSpPr>
          <a:xfrm>
            <a:off x="1553561" y="5465045"/>
            <a:ext cx="1072080" cy="439560"/>
            <a:chOff x="1553561" y="5465045"/>
            <a:chExt cx="1072080" cy="43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0B40127-23B3-CBFA-5262-127EA2396A25}"/>
                    </a:ext>
                  </a:extLst>
                </p14:cNvPr>
                <p14:cNvContentPartPr/>
                <p14:nvPr/>
              </p14:nvContentPartPr>
              <p14:xfrm>
                <a:off x="1553561" y="5465045"/>
                <a:ext cx="511920" cy="4395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0B40127-23B3-CBFA-5262-127EA2396A2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535921" y="5447405"/>
                  <a:ext cx="547560" cy="47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DDD8CA5-BFA9-5469-A9B2-1764528DCBAD}"/>
                    </a:ext>
                  </a:extLst>
                </p14:cNvPr>
                <p14:cNvContentPartPr/>
                <p14:nvPr/>
              </p14:nvContentPartPr>
              <p14:xfrm>
                <a:off x="2091041" y="5904245"/>
                <a:ext cx="534600" cy="3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DDD8CA5-BFA9-5469-A9B2-1764528DCBAD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073041" y="5886605"/>
                  <a:ext cx="57024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4E9255A-B9E5-3FBC-AA95-2AFBE4A967AF}"/>
                  </a:ext>
                </a:extLst>
              </p14:cNvPr>
              <p14:cNvContentPartPr/>
              <p14:nvPr/>
            </p14:nvContentPartPr>
            <p14:xfrm>
              <a:off x="874961" y="2784125"/>
              <a:ext cx="899280" cy="47448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4E9255A-B9E5-3FBC-AA95-2AFBE4A967AF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56961" y="2766485"/>
                <a:ext cx="934920" cy="510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667459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2E0FB1-C0FE-1AA1-4F71-02B1DC71E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✍Extending the Thread Class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9BAD6B-C45A-E6AA-5C3F-ECE75550F5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749613"/>
            <a:ext cx="6780700" cy="3356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2405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82C360-188D-FFDD-5F38-34F83281F8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1125E1A-0E8E-1447-94EA-EEAD770A9AE7}"/>
                  </a:ext>
                </a:extLst>
              </p14:cNvPr>
              <p14:cNvContentPartPr/>
              <p14:nvPr/>
            </p14:nvContentPartPr>
            <p14:xfrm>
              <a:off x="3365441" y="1010765"/>
              <a:ext cx="2548440" cy="1184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1125E1A-0E8E-1447-94EA-EEAD770A9AE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47441" y="993125"/>
                <a:ext cx="258408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84E8E19-5E1D-E6B2-5365-6D6C233DA2B7}"/>
                  </a:ext>
                </a:extLst>
              </p14:cNvPr>
              <p14:cNvContentPartPr/>
              <p14:nvPr/>
            </p14:nvContentPartPr>
            <p14:xfrm>
              <a:off x="943361" y="1543205"/>
              <a:ext cx="762480" cy="319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84E8E19-5E1D-E6B2-5365-6D6C233DA2B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25361" y="1525565"/>
                <a:ext cx="798120" cy="35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36F1C7B-BBE3-3414-1A5B-D217A3130101}"/>
                  </a:ext>
                </a:extLst>
              </p14:cNvPr>
              <p14:cNvContentPartPr/>
              <p14:nvPr/>
            </p14:nvContentPartPr>
            <p14:xfrm>
              <a:off x="5991641" y="2032805"/>
              <a:ext cx="1138680" cy="198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36F1C7B-BBE3-3414-1A5B-D217A313010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974001" y="2014805"/>
                <a:ext cx="117432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A9558B3-532C-9135-6F42-9956AE5700C5}"/>
                  </a:ext>
                </a:extLst>
              </p14:cNvPr>
              <p14:cNvContentPartPr/>
              <p14:nvPr/>
            </p14:nvContentPartPr>
            <p14:xfrm>
              <a:off x="1079081" y="2063765"/>
              <a:ext cx="836280" cy="5281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A9558B3-532C-9135-6F42-9956AE5700C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61441" y="2045765"/>
                <a:ext cx="871920" cy="56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9D141C2-DD4A-2CD1-4B82-597C965F06B0}"/>
                  </a:ext>
                </a:extLst>
              </p14:cNvPr>
              <p14:cNvContentPartPr/>
              <p14:nvPr/>
            </p14:nvContentPartPr>
            <p14:xfrm>
              <a:off x="3452921" y="2693765"/>
              <a:ext cx="583920" cy="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9D141C2-DD4A-2CD1-4B82-597C965F06B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435281" y="2676125"/>
                <a:ext cx="6195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0C99D0A-910F-6038-E64E-0BB1C8B42CB3}"/>
                  </a:ext>
                </a:extLst>
              </p14:cNvPr>
              <p14:cNvContentPartPr/>
              <p14:nvPr/>
            </p14:nvContentPartPr>
            <p14:xfrm>
              <a:off x="4221521" y="2607005"/>
              <a:ext cx="933480" cy="396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0C99D0A-910F-6038-E64E-0BB1C8B42CB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203881" y="2589005"/>
                <a:ext cx="969120" cy="75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F4CA6538-402D-6A7A-1DAB-58176D854000}"/>
              </a:ext>
            </a:extLst>
          </p:cNvPr>
          <p:cNvGrpSpPr/>
          <p:nvPr/>
        </p:nvGrpSpPr>
        <p:grpSpPr>
          <a:xfrm>
            <a:off x="1215161" y="2503685"/>
            <a:ext cx="1193760" cy="717120"/>
            <a:chOff x="1215161" y="2503685"/>
            <a:chExt cx="1193760" cy="71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617FF99-90D4-35DE-B8F8-813402CFCAE6}"/>
                    </a:ext>
                  </a:extLst>
                </p14:cNvPr>
                <p14:cNvContentPartPr/>
                <p14:nvPr/>
              </p14:nvContentPartPr>
              <p14:xfrm>
                <a:off x="1215161" y="2503685"/>
                <a:ext cx="1193760" cy="5695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617FF99-90D4-35DE-B8F8-813402CFCAE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197161" y="2486045"/>
                  <a:ext cx="1229400" cy="60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40EC5EB-418C-39DA-209A-AC8E5239D016}"/>
                    </a:ext>
                  </a:extLst>
                </p14:cNvPr>
                <p14:cNvContentPartPr/>
                <p14:nvPr/>
              </p14:nvContentPartPr>
              <p14:xfrm>
                <a:off x="1262681" y="2848925"/>
                <a:ext cx="546480" cy="3718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40EC5EB-418C-39DA-209A-AC8E5239D01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245041" y="2831285"/>
                  <a:ext cx="582120" cy="407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E32FB93-32AC-39A0-C6FD-847329EE5F5B}"/>
                  </a:ext>
                </a:extLst>
              </p14:cNvPr>
              <p14:cNvContentPartPr/>
              <p14:nvPr/>
            </p14:nvContentPartPr>
            <p14:xfrm>
              <a:off x="1331801" y="3406565"/>
              <a:ext cx="581040" cy="2394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E32FB93-32AC-39A0-C6FD-847329EE5F5B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313801" y="3388925"/>
                <a:ext cx="616680" cy="27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B4E2974-8DE6-09B5-BF2A-BDD08B3A6983}"/>
                  </a:ext>
                </a:extLst>
              </p14:cNvPr>
              <p14:cNvContentPartPr/>
              <p14:nvPr/>
            </p14:nvContentPartPr>
            <p14:xfrm>
              <a:off x="1331801" y="3821645"/>
              <a:ext cx="486720" cy="2487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B4E2974-8DE6-09B5-BF2A-BDD08B3A6983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314161" y="3804005"/>
                <a:ext cx="522360" cy="2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19A94B9-553E-2ABB-C6F3-B1D82AB2C6FD}"/>
                  </a:ext>
                </a:extLst>
              </p14:cNvPr>
              <p14:cNvContentPartPr/>
              <p14:nvPr/>
            </p14:nvContentPartPr>
            <p14:xfrm>
              <a:off x="1516841" y="4658645"/>
              <a:ext cx="371520" cy="1677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19A94B9-553E-2ABB-C6F3-B1D82AB2C6FD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498841" y="4640645"/>
                <a:ext cx="40716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22F06D41-1805-0014-A457-D81204CDE843}"/>
                  </a:ext>
                </a:extLst>
              </p14:cNvPr>
              <p14:cNvContentPartPr/>
              <p14:nvPr/>
            </p14:nvContentPartPr>
            <p14:xfrm>
              <a:off x="5787881" y="4891205"/>
              <a:ext cx="1257840" cy="2451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2F06D41-1805-0014-A457-D81204CDE843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769881" y="4873565"/>
                <a:ext cx="1293480" cy="28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58EB163-7E08-F26E-9F29-5BBB95B42844}"/>
                  </a:ext>
                </a:extLst>
              </p14:cNvPr>
              <p14:cNvContentPartPr/>
              <p14:nvPr/>
            </p14:nvContentPartPr>
            <p14:xfrm>
              <a:off x="5916041" y="4946645"/>
              <a:ext cx="1168200" cy="1587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58EB163-7E08-F26E-9F29-5BBB95B42844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898401" y="4929005"/>
                <a:ext cx="1203840" cy="19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730443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354499-6A68-A8C3-4120-DF8BA0A967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862516F-BC01-168B-E8C2-F2680539FB7B}"/>
                  </a:ext>
                </a:extLst>
              </p14:cNvPr>
              <p14:cNvContentPartPr/>
              <p14:nvPr/>
            </p14:nvContentPartPr>
            <p14:xfrm>
              <a:off x="7642961" y="1925525"/>
              <a:ext cx="1559880" cy="518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862516F-BC01-168B-E8C2-F2680539FB7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24961" y="1907525"/>
                <a:ext cx="1595520" cy="55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0FD2CCB-A3AA-635D-114B-76BF4DB4F426}"/>
                  </a:ext>
                </a:extLst>
              </p14:cNvPr>
              <p14:cNvContentPartPr/>
              <p14:nvPr/>
            </p14:nvContentPartPr>
            <p14:xfrm>
              <a:off x="2704121" y="1672805"/>
              <a:ext cx="477000" cy="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0FD2CCB-A3AA-635D-114B-76BF4DB4F42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86121" y="1655165"/>
                <a:ext cx="5126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C1ACF5C-9DBB-C087-FCD9-95F8BC761EC4}"/>
                  </a:ext>
                </a:extLst>
              </p14:cNvPr>
              <p14:cNvContentPartPr/>
              <p14:nvPr/>
            </p14:nvContentPartPr>
            <p14:xfrm>
              <a:off x="1546001" y="1930925"/>
              <a:ext cx="276120" cy="2113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C1ACF5C-9DBB-C087-FCD9-95F8BC761EC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28361" y="1913285"/>
                <a:ext cx="31176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779FC26-7568-9A22-BF2F-126E77947DB3}"/>
                  </a:ext>
                </a:extLst>
              </p14:cNvPr>
              <p14:cNvContentPartPr/>
              <p14:nvPr/>
            </p14:nvContentPartPr>
            <p14:xfrm>
              <a:off x="2567321" y="2840285"/>
              <a:ext cx="1625040" cy="388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779FC26-7568-9A22-BF2F-126E77947DB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549681" y="2822285"/>
                <a:ext cx="166068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33F804E-BD6A-6D63-EC93-D1338F9CFFC1}"/>
                  </a:ext>
                </a:extLst>
              </p14:cNvPr>
              <p14:cNvContentPartPr/>
              <p14:nvPr/>
            </p14:nvContentPartPr>
            <p14:xfrm>
              <a:off x="2081321" y="5758445"/>
              <a:ext cx="885240" cy="3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33F804E-BD6A-6D63-EC93-D1338F9CFFC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063321" y="5740805"/>
                <a:ext cx="9208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ACA7A56-DA39-2AD8-497C-A4189BB4FCA5}"/>
                  </a:ext>
                </a:extLst>
              </p14:cNvPr>
              <p14:cNvContentPartPr/>
              <p14:nvPr/>
            </p14:nvContentPartPr>
            <p14:xfrm>
              <a:off x="5078681" y="5826485"/>
              <a:ext cx="339480" cy="298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ACA7A56-DA39-2AD8-497C-A4189BB4FCA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060681" y="5808845"/>
                <a:ext cx="375120" cy="65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141236AC-036E-7FFB-7BAC-1A4F4E72521C}"/>
              </a:ext>
            </a:extLst>
          </p:cNvPr>
          <p:cNvGrpSpPr/>
          <p:nvPr/>
        </p:nvGrpSpPr>
        <p:grpSpPr>
          <a:xfrm>
            <a:off x="1963601" y="5398445"/>
            <a:ext cx="947160" cy="370080"/>
            <a:chOff x="1963601" y="5398445"/>
            <a:chExt cx="947160" cy="37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DAF0E33-B138-B37E-55EA-C1A79BF07D36}"/>
                    </a:ext>
                  </a:extLst>
                </p14:cNvPr>
                <p14:cNvContentPartPr/>
                <p14:nvPr/>
              </p14:nvContentPartPr>
              <p14:xfrm>
                <a:off x="2030561" y="5458925"/>
                <a:ext cx="577440" cy="763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DAF0E33-B138-B37E-55EA-C1A79BF07D3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012921" y="5440925"/>
                  <a:ext cx="6130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186A9DB-84E0-A362-1431-67A4E727B4F4}"/>
                    </a:ext>
                  </a:extLst>
                </p14:cNvPr>
                <p14:cNvContentPartPr/>
                <p14:nvPr/>
              </p14:nvContentPartPr>
              <p14:xfrm>
                <a:off x="2888801" y="5398445"/>
                <a:ext cx="360" cy="3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186A9DB-84E0-A362-1431-67A4E727B4F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870801" y="538044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3AF7266-8C01-ED3B-3ECF-F1C45AEBC3DA}"/>
                    </a:ext>
                  </a:extLst>
                </p14:cNvPr>
                <p14:cNvContentPartPr/>
                <p14:nvPr/>
              </p14:nvContentPartPr>
              <p14:xfrm>
                <a:off x="1963601" y="5485565"/>
                <a:ext cx="947160" cy="2829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3AF7266-8C01-ED3B-3ECF-F1C45AEBC3D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945961" y="5467925"/>
                  <a:ext cx="982800" cy="31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48E407C-1BCD-59FD-CBA8-0FDCDC0073BD}"/>
                  </a:ext>
                </a:extLst>
              </p14:cNvPr>
              <p14:cNvContentPartPr/>
              <p14:nvPr/>
            </p14:nvContentPartPr>
            <p14:xfrm>
              <a:off x="4104881" y="5836205"/>
              <a:ext cx="1118880" cy="97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48E407C-1BCD-59FD-CBA8-0FDCDC0073B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086881" y="5818565"/>
                <a:ext cx="115452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101A41E-F40D-F047-98CE-7A38C4DB2584}"/>
                  </a:ext>
                </a:extLst>
              </p14:cNvPr>
              <p14:cNvContentPartPr/>
              <p14:nvPr/>
            </p14:nvContentPartPr>
            <p14:xfrm>
              <a:off x="2797001" y="5084165"/>
              <a:ext cx="784440" cy="44604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101A41E-F40D-F047-98CE-7A38C4DB2584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779001" y="5066165"/>
                <a:ext cx="820080" cy="48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D125DD7F-01FA-32E1-E1D1-3DCDB7F4AA63}"/>
                  </a:ext>
                </a:extLst>
              </p14:cNvPr>
              <p14:cNvContentPartPr/>
              <p14:nvPr/>
            </p14:nvContentPartPr>
            <p14:xfrm>
              <a:off x="1303001" y="5530205"/>
              <a:ext cx="306000" cy="3376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D125DD7F-01FA-32E1-E1D1-3DCDB7F4AA63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285001" y="5512565"/>
                <a:ext cx="341640" cy="37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0A421F5F-DEF4-7AEF-33B2-7552C3A102C9}"/>
                  </a:ext>
                </a:extLst>
              </p14:cNvPr>
              <p14:cNvContentPartPr/>
              <p14:nvPr/>
            </p14:nvContentPartPr>
            <p14:xfrm>
              <a:off x="5189561" y="5787605"/>
              <a:ext cx="43920" cy="41364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0A421F5F-DEF4-7AEF-33B2-7552C3A102C9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171921" y="5769605"/>
                <a:ext cx="79560" cy="44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364C7748-EC5C-0264-8C96-506E556B2068}"/>
                  </a:ext>
                </a:extLst>
              </p14:cNvPr>
              <p14:cNvContentPartPr/>
              <p14:nvPr/>
            </p14:nvContentPartPr>
            <p14:xfrm>
              <a:off x="5083001" y="5760965"/>
              <a:ext cx="358200" cy="19944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364C7748-EC5C-0264-8C96-506E556B2068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065361" y="5742965"/>
                <a:ext cx="39384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00A1F6DC-86F8-7150-D1A9-C7A609D494EB}"/>
                  </a:ext>
                </a:extLst>
              </p14:cNvPr>
              <p14:cNvContentPartPr/>
              <p14:nvPr/>
            </p14:nvContentPartPr>
            <p14:xfrm>
              <a:off x="2217401" y="6167045"/>
              <a:ext cx="681120" cy="3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00A1F6DC-86F8-7150-D1A9-C7A609D494EB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199401" y="6149405"/>
                <a:ext cx="71676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869807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D6D812-D263-0DD2-1A8F-F55281AEC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✍Implementing Runnable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1D0706E-4F52-55D8-1CAD-F54B910A8D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919225"/>
            <a:ext cx="6780700" cy="501722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A3AFC81-C408-A7B5-5FFA-1D7692FA0140}"/>
                  </a:ext>
                </a:extLst>
              </p14:cNvPr>
              <p14:cNvContentPartPr/>
              <p14:nvPr/>
            </p14:nvContentPartPr>
            <p14:xfrm>
              <a:off x="6916121" y="1624205"/>
              <a:ext cx="36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A3AFC81-C408-A7B5-5FFA-1D7692FA014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98121" y="160656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F3C4E4C-D100-075C-52AD-3018405052E7}"/>
                  </a:ext>
                </a:extLst>
              </p14:cNvPr>
              <p14:cNvContentPartPr/>
              <p14:nvPr/>
            </p14:nvContentPartPr>
            <p14:xfrm>
              <a:off x="7937081" y="1584965"/>
              <a:ext cx="846720" cy="298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F3C4E4C-D100-075C-52AD-3018405052E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919441" y="1567325"/>
                <a:ext cx="88236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D74E886-DC29-3520-45E3-14925B14A8D6}"/>
                  </a:ext>
                </a:extLst>
              </p14:cNvPr>
              <p14:cNvContentPartPr/>
              <p14:nvPr/>
            </p14:nvContentPartPr>
            <p14:xfrm>
              <a:off x="5398361" y="2213525"/>
              <a:ext cx="366120" cy="2556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D74E886-DC29-3520-45E3-14925B14A8D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380361" y="2195525"/>
                <a:ext cx="401760" cy="29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12ACD49-729E-CE1D-3C82-4169942E3EE6}"/>
                  </a:ext>
                </a:extLst>
              </p14:cNvPr>
              <p14:cNvContentPartPr/>
              <p14:nvPr/>
            </p14:nvContentPartPr>
            <p14:xfrm>
              <a:off x="8462321" y="2839925"/>
              <a:ext cx="1098720" cy="201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12ACD49-729E-CE1D-3C82-4169942E3EE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444681" y="2822285"/>
                <a:ext cx="113436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A32109A-E1C9-7214-80ED-CE6A2967DCB5}"/>
                  </a:ext>
                </a:extLst>
              </p14:cNvPr>
              <p14:cNvContentPartPr/>
              <p14:nvPr/>
            </p14:nvContentPartPr>
            <p14:xfrm>
              <a:off x="7315001" y="4484045"/>
              <a:ext cx="911880" cy="205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A32109A-E1C9-7214-80ED-CE6A2967DCB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297001" y="4466405"/>
                <a:ext cx="947520" cy="56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A4D04AF9-2E1C-978F-4FAB-4D035E524533}"/>
              </a:ext>
            </a:extLst>
          </p:cNvPr>
          <p:cNvGrpSpPr/>
          <p:nvPr/>
        </p:nvGrpSpPr>
        <p:grpSpPr>
          <a:xfrm>
            <a:off x="4599521" y="1614485"/>
            <a:ext cx="744120" cy="2773440"/>
            <a:chOff x="4599521" y="1614485"/>
            <a:chExt cx="744120" cy="277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1AADAD5-57C3-716A-7E47-91A90E961A78}"/>
                    </a:ext>
                  </a:extLst>
                </p14:cNvPr>
                <p14:cNvContentPartPr/>
                <p14:nvPr/>
              </p14:nvContentPartPr>
              <p14:xfrm>
                <a:off x="5027561" y="4191005"/>
                <a:ext cx="251640" cy="1969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1AADAD5-57C3-716A-7E47-91A90E961A7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009921" y="4173005"/>
                  <a:ext cx="2872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960C6A1-E0A8-4E3F-790B-59A6FCA92519}"/>
                    </a:ext>
                  </a:extLst>
                </p14:cNvPr>
                <p14:cNvContentPartPr/>
                <p14:nvPr/>
              </p14:nvContentPartPr>
              <p14:xfrm>
                <a:off x="4599521" y="1693685"/>
                <a:ext cx="722520" cy="24112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960C6A1-E0A8-4E3F-790B-59A6FCA9251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581881" y="1676045"/>
                  <a:ext cx="758160" cy="244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0987BB8-4456-4F4B-4072-422B2C2C51F5}"/>
                    </a:ext>
                  </a:extLst>
                </p14:cNvPr>
                <p14:cNvContentPartPr/>
                <p14:nvPr/>
              </p14:nvContentPartPr>
              <p14:xfrm>
                <a:off x="5233121" y="1614485"/>
                <a:ext cx="110520" cy="2034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0987BB8-4456-4F4B-4072-422B2C2C51F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215121" y="1596845"/>
                  <a:ext cx="146160" cy="239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38C09EE-F10F-5320-6B3A-93459B54FF5D}"/>
                  </a:ext>
                </a:extLst>
              </p14:cNvPr>
              <p14:cNvContentPartPr/>
              <p14:nvPr/>
            </p14:nvContentPartPr>
            <p14:xfrm>
              <a:off x="6692201" y="5077325"/>
              <a:ext cx="724680" cy="295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38C09EE-F10F-5320-6B3A-93459B54FF5D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674561" y="5059325"/>
                <a:ext cx="76032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E19E278-FE5B-FDD7-0644-24585098CA1F}"/>
                  </a:ext>
                </a:extLst>
              </p14:cNvPr>
              <p14:cNvContentPartPr/>
              <p14:nvPr/>
            </p14:nvContentPartPr>
            <p14:xfrm>
              <a:off x="7728281" y="5112965"/>
              <a:ext cx="312840" cy="4856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E19E278-FE5B-FDD7-0644-24585098CA1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710281" y="5095325"/>
                <a:ext cx="348480" cy="52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A98B5D1-D5BB-C245-079C-DC4E218F2BFC}"/>
                  </a:ext>
                </a:extLst>
              </p14:cNvPr>
              <p14:cNvContentPartPr/>
              <p14:nvPr/>
            </p14:nvContentPartPr>
            <p14:xfrm>
              <a:off x="6369641" y="4064645"/>
              <a:ext cx="515160" cy="3420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A98B5D1-D5BB-C245-079C-DC4E218F2BFC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351641" y="4047005"/>
                <a:ext cx="550800" cy="37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8309B5A-7BAE-E8DD-13E1-AD1087D4BBC6}"/>
                  </a:ext>
                </a:extLst>
              </p14:cNvPr>
              <p14:cNvContentPartPr/>
              <p14:nvPr/>
            </p14:nvContentPartPr>
            <p14:xfrm>
              <a:off x="5241041" y="5173805"/>
              <a:ext cx="1424880" cy="49788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8309B5A-7BAE-E8DD-13E1-AD1087D4BBC6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223041" y="5156165"/>
                <a:ext cx="1460520" cy="533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258349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560DCA-C4DF-C399-C77D-8D6C29EE3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✍</a:t>
            </a:r>
            <a:r>
              <a:rPr lang="ar-EG" sz="4800" dirty="0"/>
              <a:t>start() vs run()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F8A0875-95FF-D937-070D-37D74A69C1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lvl="0"/>
            <a:r>
              <a:rPr lang="en-US" sz="2400" dirty="0"/>
              <a:t>start() :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ar-EG" sz="2000" dirty="0"/>
              <a:t>Creates a new thread of execution.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ar-EG" sz="2000" dirty="0"/>
              <a:t>Eventually calls run()</a:t>
            </a:r>
          </a:p>
          <a:p>
            <a:r>
              <a:rPr lang="en-US" sz="2400" dirty="0"/>
              <a:t>run():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ar-EG" sz="2000" dirty="0"/>
              <a:t>Normal method call.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ar-EG" sz="2000" dirty="0"/>
              <a:t>Does </a:t>
            </a:r>
            <a:r>
              <a:rPr lang="ar-EG" sz="2000" b="1" dirty="0"/>
              <a:t>not</a:t>
            </a:r>
            <a:r>
              <a:rPr lang="ar-EG" sz="2000" dirty="0"/>
              <a:t> create a new thread.</a:t>
            </a:r>
          </a:p>
          <a:p>
            <a:pPr marL="0" indent="0">
              <a:buNone/>
            </a:pPr>
            <a:endParaRPr lang="ar-EG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D075EDA-84BC-22E5-A6E0-C954786C6C94}"/>
                  </a:ext>
                </a:extLst>
              </p14:cNvPr>
              <p14:cNvContentPartPr/>
              <p14:nvPr/>
            </p14:nvContentPartPr>
            <p14:xfrm>
              <a:off x="1351601" y="1283285"/>
              <a:ext cx="312120" cy="4546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D075EDA-84BC-22E5-A6E0-C954786C6C9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33961" y="1265645"/>
                <a:ext cx="347760" cy="49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19CC5F8-48A0-2C52-71DC-7BF1739B4EE4}"/>
                  </a:ext>
                </a:extLst>
              </p14:cNvPr>
              <p14:cNvContentPartPr/>
              <p14:nvPr/>
            </p14:nvContentPartPr>
            <p14:xfrm>
              <a:off x="3754241" y="1059005"/>
              <a:ext cx="1550160" cy="1023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19CC5F8-48A0-2C52-71DC-7BF1739B4EE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36601" y="1041005"/>
                <a:ext cx="1585800" cy="10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8617600-B8F9-BCC6-4949-AAFE774F9A89}"/>
                  </a:ext>
                </a:extLst>
              </p14:cNvPr>
              <p14:cNvContentPartPr/>
              <p14:nvPr/>
            </p14:nvContentPartPr>
            <p14:xfrm>
              <a:off x="4017041" y="1992845"/>
              <a:ext cx="870840" cy="108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8617600-B8F9-BCC6-4949-AAFE774F9A8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999041" y="1975205"/>
                <a:ext cx="90648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5182D90-4EFA-B23D-7455-3E0C89EC781A}"/>
                  </a:ext>
                </a:extLst>
              </p14:cNvPr>
              <p14:cNvContentPartPr/>
              <p14:nvPr/>
            </p14:nvContentPartPr>
            <p14:xfrm>
              <a:off x="4357601" y="3928205"/>
              <a:ext cx="1032480" cy="892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5182D90-4EFA-B23D-7455-3E0C89EC781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339601" y="3910565"/>
                <a:ext cx="106812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C36B515-5CA9-5A11-DACC-FD87741B76AC}"/>
                  </a:ext>
                </a:extLst>
              </p14:cNvPr>
              <p14:cNvContentPartPr/>
              <p14:nvPr/>
            </p14:nvContentPartPr>
            <p14:xfrm>
              <a:off x="2916881" y="3918485"/>
              <a:ext cx="1375200" cy="5464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C36B515-5CA9-5A11-DACC-FD87741B76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898881" y="3900485"/>
                <a:ext cx="1410840" cy="582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580DBA73-9CB9-7004-8850-261635110DB8}"/>
              </a:ext>
            </a:extLst>
          </p:cNvPr>
          <p:cNvGrpSpPr/>
          <p:nvPr/>
        </p:nvGrpSpPr>
        <p:grpSpPr>
          <a:xfrm>
            <a:off x="1594961" y="1906085"/>
            <a:ext cx="846000" cy="49680"/>
            <a:chOff x="1594961" y="1906085"/>
            <a:chExt cx="846000" cy="4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6F029D8-2928-6C0E-E7D9-68C1219677F7}"/>
                    </a:ext>
                  </a:extLst>
                </p14:cNvPr>
                <p14:cNvContentPartPr/>
                <p14:nvPr/>
              </p14:nvContentPartPr>
              <p14:xfrm>
                <a:off x="1594961" y="1906085"/>
                <a:ext cx="506520" cy="496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6F029D8-2928-6C0E-E7D9-68C1219677F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577321" y="1888445"/>
                  <a:ext cx="5421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1DD5660-CE7F-B71A-5E33-9E2E9858581D}"/>
                    </a:ext>
                  </a:extLst>
                </p14:cNvPr>
                <p14:cNvContentPartPr/>
                <p14:nvPr/>
              </p14:nvContentPartPr>
              <p14:xfrm>
                <a:off x="2023001" y="1935245"/>
                <a:ext cx="417960" cy="104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1DD5660-CE7F-B71A-5E33-9E2E9858581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005001" y="1917605"/>
                  <a:ext cx="453600" cy="4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0CD95953-7D23-E353-033C-8ACBE444DB6F}"/>
                  </a:ext>
                </a:extLst>
              </p14:cNvPr>
              <p14:cNvContentPartPr/>
              <p14:nvPr/>
            </p14:nvContentPartPr>
            <p14:xfrm>
              <a:off x="2869361" y="5125925"/>
              <a:ext cx="1002240" cy="3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0CD95953-7D23-E353-033C-8ACBE444DB6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851361" y="5108285"/>
                <a:ext cx="103788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385406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AAE94E3-A7DB-4868-B1E3-E49703488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1E53CD-FEDC-2A6B-1474-FFC6EA625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anchor="ctr">
            <a:normAutofit/>
          </a:bodyPr>
          <a:lstStyle/>
          <a:p>
            <a:pPr algn="ctr"/>
            <a:r>
              <a:rPr lang="ar-EG" sz="3700" dirty="0"/>
              <a:t>✍Runnable with Lambda    Expressions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2C94D-155D-546A-025C-A14146BE5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5278066" cy="3979585"/>
          </a:xfrm>
        </p:spPr>
        <p:txBody>
          <a:bodyPr anchor="ctr">
            <a:normAutofit/>
          </a:bodyPr>
          <a:lstStyle/>
          <a:p>
            <a:r>
              <a:rPr lang="ar-EG" sz="2000" dirty="0"/>
              <a:t>Because Runnable has one abstract method, we can use a lambda:</a:t>
            </a:r>
          </a:p>
          <a:p>
            <a:endParaRPr lang="ar-EG" sz="20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79104E-8EB1-7C8C-4319-5C6F2EFAB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3423" y="1073700"/>
            <a:ext cx="4397433" cy="1535139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4E5E02-D55B-4E30-20A3-6FDE4BBDF2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3423" y="3766215"/>
            <a:ext cx="4395569" cy="240211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D9D76B4-738A-8BFF-22ED-75AAB9663902}"/>
                  </a:ext>
                </a:extLst>
              </p14:cNvPr>
              <p14:cNvContentPartPr/>
              <p14:nvPr/>
            </p14:nvContentPartPr>
            <p14:xfrm>
              <a:off x="6935201" y="1593605"/>
              <a:ext cx="364320" cy="1468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D9D76B4-738A-8BFF-22ED-75AAB966390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17561" y="1575965"/>
                <a:ext cx="39996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046CA38-23D0-EC55-AC84-663C8885EF91}"/>
                  </a:ext>
                </a:extLst>
              </p14:cNvPr>
              <p14:cNvContentPartPr/>
              <p14:nvPr/>
            </p14:nvContentPartPr>
            <p14:xfrm>
              <a:off x="9075401" y="1974485"/>
              <a:ext cx="1595520" cy="97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046CA38-23D0-EC55-AC84-663C8885EF9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057401" y="1956485"/>
                <a:ext cx="163116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8C82AEC-CB20-7F6B-5F19-E3D3AFA7DB84}"/>
                  </a:ext>
                </a:extLst>
              </p14:cNvPr>
              <p14:cNvContentPartPr/>
              <p14:nvPr/>
            </p14:nvContentPartPr>
            <p14:xfrm>
              <a:off x="7236881" y="4571165"/>
              <a:ext cx="507960" cy="1472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8C82AEC-CB20-7F6B-5F19-E3D3AFA7DB8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218881" y="4553525"/>
                <a:ext cx="543600" cy="182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829448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F52BA8-5F78-EBC1-B311-CE2020767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✍Running Multiple Threads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A7C3F56-2A54-D8A9-FF93-8301AFC425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85876" y="643466"/>
            <a:ext cx="6163580" cy="556873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8285EEB-05D6-E66F-14AB-03BD19C8F943}"/>
                  </a:ext>
                </a:extLst>
              </p14:cNvPr>
              <p14:cNvContentPartPr/>
              <p14:nvPr/>
            </p14:nvContentPartPr>
            <p14:xfrm>
              <a:off x="6419321" y="1186085"/>
              <a:ext cx="321840" cy="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8285EEB-05D6-E66F-14AB-03BD19C8F94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01681" y="1150085"/>
                <a:ext cx="35748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7FD0B3C-D50F-0505-DCDB-DE6F168A5CA6}"/>
                  </a:ext>
                </a:extLst>
              </p14:cNvPr>
              <p14:cNvContentPartPr/>
              <p14:nvPr/>
            </p14:nvContentPartPr>
            <p14:xfrm>
              <a:off x="6497801" y="777845"/>
              <a:ext cx="360" cy="637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7FD0B3C-D50F-0505-DCDB-DE6F168A5CA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80161" y="759845"/>
                <a:ext cx="3600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1708611-7D1B-DD60-C991-67890333E2AA}"/>
                  </a:ext>
                </a:extLst>
              </p14:cNvPr>
              <p14:cNvContentPartPr/>
              <p14:nvPr/>
            </p14:nvContentPartPr>
            <p14:xfrm>
              <a:off x="7673921" y="913565"/>
              <a:ext cx="206280" cy="3128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1708611-7D1B-DD60-C991-67890333E2A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655921" y="895925"/>
                <a:ext cx="241920" cy="34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7D5CEC4-3FF6-F304-ACDD-965A0FA315A8}"/>
                  </a:ext>
                </a:extLst>
              </p14:cNvPr>
              <p14:cNvContentPartPr/>
              <p14:nvPr/>
            </p14:nvContentPartPr>
            <p14:xfrm>
              <a:off x="5280641" y="3705365"/>
              <a:ext cx="401400" cy="4874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7D5CEC4-3FF6-F304-ACDD-965A0FA315A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262641" y="3687365"/>
                <a:ext cx="437040" cy="52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766C4CD-9685-256B-3AEA-0B307F09D7EC}"/>
                  </a:ext>
                </a:extLst>
              </p14:cNvPr>
              <p14:cNvContentPartPr/>
              <p14:nvPr/>
            </p14:nvContentPartPr>
            <p14:xfrm>
              <a:off x="6439481" y="1857485"/>
              <a:ext cx="632880" cy="3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766C4CD-9685-256B-3AEA-0B307F09D7E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421481" y="1839845"/>
                <a:ext cx="6685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AF7690D-A852-B6F5-F763-977F0C9AEDA1}"/>
                  </a:ext>
                </a:extLst>
              </p14:cNvPr>
              <p14:cNvContentPartPr/>
              <p14:nvPr/>
            </p14:nvContentPartPr>
            <p14:xfrm>
              <a:off x="7441361" y="1828325"/>
              <a:ext cx="506520" cy="3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AF7690D-A852-B6F5-F763-977F0C9AEDA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423361" y="1810325"/>
                <a:ext cx="5421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6F5E921-4371-A6E6-651F-BF2452A4F853}"/>
                  </a:ext>
                </a:extLst>
              </p14:cNvPr>
              <p14:cNvContentPartPr/>
              <p14:nvPr/>
            </p14:nvContentPartPr>
            <p14:xfrm>
              <a:off x="8929601" y="2752445"/>
              <a:ext cx="360" cy="3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6F5E921-4371-A6E6-651F-BF2452A4F853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911601" y="273480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79D4D6B-618F-95D8-41A1-075DCD6171A9}"/>
                  </a:ext>
                </a:extLst>
              </p14:cNvPr>
              <p14:cNvContentPartPr/>
              <p14:nvPr/>
            </p14:nvContentPartPr>
            <p14:xfrm>
              <a:off x="8725121" y="2771525"/>
              <a:ext cx="807840" cy="3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79D4D6B-618F-95D8-41A1-075DCD6171A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707481" y="2753885"/>
                <a:ext cx="8434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22C9129-2E95-4EB3-EA30-B0648600B6C7}"/>
                  </a:ext>
                </a:extLst>
              </p14:cNvPr>
              <p14:cNvContentPartPr/>
              <p14:nvPr/>
            </p14:nvContentPartPr>
            <p14:xfrm>
              <a:off x="8199881" y="2791685"/>
              <a:ext cx="525600" cy="97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22C9129-2E95-4EB3-EA30-B0648600B6C7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181881" y="2773685"/>
                <a:ext cx="561240" cy="4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E44B20FF-6D30-BA12-2857-D973248707B6}"/>
              </a:ext>
            </a:extLst>
          </p:cNvPr>
          <p:cNvGrpSpPr/>
          <p:nvPr/>
        </p:nvGrpSpPr>
        <p:grpSpPr>
          <a:xfrm>
            <a:off x="6780041" y="2771165"/>
            <a:ext cx="1227960" cy="399960"/>
            <a:chOff x="6780041" y="2771165"/>
            <a:chExt cx="1227960" cy="39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D5E8903-A14F-DCB5-8204-093DDD132808}"/>
                    </a:ext>
                  </a:extLst>
                </p14:cNvPr>
                <p14:cNvContentPartPr/>
                <p14:nvPr/>
              </p14:nvContentPartPr>
              <p14:xfrm>
                <a:off x="7441361" y="2771165"/>
                <a:ext cx="566640" cy="3528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D5E8903-A14F-DCB5-8204-093DDD13280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423361" y="2753525"/>
                  <a:ext cx="60228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A1BF59A-3E21-F6D8-84A9-1974790E5E50}"/>
                    </a:ext>
                  </a:extLst>
                </p14:cNvPr>
                <p14:cNvContentPartPr/>
                <p14:nvPr/>
              </p14:nvContentPartPr>
              <p14:xfrm>
                <a:off x="6780041" y="3122165"/>
                <a:ext cx="670320" cy="216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A1BF59A-3E21-F6D8-84A9-1974790E5E5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762041" y="3104165"/>
                  <a:ext cx="70596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633FB39-CB19-EF35-D4B4-F409D4FBA929}"/>
                    </a:ext>
                  </a:extLst>
                </p14:cNvPr>
                <p14:cNvContentPartPr/>
                <p14:nvPr/>
              </p14:nvContentPartPr>
              <p14:xfrm>
                <a:off x="7432721" y="3170765"/>
                <a:ext cx="135360" cy="3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633FB39-CB19-EF35-D4B4-F409D4FBA92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414721" y="3152765"/>
                  <a:ext cx="171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BA5B03FB-FDDA-2048-E2EE-F477FBD8B348}"/>
                  </a:ext>
                </a:extLst>
              </p14:cNvPr>
              <p14:cNvContentPartPr/>
              <p14:nvPr/>
            </p14:nvContentPartPr>
            <p14:xfrm>
              <a:off x="4620401" y="4629845"/>
              <a:ext cx="603360" cy="31212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BA5B03FB-FDDA-2048-E2EE-F477FBD8B348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4602401" y="4611845"/>
                <a:ext cx="639000" cy="34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E6F56FC6-7EBF-7880-370F-B375C3AE6E59}"/>
                  </a:ext>
                </a:extLst>
              </p14:cNvPr>
              <p14:cNvContentPartPr/>
              <p14:nvPr/>
            </p14:nvContentPartPr>
            <p14:xfrm>
              <a:off x="5515361" y="4649645"/>
              <a:ext cx="360" cy="3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E6F56FC6-7EBF-7880-370F-B375C3AE6E5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497361" y="463164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C999D69F-6FFE-C316-A978-65AD29FA4A67}"/>
                  </a:ext>
                </a:extLst>
              </p14:cNvPr>
              <p14:cNvContentPartPr/>
              <p14:nvPr/>
            </p14:nvContentPartPr>
            <p14:xfrm>
              <a:off x="5468201" y="4648925"/>
              <a:ext cx="572760" cy="2088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C999D69F-6FFE-C316-A978-65AD29FA4A6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450201" y="4630925"/>
                <a:ext cx="60840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B683EB87-BFFE-22F9-2CD1-6DBA84AF25FC}"/>
                  </a:ext>
                </a:extLst>
              </p14:cNvPr>
              <p14:cNvContentPartPr/>
              <p14:nvPr/>
            </p14:nvContentPartPr>
            <p14:xfrm>
              <a:off x="7198361" y="4649285"/>
              <a:ext cx="467280" cy="1008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B683EB87-BFFE-22F9-2CD1-6DBA84AF25F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180361" y="4631645"/>
                <a:ext cx="50292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E450405C-4197-92A7-AD10-F67B93F28897}"/>
                  </a:ext>
                </a:extLst>
              </p14:cNvPr>
              <p14:cNvContentPartPr/>
              <p14:nvPr/>
            </p14:nvContentPartPr>
            <p14:xfrm>
              <a:off x="8472761" y="4649285"/>
              <a:ext cx="534960" cy="1188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E450405C-4197-92A7-AD10-F67B93F28897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454761" y="4631645"/>
                <a:ext cx="57060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742081CA-BE1E-FDB0-A63B-3FD57939CC2C}"/>
                  </a:ext>
                </a:extLst>
              </p14:cNvPr>
              <p14:cNvContentPartPr/>
              <p14:nvPr/>
            </p14:nvContentPartPr>
            <p14:xfrm>
              <a:off x="9017081" y="4659365"/>
              <a:ext cx="399240" cy="972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742081CA-BE1E-FDB0-A63B-3FD57939CC2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999441" y="4641365"/>
                <a:ext cx="43488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B61CEE32-2083-E294-C32C-A9D093474BCD}"/>
                  </a:ext>
                </a:extLst>
              </p14:cNvPr>
              <p14:cNvContentPartPr/>
              <p14:nvPr/>
            </p14:nvContentPartPr>
            <p14:xfrm>
              <a:off x="6137801" y="5009285"/>
              <a:ext cx="175320" cy="972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B61CEE32-2083-E294-C32C-A9D093474BC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119801" y="4991645"/>
                <a:ext cx="21096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C2DC0A35-F4FC-8697-CC49-871A88C03115}"/>
                  </a:ext>
                </a:extLst>
              </p14:cNvPr>
              <p14:cNvContentPartPr/>
              <p14:nvPr/>
            </p14:nvContentPartPr>
            <p14:xfrm>
              <a:off x="7110521" y="5019005"/>
              <a:ext cx="390600" cy="36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C2DC0A35-F4FC-8697-CC49-871A88C0311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092521" y="5001365"/>
                <a:ext cx="4262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B00D856F-7FF9-3E4F-F452-D173E20F54AE}"/>
                  </a:ext>
                </a:extLst>
              </p14:cNvPr>
              <p14:cNvContentPartPr/>
              <p14:nvPr/>
            </p14:nvContentPartPr>
            <p14:xfrm>
              <a:off x="8657081" y="5028725"/>
              <a:ext cx="691200" cy="4896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B00D856F-7FF9-3E4F-F452-D173E20F54A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639441" y="5011085"/>
                <a:ext cx="726840" cy="8460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448E3873-9D86-2E5B-D57B-F66405469578}"/>
              </a:ext>
            </a:extLst>
          </p:cNvPr>
          <p:cNvGrpSpPr/>
          <p:nvPr/>
        </p:nvGrpSpPr>
        <p:grpSpPr>
          <a:xfrm>
            <a:off x="4970321" y="5317085"/>
            <a:ext cx="347760" cy="618120"/>
            <a:chOff x="4970321" y="5317085"/>
            <a:chExt cx="347760" cy="61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245B30F-91A3-FF1D-D78C-368676E92864}"/>
                    </a:ext>
                  </a:extLst>
                </p14:cNvPr>
                <p14:cNvContentPartPr/>
                <p14:nvPr/>
              </p14:nvContentPartPr>
              <p14:xfrm>
                <a:off x="4970681" y="5317085"/>
                <a:ext cx="347400" cy="3236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245B30F-91A3-FF1D-D78C-368676E9286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952681" y="5299085"/>
                  <a:ext cx="38304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F150EFF-5E60-4186-0AC3-D9F6DA2732EF}"/>
                    </a:ext>
                  </a:extLst>
                </p14:cNvPr>
                <p14:cNvContentPartPr/>
                <p14:nvPr/>
              </p14:nvContentPartPr>
              <p14:xfrm>
                <a:off x="4970321" y="5705525"/>
                <a:ext cx="250560" cy="2296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F150EFF-5E60-4186-0AC3-D9F6DA2732E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952681" y="5687885"/>
                  <a:ext cx="286200" cy="265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3E672C74-6A81-119F-511A-CFFC28BF7AC7}"/>
                  </a:ext>
                </a:extLst>
              </p14:cNvPr>
              <p14:cNvContentPartPr/>
              <p14:nvPr/>
            </p14:nvContentPartPr>
            <p14:xfrm>
              <a:off x="10008881" y="4230965"/>
              <a:ext cx="10800" cy="21348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3E672C74-6A81-119F-511A-CFFC28BF7AC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991241" y="4213325"/>
                <a:ext cx="46440" cy="2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ED043C3F-C52D-B2A6-0378-39D240AC5534}"/>
                  </a:ext>
                </a:extLst>
              </p14:cNvPr>
              <p14:cNvContentPartPr/>
              <p14:nvPr/>
            </p14:nvContentPartPr>
            <p14:xfrm>
              <a:off x="10009601" y="4598885"/>
              <a:ext cx="284040" cy="34092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ED043C3F-C52D-B2A6-0378-39D240AC5534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991601" y="4580885"/>
                <a:ext cx="319680" cy="37656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5B1095BE-8825-8EDF-DB8C-EC308BF90C8F}"/>
              </a:ext>
            </a:extLst>
          </p:cNvPr>
          <p:cNvGrpSpPr/>
          <p:nvPr/>
        </p:nvGrpSpPr>
        <p:grpSpPr>
          <a:xfrm>
            <a:off x="9882881" y="5116565"/>
            <a:ext cx="670320" cy="474120"/>
            <a:chOff x="9882881" y="5116565"/>
            <a:chExt cx="670320" cy="47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BB05B73-367A-FC39-A8D5-B77A34FF551A}"/>
                    </a:ext>
                  </a:extLst>
                </p14:cNvPr>
                <p14:cNvContentPartPr/>
                <p14:nvPr/>
              </p14:nvContentPartPr>
              <p14:xfrm>
                <a:off x="9882881" y="5291165"/>
                <a:ext cx="230760" cy="2995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BB05B73-367A-FC39-A8D5-B77A34FF551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865241" y="5273525"/>
                  <a:ext cx="26640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25744FA-DA53-0E44-713F-89B931C45647}"/>
                    </a:ext>
                  </a:extLst>
                </p14:cNvPr>
                <p14:cNvContentPartPr/>
                <p14:nvPr/>
              </p14:nvContentPartPr>
              <p14:xfrm>
                <a:off x="10223081" y="5367485"/>
                <a:ext cx="147960" cy="1486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25744FA-DA53-0E44-713F-89B931C4564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205081" y="5349485"/>
                  <a:ext cx="1836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141D233-8FD3-2961-DC41-F1067EF7E58A}"/>
                    </a:ext>
                  </a:extLst>
                </p14:cNvPr>
                <p14:cNvContentPartPr/>
                <p14:nvPr/>
              </p14:nvContentPartPr>
              <p14:xfrm>
                <a:off x="10446281" y="5116565"/>
                <a:ext cx="106920" cy="2264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141D233-8FD3-2961-DC41-F1067EF7E58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428641" y="5098925"/>
                  <a:ext cx="14256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AEB10A0-833A-EB85-2D79-42C088B5E87D}"/>
                    </a:ext>
                  </a:extLst>
                </p14:cNvPr>
                <p14:cNvContentPartPr/>
                <p14:nvPr/>
              </p14:nvContentPartPr>
              <p14:xfrm>
                <a:off x="10320641" y="5169485"/>
                <a:ext cx="232560" cy="252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AEB10A0-833A-EB85-2D79-42C088B5E87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302641" y="5151485"/>
                  <a:ext cx="268200" cy="60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EBEC9953-FF72-0231-D496-2F2867F66FC6}"/>
                  </a:ext>
                </a:extLst>
              </p14:cNvPr>
              <p14:cNvContentPartPr/>
              <p14:nvPr/>
            </p14:nvContentPartPr>
            <p14:xfrm>
              <a:off x="9124361" y="5423285"/>
              <a:ext cx="559440" cy="32580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EBEC9953-FF72-0231-D496-2F2867F66FC6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9106361" y="5405285"/>
                <a:ext cx="595080" cy="36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8476A65C-0954-E5A9-61DF-467D6E5CBC16}"/>
                  </a:ext>
                </a:extLst>
              </p14:cNvPr>
              <p14:cNvContentPartPr/>
              <p14:nvPr/>
            </p14:nvContentPartPr>
            <p14:xfrm>
              <a:off x="6332201" y="5036645"/>
              <a:ext cx="56520" cy="216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8476A65C-0954-E5A9-61DF-467D6E5CBC16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314561" y="5019005"/>
                <a:ext cx="92160" cy="37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500986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6B9918-D2BD-57B6-DE65-CD4DAD655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✍Thread.currentThread()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BDEC3-3DC8-2945-41A3-994176E4D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81" y="1809541"/>
            <a:ext cx="10909643" cy="68740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Getting the Current Thread 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88D77C-3AE3-06FC-0B30-9244ADE7A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697041"/>
            <a:ext cx="11548872" cy="345921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A4AB295-B5CB-9177-578F-9114069F48E1}"/>
                  </a:ext>
                </a:extLst>
              </p14:cNvPr>
              <p14:cNvContentPartPr/>
              <p14:nvPr/>
            </p14:nvContentPartPr>
            <p14:xfrm>
              <a:off x="5466401" y="3880685"/>
              <a:ext cx="1148400" cy="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A4AB295-B5CB-9177-578F-9114069F48E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48761" y="3863045"/>
                <a:ext cx="11840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F3823C3-0747-884B-9347-CB5ED46D77BE}"/>
                  </a:ext>
                </a:extLst>
              </p14:cNvPr>
              <p14:cNvContentPartPr/>
              <p14:nvPr/>
            </p14:nvContentPartPr>
            <p14:xfrm>
              <a:off x="1546001" y="286445"/>
              <a:ext cx="901440" cy="7855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F3823C3-0747-884B-9347-CB5ED46D77B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28001" y="268805"/>
                <a:ext cx="937080" cy="82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B6E36CE-2506-17A8-9B4F-B4E48C41CA4E}"/>
                  </a:ext>
                </a:extLst>
              </p14:cNvPr>
              <p14:cNvContentPartPr/>
              <p14:nvPr/>
            </p14:nvContentPartPr>
            <p14:xfrm>
              <a:off x="1369241" y="816005"/>
              <a:ext cx="451440" cy="4514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B6E36CE-2506-17A8-9B4F-B4E48C41CA4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51601" y="798005"/>
                <a:ext cx="487080" cy="48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4CC6A31-737B-4793-BB6E-97470A71F23A}"/>
                  </a:ext>
                </a:extLst>
              </p14:cNvPr>
              <p14:cNvContentPartPr/>
              <p14:nvPr/>
            </p14:nvContentPartPr>
            <p14:xfrm>
              <a:off x="6565841" y="3859805"/>
              <a:ext cx="536400" cy="493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4CC6A31-737B-4793-BB6E-97470A71F23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547841" y="3841805"/>
                <a:ext cx="572040" cy="84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589818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411BB8-AB19-D565-D878-F6904977C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ar-EG" sz="3600" dirty="0"/>
              <a:t>✍Thread.sleep()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39F20-5BC4-E35A-BD48-3FB28A85F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r>
              <a:rPr lang="ar-EG" sz="1800" dirty="0"/>
              <a:t>Pauses the </a:t>
            </a:r>
            <a:r>
              <a:rPr lang="ar-EG" sz="1800" b="1" dirty="0"/>
              <a:t>current thread </a:t>
            </a:r>
            <a:r>
              <a:rPr lang="ar-EG" sz="1800" dirty="0"/>
              <a:t> for a specified amount of time.</a:t>
            </a:r>
          </a:p>
          <a:p>
            <a:endParaRPr lang="ar-EG" sz="18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3A0810-401B-0C90-8F6A-E6EB2D9D6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738" y="1407697"/>
            <a:ext cx="5628018" cy="380973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011264C-0006-2B37-7194-0C4F648DD236}"/>
                  </a:ext>
                </a:extLst>
              </p14:cNvPr>
              <p14:cNvContentPartPr/>
              <p14:nvPr/>
            </p14:nvContentPartPr>
            <p14:xfrm>
              <a:off x="8102681" y="2110205"/>
              <a:ext cx="1559880" cy="702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011264C-0006-2B37-7194-0C4F648DD23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84681" y="2092205"/>
                <a:ext cx="159552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2BC4C36-48F8-8800-3FEF-86FAA5E7F6FB}"/>
                  </a:ext>
                </a:extLst>
              </p14:cNvPr>
              <p14:cNvContentPartPr/>
              <p14:nvPr/>
            </p14:nvContentPartPr>
            <p14:xfrm>
              <a:off x="6244721" y="1497125"/>
              <a:ext cx="497160" cy="4993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2BC4C36-48F8-8800-3FEF-86FAA5E7F6F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226721" y="1479485"/>
                <a:ext cx="532800" cy="534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A9C512C2-DA86-1707-13C9-F67CB55CA15E}"/>
              </a:ext>
            </a:extLst>
          </p:cNvPr>
          <p:cNvGrpSpPr/>
          <p:nvPr/>
        </p:nvGrpSpPr>
        <p:grpSpPr>
          <a:xfrm>
            <a:off x="6661961" y="2771885"/>
            <a:ext cx="458640" cy="468720"/>
            <a:chOff x="6661961" y="2771885"/>
            <a:chExt cx="458640" cy="46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399464B-3246-8316-5BB1-6A133FF8C656}"/>
                    </a:ext>
                  </a:extLst>
                </p14:cNvPr>
                <p14:cNvContentPartPr/>
                <p14:nvPr/>
              </p14:nvContentPartPr>
              <p14:xfrm>
                <a:off x="6808841" y="2892125"/>
                <a:ext cx="218520" cy="1731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399464B-3246-8316-5BB1-6A133FF8C65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790841" y="2874485"/>
                  <a:ext cx="25416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77DAC59-9FD4-7B33-F95D-5309BA27D07D}"/>
                    </a:ext>
                  </a:extLst>
                </p14:cNvPr>
                <p14:cNvContentPartPr/>
                <p14:nvPr/>
              </p14:nvContentPartPr>
              <p14:xfrm>
                <a:off x="6661961" y="2868005"/>
                <a:ext cx="380880" cy="3726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77DAC59-9FD4-7B33-F95D-5309BA27D07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644321" y="2850005"/>
                  <a:ext cx="416520" cy="4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31069BE-D504-577B-D357-46B9BFE1C279}"/>
                    </a:ext>
                  </a:extLst>
                </p14:cNvPr>
                <p14:cNvContentPartPr/>
                <p14:nvPr/>
              </p14:nvContentPartPr>
              <p14:xfrm>
                <a:off x="7025201" y="2771885"/>
                <a:ext cx="95400" cy="1692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31069BE-D504-577B-D357-46B9BFE1C27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007201" y="2753885"/>
                  <a:ext cx="131040" cy="20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7D3D3DC-85DE-C173-BCB9-92159FC710F6}"/>
                  </a:ext>
                </a:extLst>
              </p14:cNvPr>
              <p14:cNvContentPartPr/>
              <p14:nvPr/>
            </p14:nvContentPartPr>
            <p14:xfrm>
              <a:off x="7071641" y="3121805"/>
              <a:ext cx="281880" cy="3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7D3D3DC-85DE-C173-BCB9-92159FC710F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054001" y="3104165"/>
                <a:ext cx="3175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BA887543-7757-05EC-8FF2-9145BCA5F078}"/>
                  </a:ext>
                </a:extLst>
              </p14:cNvPr>
              <p14:cNvContentPartPr/>
              <p14:nvPr/>
            </p14:nvContentPartPr>
            <p14:xfrm>
              <a:off x="7966601" y="3121085"/>
              <a:ext cx="724680" cy="702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BA887543-7757-05EC-8FF2-9145BCA5F07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948961" y="3103445"/>
                <a:ext cx="76032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7B7D848E-4045-0D31-821D-E6FF1DFBA552}"/>
                  </a:ext>
                </a:extLst>
              </p14:cNvPr>
              <p14:cNvContentPartPr/>
              <p14:nvPr/>
            </p14:nvContentPartPr>
            <p14:xfrm>
              <a:off x="8706041" y="3121805"/>
              <a:ext cx="486720" cy="1044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7B7D848E-4045-0D31-821D-E6FF1DFBA55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688041" y="3104165"/>
                <a:ext cx="52236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01E3E362-6546-8D46-55C6-42E11E7003E9}"/>
                  </a:ext>
                </a:extLst>
              </p14:cNvPr>
              <p14:cNvContentPartPr/>
              <p14:nvPr/>
            </p14:nvContentPartPr>
            <p14:xfrm>
              <a:off x="6955001" y="3452645"/>
              <a:ext cx="438120" cy="3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01E3E362-6546-8D46-55C6-42E11E7003E9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937001" y="3435005"/>
                <a:ext cx="4737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AE23394F-20CD-8467-D01E-6E5502E0B268}"/>
                  </a:ext>
                </a:extLst>
              </p14:cNvPr>
              <p14:cNvContentPartPr/>
              <p14:nvPr/>
            </p14:nvContentPartPr>
            <p14:xfrm>
              <a:off x="7888841" y="3491885"/>
              <a:ext cx="369720" cy="3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AE23394F-20CD-8467-D01E-6E5502E0B268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870841" y="3474245"/>
                <a:ext cx="4053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8952515E-56C6-8A57-5273-D1833B3B969B}"/>
                  </a:ext>
                </a:extLst>
              </p14:cNvPr>
              <p14:cNvContentPartPr/>
              <p14:nvPr/>
            </p14:nvContentPartPr>
            <p14:xfrm>
              <a:off x="8287361" y="3462725"/>
              <a:ext cx="875520" cy="3924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8952515E-56C6-8A57-5273-D1833B3B969B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269721" y="3444725"/>
                <a:ext cx="91116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C153848F-A264-DF60-E21A-4F4687EF92F3}"/>
                  </a:ext>
                </a:extLst>
              </p14:cNvPr>
              <p14:cNvContentPartPr/>
              <p14:nvPr/>
            </p14:nvContentPartPr>
            <p14:xfrm>
              <a:off x="9172961" y="3462725"/>
              <a:ext cx="758880" cy="972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C153848F-A264-DF60-E21A-4F4687EF92F3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155321" y="3444725"/>
                <a:ext cx="79452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AA3E9F6-DBBA-C485-0A08-101D56662E5C}"/>
                  </a:ext>
                </a:extLst>
              </p14:cNvPr>
              <p14:cNvContentPartPr/>
              <p14:nvPr/>
            </p14:nvContentPartPr>
            <p14:xfrm>
              <a:off x="7538921" y="3997325"/>
              <a:ext cx="360" cy="36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AA3E9F6-DBBA-C485-0A08-101D56662E5C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520921" y="397968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0FE1A5BB-7AF1-6021-1DF1-5F5EA705CADF}"/>
                  </a:ext>
                </a:extLst>
              </p14:cNvPr>
              <p14:cNvContentPartPr/>
              <p14:nvPr/>
            </p14:nvContentPartPr>
            <p14:xfrm>
              <a:off x="7460801" y="3879965"/>
              <a:ext cx="1499040" cy="5040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0FE1A5BB-7AF1-6021-1DF1-5F5EA705CADF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442801" y="3862325"/>
                <a:ext cx="153468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3E1DA893-EFCD-2D5A-52CD-E353DBB4A73B}"/>
                  </a:ext>
                </a:extLst>
              </p14:cNvPr>
              <p14:cNvContentPartPr/>
              <p14:nvPr/>
            </p14:nvContentPartPr>
            <p14:xfrm>
              <a:off x="9075401" y="5028365"/>
              <a:ext cx="278640" cy="1044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3E1DA893-EFCD-2D5A-52CD-E353DBB4A73B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9057761" y="5010725"/>
                <a:ext cx="314280" cy="46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284312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C93B60-1DF0-A8EB-6386-02F82E832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✍</a:t>
            </a:r>
            <a:r>
              <a:rPr lang="ar-EG" sz="4800"/>
              <a:t> Handling InterruptedException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6BC2E-8DB8-71EC-EB7E-1E0BD0E39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ar-EG" sz="2000" dirty="0"/>
              <a:t>Methods such as sleep() and join() can throw:</a:t>
            </a:r>
          </a:p>
          <a:p>
            <a:endParaRPr lang="ar-EG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44BB91-58ED-D24F-AA51-1F46FC0AD9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3240458"/>
            <a:ext cx="5150277" cy="220183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F916B89-30D0-8598-5C2D-6BA1C3C2376D}"/>
                  </a:ext>
                </a:extLst>
              </p14:cNvPr>
              <p14:cNvContentPartPr/>
              <p14:nvPr/>
            </p14:nvContentPartPr>
            <p14:xfrm>
              <a:off x="3258161" y="4250405"/>
              <a:ext cx="1264320" cy="78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F916B89-30D0-8598-5C2D-6BA1C3C2376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40521" y="4232405"/>
                <a:ext cx="1299960" cy="11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5AA429C-7B50-5672-58B3-A5062B67C26C}"/>
                  </a:ext>
                </a:extLst>
              </p14:cNvPr>
              <p14:cNvContentPartPr/>
              <p14:nvPr/>
            </p14:nvContentPartPr>
            <p14:xfrm>
              <a:off x="2944961" y="3656045"/>
              <a:ext cx="2007720" cy="5961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5AA429C-7B50-5672-58B3-A5062B67C26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27321" y="3638045"/>
                <a:ext cx="2043360" cy="63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7DD64F0-E2A8-AE7A-99C7-A85FD7EEB28F}"/>
                  </a:ext>
                </a:extLst>
              </p14:cNvPr>
              <p14:cNvContentPartPr/>
              <p14:nvPr/>
            </p14:nvContentPartPr>
            <p14:xfrm>
              <a:off x="7363601" y="4454525"/>
              <a:ext cx="1661400" cy="205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7DD64F0-E2A8-AE7A-99C7-A85FD7EEB28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345961" y="4436525"/>
                <a:ext cx="1697040" cy="56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220113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2E2FE2-1A50-3C30-F354-AAE4F4646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✍join()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C1097-CD3D-719D-12E4-39E31C216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81" y="1809541"/>
            <a:ext cx="10909643" cy="68740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join() makes one thread wait for another thread to finish.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84A48-95CD-4A66-38F0-FEE329F2C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7645" y="2633472"/>
            <a:ext cx="8433662" cy="358635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50EBD6F-7F72-99AA-2B52-DD87BA1663E6}"/>
                  </a:ext>
                </a:extLst>
              </p14:cNvPr>
              <p14:cNvContentPartPr/>
              <p14:nvPr/>
            </p14:nvContentPartPr>
            <p14:xfrm>
              <a:off x="3073481" y="3656765"/>
              <a:ext cx="1005480" cy="558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50EBD6F-7F72-99AA-2B52-DD87BA1663E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55841" y="3639125"/>
                <a:ext cx="104112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E9CE746-CC8D-15D2-880F-74C526F3E311}"/>
                  </a:ext>
                </a:extLst>
              </p14:cNvPr>
              <p14:cNvContentPartPr/>
              <p14:nvPr/>
            </p14:nvContentPartPr>
            <p14:xfrm>
              <a:off x="7606601" y="2373365"/>
              <a:ext cx="720000" cy="198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E9CE746-CC8D-15D2-880F-74C526F3E31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588601" y="2355365"/>
                <a:ext cx="755640" cy="5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63282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50E86E-54AE-F73E-705A-0EDBB692BD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2A0FE24-31C7-9C1B-E4AB-7CA44492598D}"/>
                  </a:ext>
                </a:extLst>
              </p14:cNvPr>
              <p14:cNvContentPartPr/>
              <p14:nvPr/>
            </p14:nvContentPartPr>
            <p14:xfrm>
              <a:off x="2956841" y="894485"/>
              <a:ext cx="45288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2A0FE24-31C7-9C1B-E4AB-7CA44492598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38841" y="876485"/>
                <a:ext cx="48852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87446BD8-CD7A-561C-F203-57EB63128A62}"/>
              </a:ext>
            </a:extLst>
          </p:cNvPr>
          <p:cNvGrpSpPr/>
          <p:nvPr/>
        </p:nvGrpSpPr>
        <p:grpSpPr>
          <a:xfrm>
            <a:off x="3890681" y="845885"/>
            <a:ext cx="2112120" cy="40320"/>
            <a:chOff x="3890681" y="845885"/>
            <a:chExt cx="2112120" cy="4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FE5B81A-EB04-051F-F162-B010D1685B01}"/>
                    </a:ext>
                  </a:extLst>
                </p14:cNvPr>
                <p14:cNvContentPartPr/>
                <p14:nvPr/>
              </p14:nvContentPartPr>
              <p14:xfrm>
                <a:off x="3890681" y="865685"/>
                <a:ext cx="1406520" cy="205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FE5B81A-EB04-051F-F162-B010D1685B0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872681" y="847685"/>
                  <a:ext cx="14421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5CA44DE-8A77-FB3D-0FEF-53EA1B530EAC}"/>
                    </a:ext>
                  </a:extLst>
                </p14:cNvPr>
                <p14:cNvContentPartPr/>
                <p14:nvPr/>
              </p14:nvContentPartPr>
              <p14:xfrm>
                <a:off x="5310881" y="845885"/>
                <a:ext cx="691920" cy="392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5CA44DE-8A77-FB3D-0FEF-53EA1B530EA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292881" y="828245"/>
                  <a:ext cx="727560" cy="74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309E359-4144-1E05-1DED-4F0BD0971E15}"/>
                  </a:ext>
                </a:extLst>
              </p14:cNvPr>
              <p14:cNvContentPartPr/>
              <p14:nvPr/>
            </p14:nvContentPartPr>
            <p14:xfrm>
              <a:off x="6157241" y="1565885"/>
              <a:ext cx="710640" cy="7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309E359-4144-1E05-1DED-4F0BD0971E1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139241" y="1529885"/>
                <a:ext cx="74628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B28CC3B-A63E-3011-3C88-000162437843}"/>
                  </a:ext>
                </a:extLst>
              </p14:cNvPr>
              <p14:cNvContentPartPr/>
              <p14:nvPr/>
            </p14:nvContentPartPr>
            <p14:xfrm>
              <a:off x="6663401" y="751925"/>
              <a:ext cx="324000" cy="5324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B28CC3B-A63E-3011-3C88-00016243784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645401" y="733925"/>
                <a:ext cx="359640" cy="56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77E2930-E115-E943-4D42-AD8BFBB9AFC1}"/>
                  </a:ext>
                </a:extLst>
              </p14:cNvPr>
              <p14:cNvContentPartPr/>
              <p14:nvPr/>
            </p14:nvContentPartPr>
            <p14:xfrm>
              <a:off x="8414081" y="1565885"/>
              <a:ext cx="651960" cy="489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77E2930-E115-E943-4D42-AD8BFBB9AFC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396441" y="1547885"/>
                <a:ext cx="687600" cy="84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3DAB3E00-73F3-29EE-F005-060225836F64}"/>
              </a:ext>
            </a:extLst>
          </p:cNvPr>
          <p:cNvGrpSpPr/>
          <p:nvPr/>
        </p:nvGrpSpPr>
        <p:grpSpPr>
          <a:xfrm>
            <a:off x="9784961" y="67565"/>
            <a:ext cx="701280" cy="669600"/>
            <a:chOff x="9784961" y="67565"/>
            <a:chExt cx="701280" cy="66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91A71CB-CEA8-4354-F26A-8764205BCEED}"/>
                    </a:ext>
                  </a:extLst>
                </p14:cNvPr>
                <p14:cNvContentPartPr/>
                <p14:nvPr/>
              </p14:nvContentPartPr>
              <p14:xfrm>
                <a:off x="9784961" y="125525"/>
                <a:ext cx="633600" cy="3524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91A71CB-CEA8-4354-F26A-8764205BCEE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766961" y="107525"/>
                  <a:ext cx="66924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2DFDF62-1124-AE14-1728-023E1EF25453}"/>
                    </a:ext>
                  </a:extLst>
                </p14:cNvPr>
                <p14:cNvContentPartPr/>
                <p14:nvPr/>
              </p14:nvContentPartPr>
              <p14:xfrm>
                <a:off x="9826361" y="67565"/>
                <a:ext cx="659880" cy="6696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2DFDF62-1124-AE14-1728-023E1EF2545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808721" y="49925"/>
                  <a:ext cx="695520" cy="70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39823AD-0F8C-B1F4-9563-EAD0F52A85E4}"/>
              </a:ext>
            </a:extLst>
          </p:cNvPr>
          <p:cNvGrpSpPr/>
          <p:nvPr/>
        </p:nvGrpSpPr>
        <p:grpSpPr>
          <a:xfrm>
            <a:off x="4182641" y="1538525"/>
            <a:ext cx="317880" cy="280440"/>
            <a:chOff x="4182641" y="1538525"/>
            <a:chExt cx="317880" cy="28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DAAA5E3-9CDE-6359-4827-64200F702329}"/>
                    </a:ext>
                  </a:extLst>
                </p14:cNvPr>
                <p14:cNvContentPartPr/>
                <p14:nvPr/>
              </p14:nvContentPartPr>
              <p14:xfrm>
                <a:off x="4182641" y="1818605"/>
                <a:ext cx="360" cy="3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DAAA5E3-9CDE-6359-4827-64200F70232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164641" y="180096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D13DF55-D8B7-9239-C756-5DC77833AA44}"/>
                    </a:ext>
                  </a:extLst>
                </p14:cNvPr>
                <p14:cNvContentPartPr/>
                <p14:nvPr/>
              </p14:nvContentPartPr>
              <p14:xfrm>
                <a:off x="4260041" y="1538525"/>
                <a:ext cx="240480" cy="2314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D13DF55-D8B7-9239-C756-5DC77833AA4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242401" y="1520525"/>
                  <a:ext cx="276120" cy="267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903668CC-6FB1-41F7-4EA3-CA46F7849249}"/>
                  </a:ext>
                </a:extLst>
              </p14:cNvPr>
              <p14:cNvContentPartPr/>
              <p14:nvPr/>
            </p14:nvContentPartPr>
            <p14:xfrm>
              <a:off x="826361" y="2344565"/>
              <a:ext cx="1401480" cy="4179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903668CC-6FB1-41F7-4EA3-CA46F7849249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08721" y="2326565"/>
                <a:ext cx="1437120" cy="45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E644AB20-1DF6-7BB3-D305-574B74751013}"/>
                  </a:ext>
                </a:extLst>
              </p14:cNvPr>
              <p14:cNvContentPartPr/>
              <p14:nvPr/>
            </p14:nvContentPartPr>
            <p14:xfrm>
              <a:off x="3462641" y="2723645"/>
              <a:ext cx="827280" cy="291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E644AB20-1DF6-7BB3-D305-574B74751013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444641" y="2705645"/>
                <a:ext cx="86292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CBEEB8D7-C27D-6CAF-81E0-3E3D19221775}"/>
                  </a:ext>
                </a:extLst>
              </p14:cNvPr>
              <p14:cNvContentPartPr/>
              <p14:nvPr/>
            </p14:nvContentPartPr>
            <p14:xfrm>
              <a:off x="2295161" y="2995445"/>
              <a:ext cx="759240" cy="396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CBEEB8D7-C27D-6CAF-81E0-3E3D19221775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277521" y="2977445"/>
                <a:ext cx="79488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1269B62B-B217-A826-247D-18BC449EF531}"/>
                  </a:ext>
                </a:extLst>
              </p14:cNvPr>
              <p14:cNvContentPartPr/>
              <p14:nvPr/>
            </p14:nvContentPartPr>
            <p14:xfrm>
              <a:off x="1497401" y="3418445"/>
              <a:ext cx="354960" cy="15444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1269B62B-B217-A826-247D-18BC449EF531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479401" y="3400805"/>
                <a:ext cx="390600" cy="19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5629F366-667A-36C1-B61A-E80C35FC0EB1}"/>
                  </a:ext>
                </a:extLst>
              </p14:cNvPr>
              <p14:cNvContentPartPr/>
              <p14:nvPr/>
            </p14:nvContentPartPr>
            <p14:xfrm>
              <a:off x="4270121" y="3764045"/>
              <a:ext cx="135720" cy="36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5629F366-667A-36C1-B61A-E80C35FC0EB1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252481" y="3746045"/>
                <a:ext cx="1713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DF8C4361-1045-0CEE-B1DD-2DB4E780489B}"/>
                  </a:ext>
                </a:extLst>
              </p14:cNvPr>
              <p14:cNvContentPartPr/>
              <p14:nvPr/>
            </p14:nvContentPartPr>
            <p14:xfrm>
              <a:off x="2956841" y="4094165"/>
              <a:ext cx="738720" cy="2088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DF8C4361-1045-0CEE-B1DD-2DB4E780489B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2938841" y="4076525"/>
                <a:ext cx="77436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30CC91E9-4607-DB5B-0C6C-F5A6C87D00DC}"/>
                  </a:ext>
                </a:extLst>
              </p14:cNvPr>
              <p14:cNvContentPartPr/>
              <p14:nvPr/>
            </p14:nvContentPartPr>
            <p14:xfrm>
              <a:off x="8248481" y="4085165"/>
              <a:ext cx="525600" cy="2916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30CC91E9-4607-DB5B-0C6C-F5A6C87D00DC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8230841" y="4067525"/>
                <a:ext cx="56124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5F2E1B50-4B9A-7763-97E3-9E3498867C1C}"/>
                  </a:ext>
                </a:extLst>
              </p14:cNvPr>
              <p14:cNvContentPartPr/>
              <p14:nvPr/>
            </p14:nvContentPartPr>
            <p14:xfrm>
              <a:off x="1866761" y="4732805"/>
              <a:ext cx="259920" cy="12168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5F2E1B50-4B9A-7763-97E3-9E3498867C1C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849121" y="4715165"/>
                <a:ext cx="29556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E70CE4A5-E330-B301-27AE-F20F4E57FBC5}"/>
                  </a:ext>
                </a:extLst>
              </p14:cNvPr>
              <p14:cNvContentPartPr/>
              <p14:nvPr/>
            </p14:nvContentPartPr>
            <p14:xfrm>
              <a:off x="3073481" y="5193965"/>
              <a:ext cx="204840" cy="1008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E70CE4A5-E330-B301-27AE-F20F4E57FBC5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3055481" y="5176325"/>
                <a:ext cx="24048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60EC62A6-01F6-55C9-59B9-A6EECDD27410}"/>
                  </a:ext>
                </a:extLst>
              </p14:cNvPr>
              <p14:cNvContentPartPr/>
              <p14:nvPr/>
            </p14:nvContentPartPr>
            <p14:xfrm>
              <a:off x="7856801" y="4745405"/>
              <a:ext cx="275400" cy="15732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60EC62A6-01F6-55C9-59B9-A6EECDD27410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7839161" y="4727405"/>
                <a:ext cx="311040" cy="192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74D61595-920E-F28A-15C3-494326EEBA88}"/>
              </a:ext>
            </a:extLst>
          </p:cNvPr>
          <p:cNvGrpSpPr/>
          <p:nvPr/>
        </p:nvGrpSpPr>
        <p:grpSpPr>
          <a:xfrm>
            <a:off x="10299041" y="1585325"/>
            <a:ext cx="1238040" cy="1357560"/>
            <a:chOff x="10299041" y="1585325"/>
            <a:chExt cx="1238040" cy="135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2D6F4EB-223E-6A5C-45D1-1DAF3E6B5B80}"/>
                    </a:ext>
                  </a:extLst>
                </p14:cNvPr>
                <p14:cNvContentPartPr/>
                <p14:nvPr/>
              </p14:nvContentPartPr>
              <p14:xfrm>
                <a:off x="10299041" y="1585325"/>
                <a:ext cx="1082160" cy="13575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2D6F4EB-223E-6A5C-45D1-1DAF3E6B5B8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281041" y="1567325"/>
                  <a:ext cx="1117800" cy="139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538E870-396D-68E9-45B2-FFF429968C7A}"/>
                    </a:ext>
                  </a:extLst>
                </p14:cNvPr>
                <p14:cNvContentPartPr/>
                <p14:nvPr/>
              </p14:nvContentPartPr>
              <p14:xfrm>
                <a:off x="10642481" y="1633925"/>
                <a:ext cx="894600" cy="13039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538E870-396D-68E9-45B2-FFF429968C7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624481" y="1615925"/>
                  <a:ext cx="930240" cy="13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8AD45BE-D710-574D-D9C8-BD2D51F1DF63}"/>
                    </a:ext>
                  </a:extLst>
                </p14:cNvPr>
                <p14:cNvContentPartPr/>
                <p14:nvPr/>
              </p14:nvContentPartPr>
              <p14:xfrm>
                <a:off x="10447001" y="1823645"/>
                <a:ext cx="491040" cy="1609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8AD45BE-D710-574D-D9C8-BD2D51F1DF6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429001" y="1806005"/>
                  <a:ext cx="526680" cy="196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755C5D5A-D58F-1616-0129-9130391E1640}"/>
                  </a:ext>
                </a:extLst>
              </p14:cNvPr>
              <p14:cNvContentPartPr/>
              <p14:nvPr/>
            </p14:nvContentPartPr>
            <p14:xfrm>
              <a:off x="4179041" y="5075165"/>
              <a:ext cx="916560" cy="40896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755C5D5A-D58F-1616-0129-9130391E1640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4161401" y="5057165"/>
                <a:ext cx="952200" cy="44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386511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8DF2B9-2097-DCF4-533A-AD98631C6E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4488767-1AF4-D6B5-8B2A-0B95FBAFEE87}"/>
                  </a:ext>
                </a:extLst>
              </p14:cNvPr>
              <p14:cNvContentPartPr/>
              <p14:nvPr/>
            </p14:nvContentPartPr>
            <p14:xfrm>
              <a:off x="1985425" y="1858339"/>
              <a:ext cx="3553832" cy="658532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4488767-1AF4-D6B5-8B2A-0B95FBAFEE8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67424" y="1840336"/>
                <a:ext cx="3589475" cy="6941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9B77A3D-797F-3982-B485-F2EB2D4A10D9}"/>
                  </a:ext>
                </a:extLst>
              </p14:cNvPr>
              <p14:cNvContentPartPr/>
              <p14:nvPr/>
            </p14:nvContentPartPr>
            <p14:xfrm>
              <a:off x="2732921" y="2275805"/>
              <a:ext cx="448200" cy="396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9B77A3D-797F-3982-B485-F2EB2D4A10D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14921" y="2257805"/>
                <a:ext cx="48384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77167BA-7E5E-6F04-35DB-DB31AB58A9AA}"/>
                  </a:ext>
                </a:extLst>
              </p14:cNvPr>
              <p14:cNvContentPartPr/>
              <p14:nvPr/>
            </p14:nvContentPartPr>
            <p14:xfrm>
              <a:off x="3472361" y="2334125"/>
              <a:ext cx="321120" cy="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77167BA-7E5E-6F04-35DB-DB31AB58A9A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454361" y="2316485"/>
                <a:ext cx="3567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6A0E5D1-B36F-08B7-E119-2508EF7C2A28}"/>
                  </a:ext>
                </a:extLst>
              </p14:cNvPr>
              <p14:cNvContentPartPr/>
              <p14:nvPr/>
            </p14:nvContentPartPr>
            <p14:xfrm>
              <a:off x="2412161" y="2353565"/>
              <a:ext cx="2373480" cy="396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6A0E5D1-B36F-08B7-E119-2508EF7C2A2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394521" y="2335565"/>
                <a:ext cx="2409120" cy="75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3EC5DB07-F88D-4474-DF9F-07669B4B53FC}"/>
              </a:ext>
            </a:extLst>
          </p:cNvPr>
          <p:cNvGrpSpPr/>
          <p:nvPr/>
        </p:nvGrpSpPr>
        <p:grpSpPr>
          <a:xfrm>
            <a:off x="2467961" y="2295245"/>
            <a:ext cx="2375640" cy="117720"/>
            <a:chOff x="2467961" y="2295245"/>
            <a:chExt cx="2375640" cy="11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D93B265-B9C5-A8AF-052F-0C5ADEBDDB0E}"/>
                    </a:ext>
                  </a:extLst>
                </p14:cNvPr>
                <p14:cNvContentPartPr/>
                <p14:nvPr/>
              </p14:nvContentPartPr>
              <p14:xfrm>
                <a:off x="2480201" y="2295245"/>
                <a:ext cx="1404720" cy="792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D93B265-B9C5-A8AF-052F-0C5ADEBDDB0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462561" y="2277245"/>
                  <a:ext cx="14403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26A235A-AC86-9831-08D8-D4CC55A86746}"/>
                    </a:ext>
                  </a:extLst>
                </p14:cNvPr>
                <p14:cNvContentPartPr/>
                <p14:nvPr/>
              </p14:nvContentPartPr>
              <p14:xfrm>
                <a:off x="3910121" y="2373365"/>
                <a:ext cx="933480" cy="396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26A235A-AC86-9831-08D8-D4CC55A8674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892121" y="2355725"/>
                  <a:ext cx="96912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AA63850-0A7F-6389-AB06-3F65D545DE0F}"/>
                    </a:ext>
                  </a:extLst>
                </p14:cNvPr>
                <p14:cNvContentPartPr/>
                <p14:nvPr/>
              </p14:nvContentPartPr>
              <p14:xfrm>
                <a:off x="2467961" y="2295245"/>
                <a:ext cx="2337840" cy="604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AA63850-0A7F-6389-AB06-3F65D545DE0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449961" y="2277245"/>
                  <a:ext cx="2373480" cy="96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310787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96143D-74DC-45BE-B62C-250A64538A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93C53180-5FDA-9EA3-B974-422F3892F074}"/>
              </a:ext>
            </a:extLst>
          </p:cNvPr>
          <p:cNvGrpSpPr/>
          <p:nvPr/>
        </p:nvGrpSpPr>
        <p:grpSpPr>
          <a:xfrm>
            <a:off x="1234601" y="271685"/>
            <a:ext cx="3164040" cy="983160"/>
            <a:chOff x="1234601" y="271685"/>
            <a:chExt cx="3164040" cy="98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AA3F6B52-5225-5902-D855-3485FB470C95}"/>
                    </a:ext>
                  </a:extLst>
                </p14:cNvPr>
                <p14:cNvContentPartPr/>
                <p14:nvPr/>
              </p14:nvContentPartPr>
              <p14:xfrm>
                <a:off x="1283561" y="1254485"/>
                <a:ext cx="360" cy="3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AA3F6B52-5225-5902-D855-3485FB470C9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265561" y="123648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86B3715-289D-0209-769A-9023928CA0AC}"/>
                    </a:ext>
                  </a:extLst>
                </p14:cNvPr>
                <p14:cNvContentPartPr/>
                <p14:nvPr/>
              </p14:nvContentPartPr>
              <p14:xfrm>
                <a:off x="1361681" y="1089245"/>
                <a:ext cx="360" cy="3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86B3715-289D-0209-769A-9023928CA0A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343681" y="107160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AC974BC-80F6-B472-CC45-B11104D3508D}"/>
                    </a:ext>
                  </a:extLst>
                </p14:cNvPr>
                <p14:cNvContentPartPr/>
                <p14:nvPr/>
              </p14:nvContentPartPr>
              <p14:xfrm>
                <a:off x="1234601" y="271685"/>
                <a:ext cx="3164040" cy="8272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AC974BC-80F6-B472-CC45-B11104D3508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16601" y="254045"/>
                  <a:ext cx="3199680" cy="862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378963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09295-B81A-C8BE-B1D0-4F039B7AD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CD990-D3FE-5077-88FE-2A4C96415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2542423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520</TotalTime>
  <Words>566</Words>
  <Application>Microsoft Office PowerPoint</Application>
  <PresentationFormat>Widescreen</PresentationFormat>
  <Paragraphs>137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✍Lecture 11 : </vt:lpstr>
      <vt:lpstr>✍Why Do We Need Threads</vt:lpstr>
      <vt:lpstr>PowerPoint Presentation</vt:lpstr>
      <vt:lpstr>PowerPoint Presentation</vt:lpstr>
      <vt:lpstr>PowerPoint Presentation</vt:lpstr>
      <vt:lpstr>PowerPoint Presentation</vt:lpstr>
      <vt:lpstr>✍Sequential vs Concurrent Execution</vt:lpstr>
      <vt:lpstr>✍How Does Java Decide Which Thread Runs</vt:lpstr>
      <vt:lpstr>PowerPoint Presentation</vt:lpstr>
      <vt:lpstr>✍Creating a Thread in Java</vt:lpstr>
      <vt:lpstr>PowerPoint Presentation</vt:lpstr>
      <vt:lpstr>PowerPoint Presentation</vt:lpstr>
      <vt:lpstr>✍Extending the Thread Class</vt:lpstr>
      <vt:lpstr>PowerPoint Presentation</vt:lpstr>
      <vt:lpstr>PowerPoint Presentation</vt:lpstr>
      <vt:lpstr>✍Implementing Runnable</vt:lpstr>
      <vt:lpstr>✍start() vs run()</vt:lpstr>
      <vt:lpstr>✍Runnable with Lambda    Expressions</vt:lpstr>
      <vt:lpstr>✍Running Multiple Threads</vt:lpstr>
      <vt:lpstr>✍Thread.currentThread()</vt:lpstr>
      <vt:lpstr>✍Thread.sleep()</vt:lpstr>
      <vt:lpstr>✍ Handling InterruptedException</vt:lpstr>
      <vt:lpstr>✍join()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Esraa Mohamed</dc:creator>
  <cp:lastModifiedBy>Esraa Mohamed</cp:lastModifiedBy>
  <cp:revision>1</cp:revision>
  <dcterms:created xsi:type="dcterms:W3CDTF">2026-09-01T16:12:01Z</dcterms:created>
  <dcterms:modified xsi:type="dcterms:W3CDTF">2026-09-02T09:50:44Z</dcterms:modified>
</cp:coreProperties>
</file>