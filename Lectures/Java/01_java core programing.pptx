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9" r:id="rId15"/>
    <p:sldId id="280" r:id="rId16"/>
    <p:sldId id="270" r:id="rId17"/>
    <p:sldId id="271" r:id="rId18"/>
    <p:sldId id="272" r:id="rId19"/>
    <p:sldId id="273" r:id="rId20"/>
    <p:sldId id="274" r:id="rId21"/>
    <p:sldId id="275" r:id="rId22"/>
    <p:sldId id="278" r:id="rId23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1F5E-6804-E198-06E7-4D1C39751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AB03C-10E0-31AA-DD2D-BFC3FC046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E9E7C-5AE8-B0F4-0CA9-1928AEA60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3F08-03A1-71E5-41E5-8F1DC22E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0737E-5F27-8556-5DF6-EC45FAB0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6329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5093-F19B-6883-A3EA-686EF196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1E40F-B021-7A91-6054-3C344F8E2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1405-E483-82DA-579B-FE11E997A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A1DBB-E4A0-C0EB-C308-C26571280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F61F-4BB8-89B4-F7A2-EE731462D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9499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E3DE-44DB-C0D3-AF79-9CDB693C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EA657-BB1F-9FD8-79FE-D5C15575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6566-D9B7-E4F5-B497-9C3BA42F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3E9C6-B0E7-563A-1092-3E4D7F32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77DA3-1352-93A0-6A44-D5BA247F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2423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4B52-1F19-3A70-6B99-6151E9BF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6B8AA-D6B5-D15A-FF9C-3CEDBCDF9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77732-D00F-E743-D8D7-746E1504A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45BB6-6A6C-CFB4-B5D4-8D90F3C9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9DDC1-ADD2-F69D-FFD0-DE8AE15A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1AC6A-DF22-340F-FCF1-DD98172F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0699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EA82-22D1-B123-358D-E060B866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E5816-B323-251E-028E-B9DC2EFB2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EC240-D24E-66B1-8CA0-9FA7C8D26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9CBFB-B122-25DC-97A3-5CDD833FC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E1DF27-83EE-A6C7-6177-F436273E8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FF3D10-3123-367E-9CAC-4C5C86F4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7C6E03-1C27-99BC-93D1-7DFF64FA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65BB-1A66-1888-B8BD-01EE7437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100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0185-3CC4-47E7-57B7-5ECB3ADB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17F784-1FDB-823A-D932-9EEB8D32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CEA2A-412E-D0E3-F8C6-31CE0CAD1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964CD-1223-1094-4850-701F7AA0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58901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B417E-61C8-1561-BD52-4F5DC572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5DD23E-D68D-5504-970B-C2276CF5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54CCC-ADA7-6E1E-DEB4-3E3B0D41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4489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8D67-8B76-F442-F45A-59837478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5C57A-8F24-3270-C7DF-65EE1B570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E74-2205-459C-7A02-440A73DD1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42E26-3F1C-B41C-4FA4-01BF0968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8D4F2-1307-830E-77D1-12305268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E06C6-EBF8-9302-D0B7-7DF4D4364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9873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83FC-5222-5B34-472A-8DE6393BF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599058-1DA2-78F4-31DB-14739FE4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050A9-E3B0-6933-9F18-18D3C8408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E6B48-AA03-F13E-21DF-700B0572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390B4-8573-E932-7562-F8ACAB9BB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4A7A3-5EC5-F619-5B41-5E68CF24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1763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C0D6-8D46-B4F4-3E21-139B5BFD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A0657-396D-B708-BA12-0D244DD35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2E041-BF65-D783-3A59-C9110F47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F3E5E-7B29-8BC0-73D6-82251C1F1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21CA4-E50F-B84F-0095-FE8650C1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8166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733F13-69AE-C081-418D-D1A28241C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6285A-CD02-F543-016E-A0371B513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190E4-2DEA-7F8F-0A69-5B493C66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7CD9C-D1F2-D943-CFA5-8D1D1647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9E11D-4BAF-F3E3-F07F-05895821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19571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636C21-1DF7-DDD8-6AAC-C8BB6CB0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C4FFE-F569-67E8-A47E-C3945E048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BFCCF-1120-36CB-58A9-1901D6668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01ABF-A804-4A0E-AFE1-0803D9995DEA}" type="datetimeFigureOut">
              <a:rPr lang="ar-EG" smtClean="0"/>
              <a:t>05/03/1448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0D4D1-81D8-D948-492C-93BA70B55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558D4-A37C-3883-96F4-F0D290FA1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D5F31-977E-40A5-9EFE-498A85A6733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4529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59D4B1-B6F4-EDD3-9D45-2AD5D6A5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45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49EE62-9852-23EF-CBCB-59AC61D904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45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5E8BCA-AFCA-4340-85C8-684211E09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4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84276-FA84-F476-0935-0A4285FC7E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37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C275F-048A-8CF8-BCEF-9A3A33AC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75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1EBD3C-156C-8D79-B883-71DB865631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67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29BD8-AD36-FCBC-3FBE-A8E6E850BD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51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4BD75-716C-24AF-48F8-F5C0D5ADB7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3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0E966-1243-A8EF-A3E5-067BA3D6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57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2BC8BD-9275-66AB-63EE-2C6EC220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98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572E72-78DB-AC12-EF70-F820C9DDD3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35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6ABDEB-DD74-CFF0-8DC2-C692B4DC0F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9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51D41-298E-E8B8-0F99-4884C6914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88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D1E02D-7582-4400-AC49-1226FFAF1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07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38D474-62E9-ACF2-32EE-3B8AD1E07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19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6D20A9-5DA3-711D-B473-FD351C0260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18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5DE20-6BA2-D165-B9FA-D7A31BED6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86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22F04-CA02-2359-5AD1-73F98AA2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9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97BD74-AE7F-84E6-363A-2C39741881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70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B06DD7-3233-C730-9790-BEE92F681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27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8A445B-FA9D-419C-4659-D232A8AAF2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85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F8AE3-D37A-21DF-EBE0-04DDF88F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77B7E178-5DE0-34A5-8BB5-7AC6B4BF2C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33075C00-7B66-4C0E-B675-BC3E76067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5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</Words>
  <Application>Microsoft Office PowerPoint</Application>
  <PresentationFormat>Widescreen</PresentationFormat>
  <Paragraphs>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2</cp:revision>
  <dcterms:created xsi:type="dcterms:W3CDTF">2026-08-14T21:03:35Z</dcterms:created>
  <dcterms:modified xsi:type="dcterms:W3CDTF">2026-08-18T16:40:25Z</dcterms:modified>
</cp:coreProperties>
</file>