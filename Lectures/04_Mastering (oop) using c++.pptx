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F249912B-27C9-4E1F-AE66-09E451395D5F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FFD4968-D93A-47F3-ACAE-6C30380CD1DC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58472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D4968-D93A-47F3-ACAE-6C30380CD1DC}" type="slidenum">
              <a:rPr lang="ar-EG" smtClean="0"/>
              <a:t>15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57569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D4968-D93A-47F3-ACAE-6C30380CD1DC}" type="slidenum">
              <a:rPr lang="ar-EG" smtClean="0"/>
              <a:t>22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45569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228-3FD5-9F34-1E6B-ED58D1A9A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1E91C-8C86-FC84-ED6D-4545323F0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3310-B4E2-58FF-CB36-1D1387D6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9C579-D3CC-59FF-E14E-FB5C7BA1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8D376-E05C-80CD-D7F5-AE794486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459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14C3-5DED-ADF6-182D-E3FEBF88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D135-2A22-0CA0-B644-3DB7B078B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0F4FD-6FCE-518F-F5A2-B6D2C820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E9DA9-2314-6D28-BF6F-E73A1953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C32A9-847D-3CD0-DA9D-404DC086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7010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158B-4787-6CDB-108E-01148939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B4BEF-D9A6-5AD1-8561-26090A5C5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28007-2A0C-CBD0-4CE7-1DAB9960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FE545-7167-1E84-78F6-A35490F6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E78EB-8113-2CD5-B346-57353879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8548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DA57-9A1B-610C-9C78-DA3A1453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F13D-D40A-7CE5-1AD8-2E228437B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CCCA1-5A2C-A981-C876-B77E8EBFD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8C98D-9A99-A545-BFAE-F16CA242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505C0-4BE6-013C-C650-8AC47836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43497-96B9-E8D4-94F8-E11837C7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9796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817A-64BE-C078-B26B-7AF2B2E3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C37B4-37E6-784F-3E70-10BD9E6A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E93A8-F316-FC04-5408-EA6816CE1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868D0-3D35-7942-60A2-71F2FA808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1C15D-122F-9C64-2C5C-84AAFC3EDC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A8B12-5AFF-7739-88F0-213B21BD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0B4C9-17F4-69D2-026A-10B88256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755BC-A52E-97BA-19A9-01ED101D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5684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3917-32B4-8104-8D1E-76BDDAD1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D9B8D-D468-FD39-2300-0D7C4285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B01B4-A520-25BB-3A93-D47B1FF8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11770-BC20-BAB0-28D4-36D7AA49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334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D02D8-4F70-A170-E1ED-34FE6A9B0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7F171-7647-09E8-91A2-47DB353C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91FDA-8B2E-1166-FCD2-032757CF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111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977B-7174-77E3-94B9-EACCA1E8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16280-535C-050B-E373-DF07A3FAC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46B92-2A07-CCB0-9FF8-DBF1E2BF4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02EF8-2F0C-1791-2BC7-95BD02B3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08234-96E5-8405-9734-AF37E5D5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97750-5170-A4EB-25C5-8036E279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5472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2279-B2A4-0AC0-7498-B3D562F7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36368-B38F-8BC0-11D0-2ADD5D889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EC6B-1EDD-59C9-78F5-E75DBB925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02BD5-26D9-82F6-F3F0-733A52E4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D82ED-65B1-0096-A524-93AC01CF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66AF8-3738-8C4B-B251-A2F61A8D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4594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EEE5-978A-8DFF-53C5-8D554F5D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F71AA-5017-42A5-0BE1-A24A7A188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09CFD-502F-89FF-978C-7D839B0A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B4E20-9D82-26BD-8B2A-0E131946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CC5DD-12F9-B395-708A-440E4DA4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1419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E5454-05DC-C788-271E-E6BCA1B63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59384-8EA2-D789-3031-DE069215D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93297-DE07-B025-8B5C-EEDC7596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72F8A-3AB1-4CE8-B31C-8CF48DB9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11F83-4BC9-0235-2987-69BCA741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8127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A8AFD-302C-251C-B137-0361B0D7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1AF7A-546F-5D82-FC7B-38E1E7B05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FA25-4E18-2DDA-CBD6-A5F2FDB23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99637-A343-434C-8D3F-9CB9FAA9BBF1}" type="datetimeFigureOut">
              <a:rPr lang="ar-EG" smtClean="0"/>
              <a:t>27/02/1448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8549-45E3-51F5-B060-D0A9474E1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9B0E-D046-E162-419A-5A606CE38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19C3A-CD37-4A11-A1D0-BCF4218D78C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95707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49F6F-B216-36FC-D1F6-273CC0B5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✍Mastering (</a:t>
            </a:r>
            <a:r>
              <a:rPr lang="en-US" sz="4800" dirty="0" err="1"/>
              <a:t>oop</a:t>
            </a:r>
            <a:r>
              <a:rPr lang="en-US" sz="4800" dirty="0"/>
              <a:t>) using </a:t>
            </a:r>
            <a:r>
              <a:rPr lang="en-US" sz="4800" dirty="0" err="1"/>
              <a:t>c++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53CD-4344-9445-F9C0-D9D6667DE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/>
              <a:t>✍</a:t>
            </a:r>
            <a:r>
              <a:rPr lang="en-US" sz="2200" b="1"/>
              <a:t>Lecture_1</a:t>
            </a:r>
            <a:r>
              <a:rPr lang="en-US" sz="2200"/>
              <a:t> :</a:t>
            </a:r>
            <a:endParaRPr lang="ar-EG" sz="2200"/>
          </a:p>
          <a:p>
            <a:r>
              <a:rPr lang="en-US" sz="2200"/>
              <a:t>Intro to oop </a:t>
            </a:r>
            <a:endParaRPr lang="ar-EG" sz="2200">
              <a:effectLst/>
            </a:endParaRPr>
          </a:p>
          <a:p>
            <a:r>
              <a:rPr lang="en-US" sz="2200"/>
              <a:t>Encapsulation </a:t>
            </a:r>
            <a:endParaRPr lang="ar-EG" sz="2200">
              <a:effectLst/>
            </a:endParaRPr>
          </a:p>
          <a:p>
            <a:r>
              <a:rPr lang="en-US" sz="2200"/>
              <a:t>Inheritance </a:t>
            </a:r>
            <a:endParaRPr lang="ar-EG" sz="2200">
              <a:effectLst/>
            </a:endParaRPr>
          </a:p>
          <a:p>
            <a:r>
              <a:rPr lang="en-US" sz="2200"/>
              <a:t>Polymorphism </a:t>
            </a:r>
            <a:endParaRPr lang="ar-EG" sz="2200">
              <a:effectLst/>
            </a:endParaRPr>
          </a:p>
          <a:p>
            <a:r>
              <a:rPr lang="en-US" sz="2200"/>
              <a:t>Complex class example </a:t>
            </a:r>
            <a:endParaRPr lang="ar-EG" sz="2200">
              <a:effectLst/>
            </a:endParaRPr>
          </a:p>
          <a:p>
            <a:r>
              <a:rPr lang="en-US" sz="2200" b="1"/>
              <a:t>✍Lab_1 </a:t>
            </a:r>
            <a:endParaRPr lang="ar-EG" sz="2200">
              <a:effectLst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24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B2EA1-20AD-0602-AFA4-4EB7DF1E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✍Mastering (oop) using c++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5B8E2-E1B7-9C8D-534D-A7AFD0FE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✍Lecture 2 :  </a:t>
            </a:r>
            <a:endParaRPr lang="ar-EG" sz="1900" dirty="0"/>
          </a:p>
          <a:p>
            <a:r>
              <a:rPr lang="en-US" sz="1900" dirty="0"/>
              <a:t>Default Arguments </a:t>
            </a:r>
            <a:endParaRPr lang="ar-EG" sz="1900" dirty="0">
              <a:effectLst/>
            </a:endParaRPr>
          </a:p>
          <a:p>
            <a:r>
              <a:rPr lang="en-US" sz="1900" dirty="0"/>
              <a:t>Polymorphism (overloading functions ) </a:t>
            </a:r>
            <a:endParaRPr lang="ar-EG" sz="1900" dirty="0">
              <a:effectLst/>
            </a:endParaRPr>
          </a:p>
          <a:p>
            <a:r>
              <a:rPr lang="en-US" sz="1900" dirty="0"/>
              <a:t>Constructor &amp; Destructor  </a:t>
            </a:r>
            <a:endParaRPr lang="ar-EG" sz="1900" dirty="0">
              <a:effectLst/>
            </a:endParaRPr>
          </a:p>
          <a:p>
            <a:r>
              <a:rPr lang="en-US" sz="1900" dirty="0"/>
              <a:t>This pointer</a:t>
            </a:r>
            <a:endParaRPr lang="ar-EG" sz="1900" dirty="0">
              <a:effectLst/>
            </a:endParaRPr>
          </a:p>
          <a:p>
            <a:r>
              <a:rPr lang="en-US" sz="1900" dirty="0"/>
              <a:t>Stack example </a:t>
            </a:r>
            <a:endParaRPr lang="ar-EG" sz="1900" dirty="0">
              <a:effectLst/>
            </a:endParaRPr>
          </a:p>
          <a:p>
            <a:r>
              <a:rPr lang="en-US" sz="1900" dirty="0"/>
              <a:t>Static members </a:t>
            </a:r>
            <a:endParaRPr lang="ar-EG" sz="1900" dirty="0">
              <a:effectLst/>
            </a:endParaRPr>
          </a:p>
          <a:p>
            <a:r>
              <a:rPr lang="en-US" sz="1900" b="1" dirty="0"/>
              <a:t>✍Lab2 .</a:t>
            </a:r>
            <a:r>
              <a:rPr lang="en-US" sz="1900" dirty="0"/>
              <a:t> </a:t>
            </a:r>
            <a:endParaRPr lang="ar-EG" sz="1900" dirty="0">
              <a:effectLst/>
            </a:endParaRPr>
          </a:p>
          <a:p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6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C5507-BB18-873A-19C1-ECDFAFC4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✍Mastering (</a:t>
            </a:r>
            <a:r>
              <a:rPr lang="en-US" sz="4800" dirty="0" err="1"/>
              <a:t>oop</a:t>
            </a:r>
            <a:r>
              <a:rPr lang="en-US" sz="4800" dirty="0"/>
              <a:t>) using </a:t>
            </a:r>
            <a:r>
              <a:rPr lang="en-US" sz="4800" dirty="0" err="1"/>
              <a:t>c++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BDAE-6893-32A5-6F80-62B441E92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 b="1" dirty="0"/>
              <a:t>✍Lecture 3 :  </a:t>
            </a:r>
            <a:endParaRPr lang="ar-EG" sz="2200" b="1" dirty="0"/>
          </a:p>
          <a:p>
            <a:r>
              <a:rPr lang="en-US" sz="2200" dirty="0"/>
              <a:t>Friend Function .</a:t>
            </a:r>
            <a:endParaRPr lang="ar-EG" sz="2200" dirty="0"/>
          </a:p>
          <a:p>
            <a:r>
              <a:rPr lang="en-US" sz="2200" dirty="0"/>
              <a:t>Pass objects to functions . </a:t>
            </a:r>
          </a:p>
          <a:p>
            <a:r>
              <a:rPr lang="en-US" sz="2200" dirty="0"/>
              <a:t>Dynamic Area problems . </a:t>
            </a:r>
            <a:endParaRPr lang="ar-EG" sz="2200" dirty="0"/>
          </a:p>
          <a:p>
            <a:r>
              <a:rPr lang="en-US" sz="2200" dirty="0"/>
              <a:t> Dynamic Area problem(solutions).</a:t>
            </a:r>
          </a:p>
          <a:p>
            <a:pPr marL="0" indent="0">
              <a:buNone/>
            </a:pPr>
            <a:endParaRPr lang="ar-EG" sz="2200" dirty="0"/>
          </a:p>
          <a:p>
            <a:r>
              <a:rPr lang="en-US" sz="2200" b="1" dirty="0"/>
              <a:t>✍Lab3 . </a:t>
            </a:r>
            <a:endParaRPr lang="ar-EG" sz="2200" b="1" dirty="0"/>
          </a:p>
          <a:p>
            <a:pPr marL="0" indent="0">
              <a:buNone/>
            </a:pPr>
            <a:endParaRPr lang="ar-EG" sz="2200" dirty="0"/>
          </a:p>
          <a:p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340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3071B-B568-7E3F-DCA5-355E6704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✍Mastering (</a:t>
            </a:r>
            <a:r>
              <a:rPr lang="en-US" sz="4800" dirty="0" err="1"/>
              <a:t>oop</a:t>
            </a:r>
            <a:r>
              <a:rPr lang="en-US" sz="4800" dirty="0"/>
              <a:t>) using </a:t>
            </a:r>
            <a:r>
              <a:rPr lang="en-US" sz="4800" dirty="0" err="1"/>
              <a:t>c++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8308C-54F7-137D-56F8-1D124FEDE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✍Lecture 4 :  </a:t>
            </a:r>
            <a:endParaRPr lang="ar-EG" sz="2400" dirty="0"/>
          </a:p>
          <a:p>
            <a:r>
              <a:rPr lang="ar-EG" sz="2400" dirty="0"/>
              <a:t>Equal Operator Overload for Stack</a:t>
            </a:r>
            <a:r>
              <a:rPr lang="en-US" sz="2400" dirty="0"/>
              <a:t>.</a:t>
            </a:r>
            <a:endParaRPr lang="ar-EG" sz="2400" dirty="0">
              <a:effectLst/>
            </a:endParaRPr>
          </a:p>
          <a:p>
            <a:r>
              <a:rPr lang="ar-EG" sz="2400" dirty="0"/>
              <a:t>Operators Overload for Complex</a:t>
            </a:r>
            <a:r>
              <a:rPr lang="en-US" sz="2400" dirty="0"/>
              <a:t> . </a:t>
            </a:r>
          </a:p>
          <a:p>
            <a:pPr marL="0" indent="0">
              <a:buNone/>
            </a:pPr>
            <a:endParaRPr lang="ar-EG" sz="2400" dirty="0">
              <a:effectLst/>
            </a:endParaRPr>
          </a:p>
          <a:p>
            <a:r>
              <a:rPr lang="en-US" sz="2400" b="1" dirty="0"/>
              <a:t>✍Lab4 . </a:t>
            </a:r>
            <a:endParaRPr lang="ar-EG" sz="2400" dirty="0">
              <a:effectLst/>
            </a:endParaRP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75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86241-BD63-27DD-254A-856818DE3E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2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D0D46-F370-EA25-A85C-8C0C24F3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96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413D1-04BA-7849-01AB-FBADFBB48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3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3890E-1479-46D9-86BB-82F9BBDD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8D2F5-AFE0-BEE8-FFD4-0B0D24D4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23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B6071-2669-ABD9-1FCD-1E1E1288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4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0C530-4384-5F37-31AE-1698459EB8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5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E8AB2-7B91-4F1B-9F13-CEB7E52DE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51916"/>
            <a:ext cx="12069859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9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3F282-F976-31F7-FC7B-1A253C81E4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1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6FAD1C-57BA-8B7C-E134-B3E0F89370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0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BAE42-7E4A-B4CD-CC57-BAC4691F9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1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BEEE95-8630-0DD5-D512-368A2E2FC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8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97C09-5E41-E41E-1A05-0EC0FA92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8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B719F-54B4-B3B7-4C37-E0CC49820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88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B09F2-3C5C-627C-576F-A9B275956A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8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A0DDC4-6F83-BC38-1A96-EA24FE23D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89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CDCCE-785B-096A-9DEF-8B819A6E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78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4723-831A-6458-2813-B0C2F7B00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1E06716-FDED-4E93-BDA2-D6533B7C4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67D8E56D-E68C-46A1-88E5-FFE759F0B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8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120</Words>
  <Application>Microsoft Office PowerPoint</Application>
  <PresentationFormat>Widescreen</PresentationFormat>
  <Paragraphs>34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✍Mastering (oop) using c++</vt:lpstr>
      <vt:lpstr>✍Mastering (oop) using c++</vt:lpstr>
      <vt:lpstr>✍Mastering (oop) using c++</vt:lpstr>
      <vt:lpstr>✍Mastering (oop) using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2026-08-11T16:21:58Z</dcterms:created>
  <dcterms:modified xsi:type="dcterms:W3CDTF">2026-08-11T17:31:47Z</dcterms:modified>
</cp:coreProperties>
</file>