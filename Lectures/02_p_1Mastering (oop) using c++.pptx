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4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EFF271DA-C701-4AC0-AD23-4C845CA697F2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166C8068-EE03-40E5-ABB3-C97890AC823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881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C8068-EE03-40E5-ABB3-C97890AC8230}" type="slidenum">
              <a:rPr lang="ar-EG" smtClean="0"/>
              <a:t>4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317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120E9-2658-E251-914D-7479F74FF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177C7-4F06-C214-7091-FD7E82CD9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94002-B41A-BD08-8224-413109F8E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FC8E8-6ADD-6CD7-3A58-F52A91D7A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55455-0CB5-7790-E131-2981D160C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70994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D0A93-8BE0-F47F-ACDB-3DD8B82D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7CDD5-31B3-A8CE-1D46-965B356AA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991D-9391-9371-015C-A6E67530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1A3F2-64F6-3A20-BCEC-1C05D6FB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4A70B-8862-CAB2-FFDF-45F6D480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2263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C19B-9E9E-F92B-F27A-F7D75C668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D1E4D-19D9-8BE3-6FEA-34A8D1FE2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DFBD4-FD19-D3A7-438A-7DAEB84E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D964B-5B30-59D7-8384-C3235EDDF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2367A-4ED9-A44C-3875-6192814E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7390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2F37A-DAB7-A254-590D-8061B7E2F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AB2AC-10A3-9851-BE8D-63CBC1486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C9D44-23D8-12B1-5BB4-CA070CAC9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BCA56-9D5F-1F7D-0F30-C44378101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F2B90-084A-E1D6-9D67-1A8BB1E49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3D56E-4278-7FDC-98F0-B69D340D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6265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5D198-AA2A-EC50-5774-7216055E9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4C929-E0B7-AB25-8C8D-EB298893A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18A4C-399B-C1FE-C916-DE6344F7B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2F0EE-DE72-8C47-78C1-2608E2F1A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BF692-A49F-640C-3926-CB95764AD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94B27E-9B6E-275A-2B27-AD8939910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C43B7-7A96-1BC5-3AA5-2F567376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0F2FB1-96B8-4777-B6A2-84B5454E3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6321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05A3-654B-9F3E-9E0F-D6F412E8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33360-9A38-D271-2A68-3484CFE09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58DF3-69CA-7638-2E0C-4D9022E1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8D46E-E8DE-066F-A7E3-0ED18E0C0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7173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36675-1DA0-3DA3-DB3A-C3C3D683B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9AA9E-5E99-862F-1B5D-05198015D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C4CD0-A78B-6BA9-B80C-6A3293BA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9171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7106-7275-8179-A1E5-CC148848D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8261F-DD0A-4360-B546-93D475007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29A5A-F661-35E5-46E7-914D07AA8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460CC-63AF-BA7C-3654-A90022B8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5019F-3C8C-DFF6-4AFF-CF9E557A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E2338-F51B-4970-5EF7-4940F4AB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07347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FE8F1-84BC-5F66-5288-B3AF5571B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6BB25A-9CBF-5928-8498-E938ADB881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35DF8-D8F2-BC21-77B7-A09E027B7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EEA98-8C5A-A690-54E1-9BCD3555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A670D-3F9A-4A6E-3062-03AEFF9A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52C4F-A9C4-9972-12ED-C20D0F4C3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7692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DFA0-0014-0E7A-4EC4-E606A72F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C4FFB-A79F-96EB-2905-8F5565511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14FA6-9AB5-A0D8-EE9C-6BD6B2A8C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BFF48-2F09-BC53-F17B-0348B526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B81C-D3E2-7865-E953-7A26ABE9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6732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FA8C04-EDE7-88F4-109B-61B683123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D7114-BBF3-9EAA-A026-DBF45DDA7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2DB5B-44DB-FC5E-AC1A-65E7C321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85FDE-2D3A-CC4A-CBB4-04BC9014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D07B1-8DB7-D77C-977E-A9CBC027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6702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DCB5A-2752-6513-787C-914E4ED7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F029B-F9A8-2ECE-E0F0-C8F6A2D71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380E6-E4FA-5E33-D0D9-47D6048F3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9BE61-466D-479A-B85E-8200126954DD}" type="datetimeFigureOut">
              <a:rPr lang="ar-EG" smtClean="0"/>
              <a:t>29/02/1448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0AE69-8FB0-B27F-A705-6AE23A56F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659EC-03C1-5438-234D-70CBC0AA0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F369C-16DC-481D-AD71-68E49CBB823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42337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26DD1-AB25-643D-A14C-A3A841978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9A4D5-0731-C5B6-AC6F-A065DE0D1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2906A87-1172-2D04-E6A8-FB2EC2888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4F0E50-04D8-E29F-93FD-E83FD05E1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F0BD67-4B6E-FDB5-FF73-C2E8D81B3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D6810D4-4C8C-F2EE-5FA7-21935D5ED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A588F8-02F7-0DE7-E535-8692DB946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01D40CD-2157-C5A8-9140-764C8B511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857D47-1C37-4BAC-9CAE-73D10322B0BE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✍Mastering (oop) using c++</a:t>
            </a:r>
            <a:endParaRPr lang="ar-EG" sz="48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2F5F4EC-94E8-CCAF-87ED-ED4E52E2D0EF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✍</a:t>
            </a:r>
            <a:r>
              <a:rPr lang="en-US" sz="2400" b="1"/>
              <a:t>Lecture_1</a:t>
            </a:r>
            <a:r>
              <a:rPr lang="en-US" sz="2400"/>
              <a:t> :</a:t>
            </a:r>
          </a:p>
          <a:p>
            <a:pPr marL="457200"/>
            <a:r>
              <a:rPr lang="en-US" sz="2400"/>
              <a:t>Intro to oop </a:t>
            </a:r>
          </a:p>
          <a:p>
            <a:pPr marL="457200"/>
            <a:r>
              <a:rPr lang="en-US" sz="2400"/>
              <a:t>Encapsulation </a:t>
            </a:r>
          </a:p>
          <a:p>
            <a:pPr marL="457200"/>
            <a:r>
              <a:rPr lang="en-US" sz="2400"/>
              <a:t>Inheritance </a:t>
            </a:r>
          </a:p>
          <a:p>
            <a:pPr marL="457200"/>
            <a:r>
              <a:rPr lang="en-US" sz="2400"/>
              <a:t>Polymorphism </a:t>
            </a:r>
          </a:p>
          <a:p>
            <a:pPr marL="457200"/>
            <a:r>
              <a:rPr lang="en-US" sz="2400"/>
              <a:t>Complex class example </a:t>
            </a:r>
          </a:p>
          <a:p>
            <a:pPr indent="0">
              <a:buFont typeface="Arial" panose="020B0604020202020204" pitchFamily="34" charset="0"/>
              <a:buNone/>
            </a:pPr>
            <a:endParaRPr lang="en-US" sz="2400"/>
          </a:p>
          <a:p>
            <a:r>
              <a:rPr lang="en-US" sz="2400" b="1"/>
              <a:t>✍Lab_1 </a:t>
            </a:r>
            <a:endParaRPr lang="ar-EG" sz="2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AC5C5F-62DD-E46D-D62E-549AFD32D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325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0EF346-00A9-2373-0C98-040D36144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✍Mastering (</a:t>
            </a:r>
            <a:r>
              <a:rPr lang="en-US" sz="4800" dirty="0" err="1"/>
              <a:t>oop</a:t>
            </a:r>
            <a:r>
              <a:rPr lang="en-US" sz="4800" dirty="0"/>
              <a:t>) using </a:t>
            </a:r>
            <a:r>
              <a:rPr lang="en-US" sz="4800" dirty="0" err="1"/>
              <a:t>c++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C29DD-0B57-C256-7833-5E72AE917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✍Lecture 2 :  </a:t>
            </a:r>
            <a:endParaRPr lang="ar-EG" sz="1900" b="1" dirty="0"/>
          </a:p>
          <a:p>
            <a:r>
              <a:rPr lang="en-US" sz="1900" dirty="0"/>
              <a:t>Default Arguments </a:t>
            </a:r>
            <a:endParaRPr lang="ar-EG" sz="1900" dirty="0">
              <a:effectLst/>
            </a:endParaRPr>
          </a:p>
          <a:p>
            <a:r>
              <a:rPr lang="en-US" sz="1900" dirty="0"/>
              <a:t>Polymorphism (overloading functions ) </a:t>
            </a:r>
          </a:p>
          <a:p>
            <a:r>
              <a:rPr lang="en-US" sz="1900" dirty="0"/>
              <a:t>Constructor &amp; Destructor  </a:t>
            </a:r>
            <a:endParaRPr lang="ar-EG" sz="1900" dirty="0">
              <a:effectLst/>
            </a:endParaRPr>
          </a:p>
          <a:p>
            <a:r>
              <a:rPr lang="en-US" sz="1900" dirty="0"/>
              <a:t> This pointer</a:t>
            </a:r>
            <a:endParaRPr lang="ar-EG" sz="1900" dirty="0">
              <a:effectLst/>
            </a:endParaRPr>
          </a:p>
          <a:p>
            <a:r>
              <a:rPr lang="en-US" sz="1900" dirty="0"/>
              <a:t>Stack example </a:t>
            </a:r>
            <a:endParaRPr lang="ar-EG" sz="1900" dirty="0">
              <a:effectLst/>
            </a:endParaRPr>
          </a:p>
          <a:p>
            <a:r>
              <a:rPr lang="en-US" sz="1900" dirty="0"/>
              <a:t>Static members </a:t>
            </a:r>
          </a:p>
          <a:p>
            <a:r>
              <a:rPr lang="en-US" sz="1900" dirty="0"/>
              <a:t>Lab2 . </a:t>
            </a:r>
            <a:endParaRPr lang="ar-EG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529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34FA8B-453D-E671-B1D7-A8DE7BC8A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9595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9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C812AD-E4CA-0BAF-0220-52A7C03F8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25" b="-1"/>
          <a:stretch>
            <a:fillRect/>
          </a:stretch>
        </p:blipFill>
        <p:spPr>
          <a:xfrm>
            <a:off x="20" y="9595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90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005892-7BD2-B54D-89CB-074610659D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03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4622D9-C784-9884-A481-E89E519E1B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59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FAAA5-2EA5-1761-33B9-8D06BCCBB8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73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A60275-B519-DDD7-7B1B-A3767FB42A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440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31EBCD-5F0D-A0A0-3671-BE55C0C4B0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09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36FB4B-7BCF-0F30-CC6F-BAB854DA2C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91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212901-BF90-8DA2-F108-8FA7B13130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7908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59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78D1C3-C1ED-7967-C631-6A523F7DFA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03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371335-AD44-61CF-0A79-AF8F10442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-1504" y="0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293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50DF1B-1AB6-AB2B-58BD-7F409B7181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16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3885B3-F7C8-015A-2C2C-2806D5C3FD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799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7DFD22-46BC-2138-068A-F73D9DE31C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14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347EBE-C1F5-04C9-FC95-B0E7C7EB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9595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67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58</Words>
  <Application>Microsoft Office PowerPoint</Application>
  <PresentationFormat>Widescreen</PresentationFormat>
  <Paragraphs>19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✍Mastering (oop) using c++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3</cp:revision>
  <dcterms:created xsi:type="dcterms:W3CDTF">2026-08-09T15:54:17Z</dcterms:created>
  <dcterms:modified xsi:type="dcterms:W3CDTF">2026-08-13T18:21:10Z</dcterms:modified>
</cp:coreProperties>
</file>